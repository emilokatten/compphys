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D8DC6-E5AC-7FFB-83D4-346E8FA32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06039DD-8CC8-1D69-A0F0-D47168E6D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8FE60E5-39AF-4422-21CD-96B71C8B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77E59A1-01C0-C6DB-1649-537D4EE9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5897461-F608-0B26-0579-59B88D4DE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952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DF24C-803C-3BE7-00F8-E600FC47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213D9D3-3ABE-18C7-6FD0-B309BB18C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CA603C8-557B-FDAF-4D9C-0A5D333A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9209C16-B8DB-C122-3E25-C7510D8A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D5D978-49ED-FB87-8703-2C0F7A48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014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A8EC8-0915-D52F-F545-9F045592F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1DF9C70-D34C-1F93-A2A1-7CE34F1FF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1B7BAF0-5000-9D72-1135-657E1722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C44947A-9CE0-CC32-60FD-487DA317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090D4C6-36B8-4604-2663-182668AD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222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922A0-9D3D-CE26-6655-1ADE6DEC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FCA088-FC94-18F4-E5ED-8E9350415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B1EB81D-7104-6B94-FBF9-30BB2DF9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013E172-0875-994A-BEE8-93FAD002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29F4454-8227-6DD2-8EA4-108D0E9B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89420C8-65FD-6AD4-CD37-E09BEC4C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42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8CC25-F617-F936-FD60-629A9B9F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5CC9712-0AF7-9937-26FE-D5EEB7630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A458BD4-DD75-32AF-918D-E929BBCA0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6EEA8A2-4BE7-2D71-7763-909FE845A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D4DC580C-D4B1-FE17-1FE9-6C49A7678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FFB4DE7-6825-E2F1-7479-EAF534E4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ADFF8F5-6DC2-B2D2-5F53-B53A7029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10DE213-C863-694F-7754-EA79DCF8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8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4773F-5568-FE5F-1950-1734129A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6467969-A51A-4153-1E61-56F93D9A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42FEE1D-C121-E15A-0F83-BC25675E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101D3DF-EE97-03E6-951C-67BC6315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588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DC9AC7B-A708-93ED-8C70-04B8B1C6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D99C3D0-8060-BBF1-D814-FC49FF72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AD83E8-4546-C71F-1296-504468E0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879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F76D2-E99C-82CD-E46D-D6ADE4E3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B956B-7B1D-D2E5-DBA3-0DD2E6DCF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330C99B-0A5A-DE6D-3FCE-63FAE3A56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99F94B5-CB3E-2230-A89D-B1506CA9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127D928-D001-0A42-3C0A-5F41903E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ECD2935-354E-F5C9-E904-9CDC09CB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216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FF0FB-4816-A132-7425-38D3C41F3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807C4590-38CA-9B6C-7C82-44DCDBAE7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B21A98E-29CC-5B5F-3EB2-D60A332D6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173DDD2-AD91-5CD3-F817-AC0D2876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32A281-0907-B94E-C519-48CFF798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1520769-1552-819E-7BEC-49785A91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369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0F5B5-B062-311E-394A-04FCD009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F43AD95-6317-E838-F394-1BBB61FBA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A2BE949-EE20-77A7-5FEB-04B328B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680BC8F-78B4-853C-EF91-448130DF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8DB1B26-4B83-1AE9-6516-1D798FF5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453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E8D187A-5C62-4164-87DB-6C49BF0FB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114D3AA-DE7C-531A-E67C-C4DAB2757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C6342B5-90CC-DBFD-2358-738486FB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C440D3F-3593-8669-98D4-053AF3EA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6292A3A-3EC9-3FC4-3947-3259D3CF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5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E2BEAFC-57E0-6A87-9C67-18976B31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F807223-30FA-E3CB-3A3A-F45EF3EF1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3086E04-0129-5D31-629D-1218F1A90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559DA-1EA0-48ED-9798-CCB594BA85F4}" type="datetimeFigureOut">
              <a:rPr lang="da-DK" smtClean="0"/>
              <a:t>14-09-2026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F77AA77-5E64-B4FC-330B-526CD08B5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A051AEB-4BAE-44A7-2E4C-BDB6C757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730A5-1B72-4C58-9735-4AECB427215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289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6A1EE2-EE07-DAB3-2DFE-52240CC23DF7}"/>
              </a:ext>
            </a:extLst>
          </p:cNvPr>
          <p:cNvSpPr txBox="1">
            <a:spLocks/>
          </p:cNvSpPr>
          <p:nvPr/>
        </p:nvSpPr>
        <p:spPr>
          <a:xfrm>
            <a:off x="-50549" y="144380"/>
            <a:ext cx="5705391" cy="6075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Random Structure Search</a:t>
            </a:r>
            <a:endParaRPr lang="en-US" dirty="0"/>
          </a:p>
        </p:txBody>
      </p:sp>
      <p:sp>
        <p:nvSpPr>
          <p:cNvPr id="5" name="Pladsholder til tekst 7">
            <a:extLst>
              <a:ext uri="{FF2B5EF4-FFF2-40B4-BE49-F238E27FC236}">
                <a16:creationId xmlns:a16="http://schemas.microsoft.com/office/drawing/2014/main" id="{7DE9F3E3-141A-C0CA-BC18-2A3DC26A0407}"/>
              </a:ext>
            </a:extLst>
          </p:cNvPr>
          <p:cNvSpPr txBox="1">
            <a:spLocks/>
          </p:cNvSpPr>
          <p:nvPr/>
        </p:nvSpPr>
        <p:spPr>
          <a:xfrm>
            <a:off x="268364" y="830179"/>
            <a:ext cx="4995451" cy="28695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u="sng" dirty="0"/>
              <a:t>Top 4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dirty="0"/>
              <a:t>Here we see how much can be explored in 100 steps with σ=10, changing only the temperature.</a:t>
            </a:r>
          </a:p>
          <a:p>
            <a:pPr marL="0" indent="0">
              <a:buNone/>
            </a:pPr>
            <a:r>
              <a:rPr lang="en-US" sz="1400" dirty="0"/>
              <a:t>With higher T, more steps with an increase in energy are accepted in the acceptance criterion, because we divide by a larger number.</a:t>
            </a:r>
          </a:p>
          <a:p>
            <a:pPr marL="0" indent="0">
              <a:buNone/>
            </a:pPr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exp(-1/0.1) = 0.000045</a:t>
            </a:r>
            <a:br>
              <a:rPr lang="en-US" sz="1400" dirty="0"/>
            </a:br>
            <a:r>
              <a:rPr lang="en-US" sz="1400" dirty="0"/>
              <a:t>exp(-1/2) = 0.60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1C3E315-5528-0250-3EEB-A1582D179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99" y="0"/>
            <a:ext cx="6779948" cy="342900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469A64BA-7D47-C6AB-D424-756949CA1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97" y="3429000"/>
            <a:ext cx="6779949" cy="3429000"/>
          </a:xfrm>
          <a:prstGeom prst="rect">
            <a:avLst/>
          </a:prstGeom>
        </p:spPr>
      </p:pic>
      <p:sp>
        <p:nvSpPr>
          <p:cNvPr id="11" name="Pladsholder til tekst 7">
            <a:extLst>
              <a:ext uri="{FF2B5EF4-FFF2-40B4-BE49-F238E27FC236}">
                <a16:creationId xmlns:a16="http://schemas.microsoft.com/office/drawing/2014/main" id="{EE7CA8A0-4908-66DF-984B-58B9B66DF827}"/>
              </a:ext>
            </a:extLst>
          </p:cNvPr>
          <p:cNvSpPr txBox="1">
            <a:spLocks/>
          </p:cNvSpPr>
          <p:nvPr/>
        </p:nvSpPr>
        <p:spPr>
          <a:xfrm>
            <a:off x="268364" y="3269581"/>
            <a:ext cx="5256212" cy="15791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u="sng" dirty="0"/>
              <a:t>Bottom 4</a:t>
            </a:r>
            <a:r>
              <a:rPr lang="en-US" sz="1400" dirty="0"/>
              <a:t>: </a:t>
            </a:r>
          </a:p>
          <a:p>
            <a:pPr marL="0" indent="0">
              <a:buNone/>
            </a:pPr>
            <a:r>
              <a:rPr lang="en-US" sz="1400" dirty="0"/>
              <a:t>Here we see how much can be explored in 100 steps with </a:t>
            </a:r>
            <a:r>
              <a:rPr lang="en-US" sz="1400" dirty="0" err="1"/>
              <a:t>kT</a:t>
            </a:r>
            <a:r>
              <a:rPr lang="en-US" sz="1400" dirty="0"/>
              <a:t>=0.5, changing only the width of the normal distribution for x’.</a:t>
            </a:r>
          </a:p>
          <a:p>
            <a:pPr marL="0" indent="0">
              <a:buNone/>
            </a:pPr>
            <a:r>
              <a:rPr lang="en-US" sz="1400" dirty="0"/>
              <a:t>For the smaller sigma, the steps on the x-axis are small.</a:t>
            </a:r>
          </a:p>
          <a:p>
            <a:pPr marL="0" indent="0">
              <a:buNone/>
            </a:pPr>
            <a:r>
              <a:rPr lang="en-US" sz="1400" dirty="0"/>
              <a:t>With larger sigma, the steps on the x-axis are bigger.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u="sng" dirty="0"/>
              <a:t>Conclusion: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One could assume that a smaller temperature </a:t>
            </a:r>
            <a:r>
              <a:rPr lang="en-US" sz="1400" dirty="0" err="1"/>
              <a:t>kT</a:t>
            </a:r>
            <a:r>
              <a:rPr lang="en-US" sz="1400" dirty="0"/>
              <a:t>&lt;</a:t>
            </a:r>
            <a:r>
              <a:rPr lang="en-US" sz="1400"/>
              <a:t>0.5 with </a:t>
            </a:r>
            <a:r>
              <a:rPr lang="en-US" sz="1400" dirty="0"/>
              <a:t>a wider distribution σ&gt;10 yields a faster convergence rate. 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216D30B4-9F40-0FEC-7BA0-2630505F8681}"/>
              </a:ext>
            </a:extLst>
          </p:cNvPr>
          <p:cNvSpPr txBox="1"/>
          <p:nvPr/>
        </p:nvSpPr>
        <p:spPr>
          <a:xfrm>
            <a:off x="268364" y="6112119"/>
            <a:ext cx="4770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FYI: All start out at x=3. The red dot records the state with the lowest energy that was visited.</a:t>
            </a:r>
            <a:endParaRPr lang="da-DK" sz="1400" i="1" dirty="0"/>
          </a:p>
        </p:txBody>
      </p:sp>
    </p:spTree>
    <p:extLst>
      <p:ext uri="{BB962C8B-B14F-4D97-AF65-F5344CB8AC3E}">
        <p14:creationId xmlns:p14="http://schemas.microsoft.com/office/powerpoint/2010/main" val="389248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 Krogh Nielsen</dc:creator>
  <cp:lastModifiedBy>Emil Krogh Nielsen</cp:lastModifiedBy>
  <cp:revision>1</cp:revision>
  <dcterms:created xsi:type="dcterms:W3CDTF">2026-09-14T10:15:19Z</dcterms:created>
  <dcterms:modified xsi:type="dcterms:W3CDTF">2026-09-14T10:24:23Z</dcterms:modified>
</cp:coreProperties>
</file>