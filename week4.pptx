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2" r:id="rId5"/>
    <p:sldId id="260" r:id="rId6"/>
    <p:sldId id="263" r:id="rId7"/>
    <p:sldId id="264" r:id="rId8"/>
    <p:sldId id="265" r:id="rId9"/>
    <p:sldId id="266" r:id="rId10"/>
    <p:sldId id="261" r:id="rId11"/>
    <p:sldId id="268" r:id="rId12"/>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4" autoAdjust="0"/>
    <p:restoredTop sz="94660"/>
  </p:normalViewPr>
  <p:slideViewPr>
    <p:cSldViewPr snapToGrid="0">
      <p:cViewPr varScale="1">
        <p:scale>
          <a:sx n="106" d="100"/>
          <a:sy n="106" d="100"/>
        </p:scale>
        <p:origin x="8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29:08.715"/>
    </inkml:context>
    <inkml:brush xml:id="br0">
      <inkml:brushProperty name="width" value="0.035" units="cm"/>
      <inkml:brushProperty name="height" value="0.035" units="cm"/>
    </inkml:brush>
  </inkml:definitions>
  <inkml:trace contextRef="#ctx0" brushRef="#br0">1 0 24575,'0'2'0,"1"-1"0,-1 0 0,0 1 0,1-1 0,-1 0 0,1 1 0,0-1 0,0 0 0,-1 1 0,1-1 0,0 0 0,0 0 0,0 0 0,0 0 0,2 2 0,20 14 0,-17-13 0,27 18 0,36 17 0,-23-14 0,-16-5 0,-23-14 0,1 0 0,0-1 0,12 5 0,96 42 0,19 17 0,-114-60 0,-10-5 0,0 0 0,0 1 0,-1 0 0,1 1 0,12 10 0,66 49 0,6 5 0,-25-13 0,-61-49 0,0 1 0,-1-1 0,0 2 0,12 17 0,-4-5 0,-7-11 0,0 2 0,-1-1 0,0 1 0,0 0 0,-2 1 0,0-1 0,6 19 0,-11-28 0,-1-1 0,1 0 0,1 1 0,-1-1 0,0 0 0,1 0 0,0 0 0,0 0 0,2 3 0,-4-5 0,1-1 0,-1 1 0,0-1 0,1 0 0,-1 1 0,1-1 0,-1 0 0,1 1 0,0-1 0,-1 0 0,1 0 0,-1 1 0,1-1 0,-1 0 0,1 0 0,0 0 0,-1 0 0,1 0 0,-1 0 0,1 0 0,0 0 0,0 0 0,0-1 0,1 1 0,-1-1 0,0 1 0,0-1 0,0 0 0,1 0 0,-1 1 0,0-1 0,0 0 0,0 0 0,0 0 0,0 0 0,-1-1 0,2 0 0,94-115 0,-60 84 0,-27 27 0,-1-2 0,0 1 0,9-12 0,-1 1 0,1 1 0,33-27 0,-16 15 0,-13 12 0,0 2 0,2 0 0,26-13 0,24-6 0,-48 23 0,0 1 0,1 1 0,0 1 0,34-5 0,-40 9 0,29-6 0,1 3 0,58-1 0,102 8 0,-84 2 0,-52 2 0,77 13 0,-74-8 0,-36-5 0,0-2 0,55-5 0,5-13 0,-97 15 0,-1 0 0,1 0 0,-1 0 0,0 0 0,1-1 0,-1 1 0,0-1 0,0 0 0,0 0 0,0 0 0,0 0 0,4-5 0,29-37 0,-8 8 0,-24 33-170,-1-1-1,0-1 0,0 1 1,0 0-1,-1-1 0,1 0 1,2-7-1,0-3-6655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29:12.701"/>
    </inkml:context>
    <inkml:brush xml:id="br0">
      <inkml:brushProperty name="width" value="0.035" units="cm"/>
      <inkml:brushProperty name="height" value="0.035" units="cm"/>
    </inkml:brush>
  </inkml:definitions>
  <inkml:trace contextRef="#ctx0" brushRef="#br0">1 0 24575,'0'3'0,"1"0"0,0 0 0,0 0 0,1 0 0,-1-1 0,0 1 0,1-1 0,0 1 0,-1-1 0,1 0 0,0 1 0,4 2 0,4 7 0,11 16 0,0 0 0,2-2 0,1-1 0,1-1 0,1-1 0,0-1 0,2-1 0,42 23 0,-60-37 0,0 0 0,0 0 0,12 12 0,-12-10 0,1 0 0,15 10 0,-17-13 0,0 1 0,0 0 0,8 9 0,-6-6 0,-1-3 0,0 0 0,1-1 0,0 0 0,0-1 0,1 0 0,-1 0 0,19 3 0,191 29 0,-147-32 0,88-5 0,-60-2 0,-12 3 0,100-3 0,-123-6 0,-38 4 0,34-1 0,296 6 0,-349-1 0,1 1 0,-1 0 0,0 0 0,1 1 0,-1 1 0,0 0 0,0 0 0,0 1 0,-1 0 0,1 0 0,-1 1 0,14 10 0,13 8 0,-24-16 0,-1 1 0,1 0 0,14 14 0,-23-18 0,1 0 0,-1 0 0,0 0 0,0 0 0,0 1 0,0 0 0,-1-1 0,0 1 0,0 0 0,0 0 0,-1 0 0,3 10 0,-3-6 0,-1-5 0,1 0 0,-1 0 0,1-1 0,0 1 0,0 0 0,1 0 0,1 4 0,-3-8 0,1 1 0,-1-1 0,0 0 0,1 1 0,-1-1 0,0 1 0,1-1 0,-1 0 0,1 1 0,-1-1 0,1 0 0,-1 0 0,1 1 0,-1-1 0,1 0 0,-1 0 0,1 0 0,-1 0 0,1 1 0,-1-1 0,1 0 0,0 0 0,1-1 0,-1 1 0,1 0 0,-1-1 0,1 1 0,-1-1 0,0 0 0,1 1 0,-1-1 0,0 0 0,1 0 0,1-2 0,2-2 0,-1-1 0,1 0 0,-1 0 0,0 0 0,-1-1 0,0 1 0,0-1 0,0 0 0,-1 0 0,0 0 0,2-9 0,10-28 0,-10 36 0,0 1 0,0 0 0,1 0 0,0 0 0,0 0 0,1 1 0,0 0 0,0 0 0,0 1 0,11-8 0,1-1 0,63-60 0,-45 38 0,-24 26 0,-1 0 0,2 0 0,-1 1 0,1 0 0,0 1 0,1 1 0,0 0 0,27-9 0,-17 9 0,8-4 0,53-9 0,-75 18 0,0-1 0,0 0 0,-1-1 0,18-8 0,-18 7 0,0 1 0,0 0 0,0 1 0,0 0 0,1 0 0,9-1 0,38 1 0,72 4 0,-37 1 0,-54-1 0,64 8 0,59 8 0,-111-11 0,95-3 0,-93-4 0,79 10 0,-58-3 0,132-4 0,-99-4 0,-83 3 0,-16 0 0,0-1 0,0 0 0,0 0 0,0 0 0,0 0 0,-1-1 0,1-1 0,0 1 0,0-1 0,-1 0 0,1 0 0,9-6 0,12-12 0,2 1 0,39-20 0,-61 34 0,1 0 0,-1 0 0,15-14 0,13-8 0,-30 23-114,0 0 1,-1 0-1,1 0 0,-1-1 0,0 0 1,0 0-1,-1 0 0,1-1 0,-1 0 1,0 0-1,4-8 0,-2 1-6712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2:34.997"/>
    </inkml:context>
    <inkml:brush xml:id="br0">
      <inkml:brushProperty name="width" value="0.035" units="cm"/>
      <inkml:brushProperty name="height" value="0.035" units="cm"/>
    </inkml:brush>
  </inkml:definitions>
  <inkml:trace contextRef="#ctx0" brushRef="#br0">62 205 24575,'3'0'0,"-1"0"0,1 0 0,0-1 0,-1 0 0,1 1 0,0-1 0,-1 0 0,1 0 0,-1 0 0,1-1 0,-1 1 0,0-1 0,0 1 0,3-3 0,28-31 0,-27 27 0,0 1 0,0 1 0,10-9 0,-4 7 0,65-54 0,-39 19 0,-38 43 0,0 0 0,0 0 0,0 0 0,1 0 0,-1 0 0,0 0 0,0 0 0,0 0 0,0 0 0,0 0 0,0 0 0,0 0 0,0-1 0,0 1 0,1 0 0,-1 0 0,0 0 0,0 0 0,0 0 0,0 0 0,0 0 0,0 0 0,0 0 0,0 0 0,0-1 0,0 1 0,0 0 0,0 0 0,0 0 0,0 0 0,0 0 0,0 0 0,0 0 0,0 0 0,0-1 0,0 1 0,0 0 0,0 0 0,0 0 0,0 0 0,0 0 0,0 0 0,0 0 0,0 0 0,0-1 0,0 1 0,0 0 0,0 0 0,0 0 0,0 0 0,0 0 0,-1 0 0,1 0 0,0 0 0,0 0 0,0 0 0,0 0 0,0 0 0,0-1 0,0 1 0,0 0 0,-10 4 0,-11 10 0,14-7 0,1 1 0,-2-1 0,1 0 0,-1-1 0,0 1 0,0-2 0,-1 1 0,1-1 0,-1 0 0,-14 4 0,8-3 0,0 0 0,0 1 0,0 0 0,-13 10 0,22-13 0,1 0 0,-1 1 0,1-1 0,0 1 0,1 1 0,-1-1 0,1 0 0,0 1 0,0 0 0,1 0 0,-6 13 0,6-12 0,0-1 0,1 0 0,0 1 0,0-1 0,0 1 0,1 0 0,-1 7 0,2-12 0,0-1 0,0 1 0,1-1 0,-1 1 0,0 0 0,1-1 0,-1 1 0,1-1 0,-1 1 0,1-1 0,0 1 0,0-1 0,0 1 0,-1-1 0,1 0 0,1 0 0,-1 1 0,0-1 0,0 0 0,0 0 0,1 0 0,-1 0 0,0 0 0,1-1 0,-1 1 0,1 0 0,-1-1 0,1 1 0,-1-1 0,4 1 0,77 22 0,57 18 0,-124-35 0,-9-3 0,-1 0 0,1-1 0,0 0 0,0 0 0,0 0 0,11 1 0,-10-7-1365,-2-3-5461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2:47.862"/>
    </inkml:context>
    <inkml:brush xml:id="br0">
      <inkml:brushProperty name="width" value="0.035" units="cm"/>
      <inkml:brushProperty name="height" value="0.035" units="cm"/>
    </inkml:brush>
  </inkml:definitions>
  <inkml:trace contextRef="#ctx0" brushRef="#br0">1 422 24575,'2'-6'0,"1"1"0,0 0 0,0 0 0,0 0 0,1 0 0,0 0 0,0 1 0,5-5 0,-9 9 0,15-17 0,-2-1 0,0 0 0,17-31 0,-28 46 0,7-11 0,1 0 0,16-17 0,0 1 0,-20 21 0,0 0 0,-1-1 0,0 0 0,3-10 0,5-9 0,-9 22 0,-1-1 0,1 0 0,0 1 0,1 0 0,0-1 0,6-6 0,-9 13 0,-1 0 0,-1 0 0,1 0 0,0-1 0,0 1 0,0 0 0,-1 0 0,1-1 0,0 1 0,-1-1 0,1 1 0,-1-2 0,0 2 0,1 1 0,-1-1 0,0 1 0,-1-1 0,1 1 0,0-1 0,0 1 0,0-1 0,0 1 0,0-1 0,0 1 0,-1-1 0,1 1 0,0-1 0,0 1 0,-1 0 0,1-1 0,0 1 0,-1 0 0,1-1 0,0 1 0,-1 0 0,1-1 0,-1 0 0,-1 1 0,1-1 0,-1 1 0,0 0 0,1-1 0,-1 1 0,1 0 0,-1 0 0,0 0 0,1 0 0,-1 0 0,0 0 0,1 0 0,-1 1 0,0-1 0,1 1 0,-1-1 0,1 1 0,-1-1 0,1 1 0,-3 1 0,-14 8 0,-39 13 0,42-18 0,-9 4 0,6-3 0,0 1 0,-21 11 0,57-17 0,4-6 0,1 1 0,39-1 0,-26 3 0,-12-3 0,-18 4 0,1-1 0,0 1 0,0 1 0,8-1 0,-14 1 0,1 0 0,-1 0 0,0 0 0,1 1 0,-1-1 0,1 0 0,-1 1 0,0-1 0,1 1 0,-1 0 0,0-1 0,0 1 0,1 0 0,-1 0 0,0 0 0,0 0 0,0 0 0,0 0 0,0 0 0,0 0 0,0 0 0,-1 0 0,1 0 0,1 3 0,4 13 0,-1 1 0,0 0 0,-1 0 0,-1 0 0,1 30 0,2 10 0,-1-17-1365,-4-23-5461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2:53.172"/>
    </inkml:context>
    <inkml:brush xml:id="br0">
      <inkml:brushProperty name="width" value="0.035" units="cm"/>
      <inkml:brushProperty name="height" value="0.035" units="cm"/>
    </inkml:brush>
  </inkml:definitions>
  <inkml:trace contextRef="#ctx0" brushRef="#br0">0 1 24575,'0'762'0,"3"-711"0,12 75 0,1-7 0,-15-107 0,15 286 0,-14-276 0,0 0 0,1 0 0,7 22 0,-4-18 0,3 40 0,-6 227 0,-5-151 0,2-23 0,18 133 0,13 57 0,-29-230 0,-3-52 0,2-1 0,1 1 0,8 44 0,3-12 0,-2 0 0,3 101 0,-13 123 0,-3-134 0,2 1029-1365,0-1160-5461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3:20.307"/>
    </inkml:context>
    <inkml:brush xml:id="br0">
      <inkml:brushProperty name="width" value="0.035" units="cm"/>
      <inkml:brushProperty name="height" value="0.035" units="cm"/>
    </inkml:brush>
  </inkml:definitions>
  <inkml:trace contextRef="#ctx0" brushRef="#br0">0 0 24575,'1'7'0,"-1"-1"0,1 1 0,0-1 0,0 1 0,1-1 0,-1 1 0,1-1 0,1 0 0,-1 0 0,1 0 0,7 10 0,2-1 0,0 0 0,24 23 0,-21-24 0,-8-6 0,-1 0 0,1 1 0,4 8 0,-7-10 0,1 0 0,-1 0 0,1-1 0,0 0 0,1 0 0,11 10 0,-8-8 0,1 1 0,-2 0 0,1 1 0,-2-1 0,1 2 0,9 17 0,18 22 0,-9-20 0,2-1 0,2-2 0,38 29 0,34 16 0,-73-51 0,43 25 0,11 7 0,-69-44 0,1 0 0,31 14 0,-7-4 0,3 5 0,-27-14 0,0-2 0,32 14 0,-44-21 0,23 8 0,1 1 0,-2 1 0,27 16 0,-29-14 0,2-2 0,-1 0 0,1-2 0,45 11 0,39-2 0,-68-12 0,-27-5 0,0 1 0,-1 1 0,17 5 0,-11-3 0,0 0 0,1-1 0,-1 0 0,30 0 0,83-5 0,-51-1 0,461 2 0,-518-2 0,0-1 0,0-1 0,45-13 0,-13 3 0,58-20 0,-106 31 0,1-1 0,-1 0 0,0-1 0,12-8 0,22-12 0,87-26 0,-114 43 0,0 0 0,20-15 0,20-11 0,-51 32 0,9-4 0,0-1 0,-1 0 0,0 0 0,0-1 0,10-10 0,-10 8 0,1 1 0,0 0 0,0 1 0,1 0 0,-1 1 0,2 1 0,14-5 0,-13 5 0,-8 2 0,0 0 0,-1 0 0,1-1 0,6-6 0,-6 5 0,1 0 0,-1 1 0,12-6 0,9-1 0,1-2 0,-2-1 0,0-1 0,39-29 0,-18 11 0,-37 27 0,-1-1 0,0 0 0,0 0 0,-1-1 0,13-14 0,46-42 0,43-57 0,-98 106 0,0 1 0,27-23 0,-32 29 0,-1 0 0,0 0 0,11-18 0,-15 20 0,0 1 0,0-1 0,1 1 0,-1 1 0,2-1 0,-1 1 0,0-1 0,1 1 0,0 1 0,0-1 0,0 1 0,9-4 0,-14 8 0,-1 0 0,1-1 0,-1 1 0,1 0 0,-1 0 0,1 0 0,0 0 0,-1-1 0,1 1 0,0 0 0,-1 0 0,1 0 0,-1 0 0,1 0 0,0 1 0,-1-1 0,1 0 0,-1 0 0,1 0 0,0 0 0,-1 1 0,1-1 0,-1 0 0,1 1 0,-1-1 0,1 0 0,-1 1 0,1-1 0,-1 1 0,1 0 0,0 0 0,0 1 0,-1-1 0,1 0 0,-1 1 0,1 0 0,-1-1 0,0 1 0,1-1 0,-1 1 0,0 0 0,0 2 0,-1 4 0,0 0 0,0 1 0,-4 11 0,-14 27 0,13-33 0,-9 31 0,4-3 0,4-18 0,1 1 0,1 0 0,2 0 0,-2 30 0,6 864 0,0-891 0,7 35 0,-4-35 0,1 34 0,-7 13 0,0-39 0,1 1 0,6 36 0,-2-55 0,2-1 0,10 31 0,-9-32 0,0 0 0,-2 0 0,6 32 0,-7 26 0,-2-41 0,5 39 0,11 67 0,-12-91 0,-2-1 0,-4 66 0,1 42 0,16-38 0,-15-105 0,1 0 0,1 0 0,7 22 0,-6-21 0,0 1 0,3 18 0,13 262 0,-20-259 0,9 67 0,11 58-1365,-18-143-5461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3:37.144"/>
    </inkml:context>
    <inkml:brush xml:id="br0">
      <inkml:brushProperty name="width" value="0.035" units="cm"/>
      <inkml:brushProperty name="height" value="0.035" units="cm"/>
    </inkml:brush>
  </inkml:definitions>
  <inkml:trace contextRef="#ctx0" brushRef="#br0">3889 3932 24575,'-24'-20'0,"6"13"0,0 0 0,-1 2 0,1 0 0,-1 1 0,0 0 0,-24 0 0,-1-1 0,-212-32 0,190 21 0,48 10 0,0 1 0,-31-3 0,-57-10 0,15 2 0,44 8 0,27 4 0,-35-1 0,42 4 0,1-1 0,-1 0 0,0 0 0,0-2 0,1 1 0,0-2 0,0 1 0,-16-10 0,17 10 0,1 0 0,-2 1 0,1 0 0,-15-1 0,-21-6 0,0-3 0,-91-39 0,71 23 0,43 20 0,0-2 0,-41-23 0,44 21 0,-43-18 0,45 22 0,0 0 0,1 0 0,-25-19 0,26 17 0,0 1 0,-1 0 0,0 1 0,-24-7 0,-30-16 0,34 12 0,-11-5 0,-59-41 0,16 6 0,-32-24 0,49 14 0,55 51 0,-12-12 0,-12-11 0,1-1 0,-72-97 0,99 117 0,-20-20 0,-14-18 0,-11-17 0,25 34 0,-227-267 0,253 299 0,1-1 0,-13-23 0,-12-16 0,4 6 0,25 36 0,0 1 0,-1 0 0,-1 0 0,1 0 0,-1 1 0,-9-8 0,4 4 0,0 0 0,1-1 0,0 0 0,1-1 0,1 0 0,-12-23 0,8 14 0,-22-31 0,22 35 0,1-1 0,1 0 0,1-1 0,0 0 0,2 0 0,-11-41 0,13 41 0,-52-130 0,44 111 0,-20-44 0,24 57 0,1-1 0,1 0 0,-5-37 0,0 3 0,1-16 0,10 59 0,-1 1 0,0-1 0,-1 1 0,-11-31 0,5 22 0,2-1 0,1 0 0,1-1 0,-3-34 0,1 2 0,-7-16 0,6 31 0,-7-73 0,15 105 0,-2-1 0,0 1 0,0 0 0,-11-26 0,8 24 0,0-1 0,-5-32 0,-11-63 0,8 45 0,7 39-1365,3 17-5461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1:51.881"/>
    </inkml:context>
    <inkml:brush xml:id="br0">
      <inkml:brushProperty name="width" value="0.035" units="cm"/>
      <inkml:brushProperty name="height" value="0.035" units="cm"/>
    </inkml:brush>
  </inkml:definitions>
  <inkml:trace contextRef="#ctx0" brushRef="#br0">0 35 24575,'336'-17'0,"-38"1"0,529 14 0,-406 4 0,-399-1 0,0 1 0,-1 1 0,28 8 0,-27-5 0,1-2 0,44 4 0,623-8 0,-305-2 0,-345 2-1365,-24 0-5461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1:54.323"/>
    </inkml:context>
    <inkml:brush xml:id="br0">
      <inkml:brushProperty name="width" value="0.035" units="cm"/>
      <inkml:brushProperty name="height" value="0.035" units="cm"/>
    </inkml:brush>
  </inkml:definitions>
  <inkml:trace contextRef="#ctx0" brushRef="#br0">262 1 24575,'-18'20'0,"2"2"0,0 0 0,-23 42 0,21-33 0,-50 82 0,-4-8 0,64-91-1365,1-2-5461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1:55.513"/>
    </inkml:context>
    <inkml:brush xml:id="br0">
      <inkml:brushProperty name="width" value="0.035" units="cm"/>
      <inkml:brushProperty name="height" value="0.035" units="cm"/>
    </inkml:brush>
  </inkml:definitions>
  <inkml:trace contextRef="#ctx0" brushRef="#br0">206 1 24575,'-1'3'0,"0"1"0,0-1 0,-1 0 0,0 1 0,1-1 0,-1 0 0,0 0 0,-1 0 0,1-1 0,-1 1 0,1 0 0,-5 3 0,-2 3 0,2 0 0,0 0 0,-9 18 0,11-20 0,1 1 0,-1 0 0,0-1 0,-1 0 0,-9 9 0,6-6 25,-1 0 0,2 0-1,-1 1 1,-11 19-1,-13 18-1512,25-39-5338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1:57.495"/>
    </inkml:context>
    <inkml:brush xml:id="br0">
      <inkml:brushProperty name="width" value="0.035" units="cm"/>
      <inkml:brushProperty name="height" value="0.035" units="cm"/>
    </inkml:brush>
  </inkml:definitions>
  <inkml:trace contextRef="#ctx0" brushRef="#br0">300 1 24575,'0'2'0,"-1"0"0,0 1 0,0-1 0,0 0 0,-1 0 0,1 0 0,0 0 0,-1 0 0,1 0 0,-1 0 0,0 0 0,0-1 0,1 1 0,-1-1 0,0 1 0,-4 1 0,-8 9 0,2 2 0,-16 25 0,-10 12 0,-13 8-27,27-29-419,-2-1 0,-40 36 0,54-56-6380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1:58.716"/>
    </inkml:context>
    <inkml:brush xml:id="br0">
      <inkml:brushProperty name="width" value="0.035" units="cm"/>
      <inkml:brushProperty name="height" value="0.035" units="cm"/>
    </inkml:brush>
  </inkml:definitions>
  <inkml:trace contextRef="#ctx0" brushRef="#br0">356 0 24575,'-3'2'0,"-1"-1"0,1 1 0,0 0 0,-1 0 0,1 0 0,0 0 0,0 1 0,1-1 0,-1 1 0,0-1 0,1 1 0,-3 4 0,-5 4 0,-10 8 0,0 2 0,1 0 0,-31 47 0,44-59 0,-1 0 0,0-1 0,0 0 0,-1 0 0,-11 8 0,-24 25 0,16-15 0,21-21 0,1-1 0,0 1 0,0 0 0,-4 5 0,-25 35-1365,26-38-5461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2:00.952"/>
    </inkml:context>
    <inkml:brush xml:id="br0">
      <inkml:brushProperty name="width" value="0.035" units="cm"/>
      <inkml:brushProperty name="height" value="0.035" units="cm"/>
    </inkml:brush>
  </inkml:definitions>
  <inkml:trace contextRef="#ctx0" brushRef="#br0">345 0 24575,'-3'1'0,"1"0"0,-1 1 0,1-1 0,-1 1 0,1-1 0,-1 1 0,1 0 0,0 0 0,0 0 0,0 0 0,0 0 0,-3 5 0,-4 2 0,-10 11 0,-25 34 0,28-33 0,-35 35 0,6-10 0,28-28 0,-34 29 0,42-39-167,1 0 0,1 0 0,-1 1 1,1 0-1,-6 10 0,11-15-197,-4 5-6462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2:02.868"/>
    </inkml:context>
    <inkml:brush xml:id="br0">
      <inkml:brushProperty name="width" value="0.035" units="cm"/>
      <inkml:brushProperty name="height" value="0.035" units="cm"/>
    </inkml:brush>
  </inkml:definitions>
  <inkml:trace contextRef="#ctx0" brushRef="#br0">0 1 24575,'1'3'0,"0"1"0,0-1 0,0 1 0,0-1 0,0 1 0,1-1 0,0 0 0,3 5 0,4 9 0,3 17 0,11 45 0,-3-9 0,18 70 0,10 30 0,-13-66 0,40 103 0,-58-168 0,2 6 0,1 0 0,3-2 0,37 55 0,170 233 0,-78-90 0,-129-202 0,-10-15 0,1-2 0,1 0 0,1-1 0,1-1 0,21 20 0,-32-33 0,0 0 0,0 0 0,-1 1 0,1-1 0,-2 1 0,1 0 0,3 10 0,-3-7 0,0-1 0,0-1 0,1 1 0,11 12 0,-4-5 0,-1 0 0,0 0 0,10 24 0,-5-11 0,14 15 102,4 7-1569,-28-39-5359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2:05.657"/>
    </inkml:context>
    <inkml:brush xml:id="br0">
      <inkml:brushProperty name="width" value="0.035" units="cm"/>
      <inkml:brushProperty name="height" value="0.035" units="cm"/>
    </inkml:brush>
  </inkml:definitions>
  <inkml:trace contextRef="#ctx0" brushRef="#br0">0 0 24575,'5'5'0,"1"0"0,0-1 0,0 0 0,0 0 0,0 0 0,0-1 0,1 0 0,0 0 0,8 2 0,9 1 0,34 4 0,-22-4 0,-19-4 0,-15-2 0,-1 0 0,0-1 0,0 1 0,0 0 0,0 0 0,1 1 0,-1-1 0,0 0 0,0 0 0,0 0 0,0 1 0,0-1 0,0 1 0,1-1 0,-1 1 0,0-1 0,0 1 0,0 0 0,-1-1 0,1 1 0,0 0 0,0 0 0,0 0 0,0-1 0,-1 1 0,1 0 0,0 0 0,-1 0 0,1 0 0,-1 0 0,1 1 0,-1-1 0,0 0 0,1 0 0,-1 0 0,0 0 0,0 0 0,0 1 0,1-1 0,-1 0 0,-1 0 0,1 0 0,0 2 0,12 117 0,-12-118 0,0 0 0,0 0 0,0 0 0,0 0 0,-1 0 0,1 0 0,-1 0 0,1 0 0,-1-1 0,0 1 0,1 0 0,-1 0 0,0 0 0,0-1 0,0 1 0,-1 0 0,1-1 0,0 1 0,-1-1 0,1 0 0,-3 2 0,1-1 0,0 0 0,0-1 0,0 0 0,0 0 0,0 0 0,0 0 0,-1 0 0,1-1 0,0 1 0,-1-1 0,-5 0 0,-1-1 0,0 0 0,1 0 0,-1-1 0,1-1 0,-1 1 0,1-2 0,-17-7 0,20 8-44,1 0 0,-1 0 0,1-1 0,0 0 0,0 0 0,1 0 0,-1 0 0,1 0 0,0-1 0,0 0 0,1 0 0,-1 0 0,1-1 0,0 1 0,0-1 0,1 1 0,0-1 0,0 0-1,0 0 1,1 0 0,0 0 0,0 0 0,0 0 0,1 0 0,0-1 0,0 1 0,0 0 0,1 0 0,0 0 0,2-8 0,2 1-6782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2:20.270"/>
    </inkml:context>
    <inkml:brush xml:id="br0">
      <inkml:brushProperty name="width" value="0.035" units="cm"/>
      <inkml:brushProperty name="height" value="0.035" units="cm"/>
    </inkml:brush>
  </inkml:definitions>
  <inkml:trace contextRef="#ctx0" brushRef="#br0">16 1 24575,'0'3'0,"0"3"0,0 4 0,0 4 0,0 4 0,0 2 0,0 1 0,0-1 0,0-1 0,-3-3 0,-1 1 0,1 1 0,0-1 0,1-2-8191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2:22.331"/>
    </inkml:context>
    <inkml:brush xml:id="br0">
      <inkml:brushProperty name="width" value="0.035" units="cm"/>
      <inkml:brushProperty name="height" value="0.035" units="cm"/>
    </inkml:brush>
  </inkml:definitions>
  <inkml:trace contextRef="#ctx0" brushRef="#br0">21 0 24575,'0'251'0,"0"-246"-151,-1 1-1,1-1 0,-1 0 0,0 0 1,0 0-1,-1 0 0,0 0 1,-3 9-1,-3-1-6674</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2:24.264"/>
    </inkml:context>
    <inkml:brush xml:id="br0">
      <inkml:brushProperty name="width" value="0.035" units="cm"/>
      <inkml:brushProperty name="height" value="0.035" units="cm"/>
    </inkml:brush>
  </inkml:definitions>
  <inkml:trace contextRef="#ctx0" brushRef="#br0">0 1 24575,'0'346'-1365,"0"-329"-5461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2:26.486"/>
    </inkml:context>
    <inkml:brush xml:id="br0">
      <inkml:brushProperty name="width" value="0.035" units="cm"/>
      <inkml:brushProperty name="height" value="0.035" units="cm"/>
    </inkml:brush>
  </inkml:definitions>
  <inkml:trace contextRef="#ctx0" brushRef="#br0">38 1 24575,'0'4'0,"-1"-1"0,0 1 0,0 0 0,0-1 0,-1 1 0,1 0 0,-1-1 0,-3 5 0,-6 16 0,6 0 0,2 0 0,0 0 0,2 1 0,0-1 0,4 30 0,-1 9 0,-2 17-1365,0-63-5461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2:29.164"/>
    </inkml:context>
    <inkml:brush xml:id="br0">
      <inkml:brushProperty name="width" value="0.035" units="cm"/>
      <inkml:brushProperty name="height" value="0.035" units="cm"/>
    </inkml:brush>
  </inkml:definitions>
  <inkml:trace contextRef="#ctx0" brushRef="#br0">666 1 24575,'-14'0'0,"0"1"0,1 1 0,-1 0 0,0 0 0,1 2 0,-20 7 0,-26 4 0,46-13 0,0 1 0,0 1 0,0 0 0,1 1 0,-20 10 0,-5 5 0,-1-2 0,-1-2 0,-67 20 0,-5-2 0,107-33 17,-1 0 0,1 0 1,-1-1-1,1 0 0,-1 0 0,-7-1 0,11 1-65,0 0 0,0 0 0,0 0 0,0 0 0,-1-1 1,1 1-1,0-1 0,0 1 0,0 0 0,0-1 0,0 0 0,0 1 0,0-1 0,0 0 0,0 1 1,0-1-1,1 0 0,-1 0 0,0 0 0,0 0 0,1 0 0,-1 0 0,1 0 0,-1 0 0,1 0 0,-1 0 1,1 0-1,-1 0 0,1 0 0,0-3 0,0-5-6778</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2:56.971"/>
    </inkml:context>
    <inkml:brush xml:id="br0">
      <inkml:brushProperty name="width" value="0.035" units="cm"/>
      <inkml:brushProperty name="height" value="0.035" units="cm"/>
    </inkml:brush>
  </inkml:definitions>
  <inkml:trace contextRef="#ctx0" brushRef="#br0">1 229 24575,'685'0'0,"-465"-18"0,-8 1 0,-202 17 0,205-9 0,64 1 0,8 0 0,-170 0 0,120 7 0,-100 3 0,2337-2 0,-2329 9 0,3-1 0,-108-8 0,8-1 0,-1 3 0,52 7 0,-43-3 0,-37-4 0,1 0 0,30 8 0,-14-2 0,-1-2 0,1-1 0,0-2 0,0-2 0,41-3 0,67 4 0,-13 9 0,203 9 0,382-21 0,-689 0 0,35-6 0,-35 3 0,33-1 0,-35 5 0,16 0 0,75-9 0,-88 4 0,-15 4 0,0-1 0,-1-1 0,22-7 0,-17 5 0,-1 0 0,1 2 0,0 0 0,0 1 0,1 0 0,25 2 0,-16 0 0,41-6 0,-21 0 0,-1 3 0,62 3 0,29-2 0,-70-6 0,-38 4 0,35-1 0,-23 7 0,-29-1 0,1 0 0,-1-1 0,1 0 0,0-1 0,20-4 0,-32 4 0,0 1 0,0 0 0,-1 0 0,1-1 0,0 1 0,0-1 0,-1 1 0,1 0 0,0-1 0,-1 1 0,1-1 0,0 0 0,-1 1 0,1-1 0,-1 1 0,1-1 0,-1 0 0,1 1 0,-1-1 0,1 0 0,-1 0 0,0 1 0,0-1 0,1 0 0,-1 0 0,0 0 0,0 1 0,0-1 0,0 0 0,0 0 0,0 0 0,0 0 0,0 1 0,0-1 0,0 0 0,0 0 0,-1 0 0,1 1 0,0-1 0,0 0 0,-1 0 0,1 1 0,-1-1 0,1 0 0,-1 0 0,0 0 0,-1-3 0,-1 1 0,1-1 0,-1 1 0,0 0 0,0 0 0,0 0 0,-7-5 0,-5 0 0,-1 1 0,1 0 0,-2 1 0,1 1 0,-30-6 0,20 6 0,-29-12 0,29 4 0,23 11 0,-1 0 0,1 0 0,-1 0 0,1 0 0,-1 1 0,0-1 0,0 1 0,1 0 0,-1 1 0,-5-2 0,9 3 0,0-1 0,0 0 0,0 0 0,0 0 0,-1 0 0,1 0 0,0 0 0,0 0 0,0 0 0,0 1 0,0-1 0,0 0 0,0 0 0,0 0 0,0 0 0,0 0 0,0 1 0,0-1 0,0 0 0,0 0 0,0 0 0,0 0 0,0 0 0,0 1 0,0-1 0,0 0 0,0 0 0,0 0 0,0 0 0,0 0 0,0 0 0,0 1 0,0-1 0,0 0 0,0 0 0,0 0 0,1 0 0,-1 0 0,0 0 0,0 0 0,0 1 0,0-1 0,0 0 0,0 0 0,0 0 0,1 0 0,-1 0 0,0 0 0,0 0 0,0 0 0,0 0 0,0 0 0,0 0 0,1 0 0,-1 0 0,0 0 0,0 0 0,8 7 0,31 13 0,-24-13 0,-1 0 0,-1 1 0,1 1 0,19 16 0,-26-18 0,1-1 0,0 0 0,1 0 0,-1 0 0,1-1 0,0 0 0,15 5 0,-22-9 0,0-1 0,0 1 0,1 0 0,-1 0 0,0 1 0,0-1 0,0 0 0,0 1 0,0-1 0,-1 1 0,1 0 0,0 0 0,-1 0 0,1-1 0,-1 1 0,0 1 0,0-1 0,0 0 0,0 0 0,0 0 0,1 4 0,-2-4 0,1 0 0,-1 0 0,0 0 0,0 0 0,-1 0 0,1 0 0,0 0 0,-1 0 0,1 0 0,-1 0 0,0 0 0,1 0 0,-1 0 0,0 0 0,0-1 0,0 1 0,-1 0 0,1 0 0,0-1 0,-1 1 0,1-1 0,-1 0 0,1 1 0,-4 1 0,-29 20 0,18-13 0,-23 20 0,29-20-195,0-1 0,-1 0 0,0-1 0,-1 0 0,0 0 0,-20 8 0,17-11-6631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2:58.429"/>
    </inkml:context>
    <inkml:brush xml:id="br0">
      <inkml:brushProperty name="width" value="0.035" units="cm"/>
      <inkml:brushProperty name="height" value="0.035" units="cm"/>
    </inkml:brush>
  </inkml:definitions>
  <inkml:trace contextRef="#ctx0" brushRef="#br0">307 1 24575,'0'3'0,"-1"0"0,1 0 0,-1 0 0,0 0 0,0 0 0,0-1 0,-1 1 0,1 0 0,0 0 0,-1-1 0,0 1 0,0-1 0,0 0 0,0 1 0,-3 2 0,-43 33 0,31-25 0,-24 25 0,27-25 0,-29 22 0,-31 12 0,70-45-227,1 1-1,-1-1 1,0 0-1,0-1 1,-6 3-1,-6 1-6598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3:00.725"/>
    </inkml:context>
    <inkml:brush xml:id="br0">
      <inkml:brushProperty name="width" value="0.035" units="cm"/>
      <inkml:brushProperty name="height" value="0.035" units="cm"/>
    </inkml:brush>
  </inkml:definitions>
  <inkml:trace contextRef="#ctx0" brushRef="#br0">1 1 24575,'4'1'0,"0"0"0,0 0 0,0 1 0,0 0 0,-1 0 0,1 0 0,0 0 0,-1 1 0,0-1 0,1 1 0,-1 0 0,4 4 0,3 2 0,-5-4 0,21 17 0,37 23 0,-59-42 0,0 0 0,0 1 0,-1-1 0,1 1 0,-1 0 0,0 0 0,0 0 0,3 7 0,-3-6 0,0 1 0,1-1 0,0-1 0,0 1 0,6 6 0,-5-6 18,0 0 0,0 0 0,-1 0-1,0 1 1,4 7 0,8 10-1490,-8-14-5354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3:11.291"/>
    </inkml:context>
    <inkml:brush xml:id="br0">
      <inkml:brushProperty name="width" value="0.035" units="cm"/>
      <inkml:brushProperty name="height" value="0.035" units="cm"/>
    </inkml:brush>
  </inkml:definitions>
  <inkml:trace contextRef="#ctx0" brushRef="#br0">214 0 24575,'-54'67'0,"44"-57"0,1 1 0,0 1 0,1-1 0,1 1 0,-8 14 0,-21 33 0,15-25 0,17-26 0,0 0 0,-1-1 0,0 1 0,-6 6 0,11-14 0,0 0 0,-1 1 0,1-1 0,0 0 0,0 1 0,-1-1 0,1 0 0,0 1 0,0-1 0,-1 0 0,1 0 0,0 1 0,-1-1 0,1 0 0,0 0 0,-1 0 0,1 0 0,0 1 0,-1-1 0,1 0 0,-1 0 0,1 0 0,0 0 0,-1 0 0,1 0 0,-1 0 0,1 0 0,0 0 0,-1 0 0,1 0 0,0 0 0,-1 0 0,1-1 0,-1 1 0,-3-13 0,6-19 0,0 24 0,0 0 0,0 0 0,1 0 0,0 1 0,0-1 0,1 1 0,8-12 0,38-45 0,-39 52 0,-6 6 0,0 0 0,0 1 0,1 0 0,0 0 0,0 0 0,0 0 0,0 1 0,9-4 0,-13 7 0,0 0 0,0 1 0,1-1 0,-1 0 0,0 1 0,0-1 0,1 1 0,-1 0 0,0 0 0,0 0 0,1 0 0,-1 0 0,0 0 0,0 1 0,0-1 0,1 1 0,-1 0 0,0-1 0,0 1 0,0 0 0,0 0 0,0 0 0,0 1 0,0-1 0,0 0 0,-1 1 0,1-1 0,0 1 0,-1 0 0,1-1 0,1 4 0,31 48 0,-24-36 0,1 0 0,12 15 0,-12-19 0,0-1 0,0 0 0,1 0 0,1-2 0,0 1 0,20 12 0,-21-16-1365,-3-1-5461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3:14.209"/>
    </inkml:context>
    <inkml:brush xml:id="br0">
      <inkml:brushProperty name="width" value="0.035" units="cm"/>
      <inkml:brushProperty name="height" value="0.035" units="cm"/>
    </inkml:brush>
  </inkml:definitions>
  <inkml:trace contextRef="#ctx0" brushRef="#br0">50 0 24575,'0'2347'0,"-2"-2300"0,-12 70 0,-3 32 0,18-18 0,-3 51 0,-12-85-1365,12-80-5461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3:40.728"/>
    </inkml:context>
    <inkml:brush xml:id="br0">
      <inkml:brushProperty name="width" value="0.035" units="cm"/>
      <inkml:brushProperty name="height" value="0.035" units="cm"/>
    </inkml:brush>
  </inkml:definitions>
  <inkml:trace contextRef="#ctx0" brushRef="#br0">1 3842 24575,'242'-20'0,"-132"7"0,-83 9 0,0 0 0,0-2 0,-1-1 0,0-1 0,-1-1 0,30-14 0,-29 11 0,44-12 0,19-8 0,-81 28 0,11-4 0,-1-1 0,30-20 0,-26 15 0,28-15 0,-16 11 0,67-45 0,-68 45 0,-21 12 0,-1-1 0,0 0 0,0 0 0,-1-1 0,17-15 0,-15 11 0,2 0 0,-1 2 0,23-14 0,18-16 0,-38 29 0,1 0 0,0 0 0,28-11 0,-22 11 0,33-22 0,14-9 0,-45 28 0,38-27 0,-48 29 0,0 1 0,1 1 0,0 1 0,0 0 0,29-10 0,-26 10 0,0 0 0,0-1 0,20-16 0,-20 14 0,0 0 0,34-15 0,-38 20 0,0-1 0,0 0 0,20-17 0,-1 1 0,105-63 0,-98 63 0,-28 17 0,0 0 0,-1-1 0,0-1 0,13-11 0,-11 8 0,0 1 0,1 1 0,20-11 0,-18 10 0,1 0 0,18-16 0,9-10 0,-27 23 0,0 0 0,-2-1 0,16-18 0,-8 6 0,55-45 0,-31 29 0,-2-3 0,-28 27 0,31-27 0,17-14 0,-15 12 0,-13 11 0,63-75 0,-99 110 0,25-29 0,-13 16 0,0-1 0,18-28 0,-17 21 0,18-21 0,6-9 0,-32 41 0,-1 0 0,8-18 0,-10 20 0,0-1 0,1 1 0,1 0 0,7-10 0,171-265 0,-158 250 0,-21 30 0,0-1 0,0-1 0,-1 1 0,0-1 0,6-11 0,24-91 0,-21 62 0,-4 20 0,2-1 0,14-25 0,-21 45 0,0-3 0,0 0 0,-1 0 0,0-1 0,2-16 0,6-22 0,-1 19 0,0 0 0,16-29 0,-12 29 0,-2 0 0,-2 0 0,11-52 0,7-22 0,-12 66 0,-12 29 0,0 0 0,0 0 0,-1 0 0,0-1 0,2-16 0,-4-106 20,-2 104-251,0 0 0,2 0 1,1 0-1,1 0 0,13-51 0,-11 64-6595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3:43.820"/>
    </inkml:context>
    <inkml:brush xml:id="br0">
      <inkml:brushProperty name="width" value="0.035" units="cm"/>
      <inkml:brushProperty name="height" value="0.035" units="cm"/>
    </inkml:brush>
  </inkml:definitions>
  <inkml:trace contextRef="#ctx0" brushRef="#br0">273 1 24575,'-2'24'0,"-1"0"0,0 0 0,-9 28 0,-3 24 0,13-69 0,0 0 0,0 0 0,-1 1 0,0-2 0,-1 1 0,0 0 0,-8 11 0,-9 16 0,13-15 0,1-1 0,-5 23 0,8-27 0,0-1 0,0 0 0,-1 1 0,-1-2 0,0 1 0,-12 17 0,3-7 0,0 0 0,-13 31 0,5-10 0,3-16-1365,11-17-5461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3:45.057"/>
    </inkml:context>
    <inkml:brush xml:id="br0">
      <inkml:brushProperty name="width" value="0.035" units="cm"/>
      <inkml:brushProperty name="height" value="0.035" units="cm"/>
    </inkml:brush>
  </inkml:definitions>
  <inkml:trace contextRef="#ctx0" brushRef="#br0">472 1 24575,'-2'14'0,"0"0"0,-1-1 0,0 1 0,-2-1 0,1 1 0,-2-1 0,-9 18 0,3-5 0,-103 237 0,72-168 0,-15 35 0,26-33 0,-15 35 0,21-82 0,17-35 0,1 0 0,-8 19 0,4 6-58,11-32-73,-2 1 0,1-1 1,-1 1-1,0-1 0,-1 0 1,0 0-1,0 0 0,-1 0 1,-10 12-1,6-11-6695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3:46.450"/>
    </inkml:context>
    <inkml:brush xml:id="br0">
      <inkml:brushProperty name="width" value="0.035" units="cm"/>
      <inkml:brushProperty name="height" value="0.035" units="cm"/>
    </inkml:brush>
  </inkml:definitions>
  <inkml:trace contextRef="#ctx0" brushRef="#br0">617 0 24575,'-1'13'0,"-1"0"0,0-1 0,-1 1 0,0-1 0,-7 18 0,-2 7 0,2-3 0,1 4 0,-30 71 0,-5 4 0,8-18 0,8-40 0,18-38 0,1 1 0,-8 22 0,-105 266 0,19-108 0,53-69 0,44-114 0,1-2 0,0-1 0,-13 19 0,11-20 0,1-1 0,1 1 0,-8 20 0,-25 96-1365,35-115-5461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3:47.749"/>
    </inkml:context>
    <inkml:brush xml:id="br0">
      <inkml:brushProperty name="width" value="0.035" units="cm"/>
      <inkml:brushProperty name="height" value="0.035" units="cm"/>
    </inkml:brush>
  </inkml:definitions>
  <inkml:trace contextRef="#ctx0" brushRef="#br0">435 0 24575,'-1'14'0,"-1"0"0,-1 0 0,0-1 0,0 1 0,-9 18 0,8-18 0,-36 117 0,-17 46 0,47-147 0,-11 59 0,17-65 0,-2 0 0,0 0 0,-2 0 0,-12 26 0,-33 67 0,18-38 0,26-55 0,0 0 0,-6 30 0,9-27 0,-18 42 0,9-36 0,4-9 0,1 0 0,0 1 0,2 0 0,-5 28 0,-3 21-1365,15-65-5461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3:49.160"/>
    </inkml:context>
    <inkml:brush xml:id="br0">
      <inkml:brushProperty name="width" value="0.035" units="cm"/>
      <inkml:brushProperty name="height" value="0.035" units="cm"/>
    </inkml:brush>
  </inkml:definitions>
  <inkml:trace contextRef="#ctx0" brushRef="#br0">613 1 24575,'-9'11'0,"0"-1"0,1 2 0,0-1 0,-10 21 0,12-21 0,0 1 0,-1 0 0,-1-1 0,0-1 0,-10 11 0,9-11 0,1 0 0,1 1 0,0 0 0,0 0 0,1 1 0,0-1 0,-6 21 0,5-16 0,-4 17 0,9-26 0,0 0 0,0 0 0,-1 0 0,0 0 0,-1 0 0,-7 11 0,-6 6 0,1 2 0,-18 38 0,-10 17 0,-23 36 0,-49 102 0,49-41 0,33-79-1365,28-81-5461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3:50.347"/>
    </inkml:context>
    <inkml:brush xml:id="br0">
      <inkml:brushProperty name="width" value="0.035" units="cm"/>
      <inkml:brushProperty name="height" value="0.035" units="cm"/>
    </inkml:brush>
  </inkml:definitions>
  <inkml:trace contextRef="#ctx0" brushRef="#br0">679 1 24575,'-1'6'0,"0"1"0,-1-1 0,0 1 0,0-1 0,-1 0 0,1 0 0,-1 0 0,-1 0 0,1 0 0,-9 9 0,-4 11 0,-4 7 0,-1 0 0,-48 57 0,50-66 0,2 1 0,0 1 0,2 1 0,-14 31 0,15-29 0,-30 49 0,-4-2 0,-63 79 0,45-54 0,59-92 0,2 0 0,-1 1 0,2 0 0,-5 12 0,6-14 0,-1 0 0,1 1 0,-1-2 0,-1 1 0,1 0 0,-1-1 0,-7 8 0,4-6 14,0 1 1,1 0-1,1 0 0,-7 13 0,-6 10-1450,13-24-5390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3:52.011"/>
    </inkml:context>
    <inkml:brush xml:id="br0">
      <inkml:brushProperty name="width" value="0.035" units="cm"/>
      <inkml:brushProperty name="height" value="0.035" units="cm"/>
    </inkml:brush>
  </inkml:definitions>
  <inkml:trace contextRef="#ctx0" brushRef="#br0">546 0 24575,'-9'11'0,"0"-1"0,-11 18 0,14-18 0,-1-1 0,0 1 0,-1-1 0,-9 8 0,8-10 0,1 1 0,0 0 0,0 0 0,0 1 0,1-1 0,0 2 0,1-1 0,0 1 0,-6 15 0,6-13 0,1-1 0,-2 1 0,0-1 0,0-1 0,-15 18 0,11-15 0,1 0 0,-15 27 0,6-6 0,-43 55 0,38-56 0,15-20 0,-3 3 0,1 0 0,1 0 0,0 1 0,-7 20 0,9-16 0,5-13 0,0 0 0,0 0 0,0 0 0,-1 0 0,0-1 0,-1 1 0,0-1 0,-6 7 0,1-2-17,0 0 0,-11 19 0,7-11-1297,8-11-5512</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3:54.197"/>
    </inkml:context>
    <inkml:brush xml:id="br0">
      <inkml:brushProperty name="width" value="0.035" units="cm"/>
      <inkml:brushProperty name="height" value="0.035" units="cm"/>
    </inkml:brush>
  </inkml:definitions>
  <inkml:trace contextRef="#ctx0" brushRef="#br0">558 0 24575,'-20'20'0,"1"1"0,-22 29 0,3-3 0,27-35 0,0 1 0,-15 22 0,-9 21 0,-20 38 0,40-67 0,-30 41 0,-1 2 0,-1 19 0,29-59 0,8-17 0,2 1 0,-1 1 0,2 0 0,0 0 0,-8 28 0,11-29 0,0 1 0,-1-1 0,0 0 0,-8 14 0,6-11 31,0 1-1,-5 17 1,0 3-1488,6-24-5369</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3:55.984"/>
    </inkml:context>
    <inkml:brush xml:id="br0">
      <inkml:brushProperty name="width" value="0.035" units="cm"/>
      <inkml:brushProperty name="height" value="0.035" units="cm"/>
    </inkml:brush>
  </inkml:definitions>
  <inkml:trace contextRef="#ctx0" brushRef="#br0">499 1 24575,'-2'14'0,"0"0"0,-1 0 0,0-1 0,-1 1 0,-1-1 0,0 0 0,-11 20 0,10-21 0,-1-1 0,-12 14 0,11-15 0,1 0 0,-11 19 0,5-1 0,2-3 0,-19 29 0,6-17 0,-36 58 0,1-9 0,34-25 0,20-47 0,0 1 0,-1-2 0,-14 24 0,-1-4 0,1 0 0,-25 58 0,42-85 22,0 0 0,0-1 0,0 0-1,-1 0 1,-5 6 0,-10 15-1518,13-16-5330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4:03.136"/>
    </inkml:context>
    <inkml:brush xml:id="br0">
      <inkml:brushProperty name="width" value="0.035" units="cm"/>
      <inkml:brushProperty name="height" value="0.035" units="cm"/>
    </inkml:brush>
  </inkml:definitions>
  <inkml:trace contextRef="#ctx0" brushRef="#br0">1 0 24575,'1'29'0,"2"0"0,10 45 0,-7-42 0,5 50 0,-10-69 0,1 0 0,1-1 0,0 1 0,1-1 0,8 19 0,-7-18 0,0 0 0,-1 1 0,0-1 0,2 20 0,5 117 0,-2-82-17,-2-26-657,1 57 0,-8-83-6152</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4:05.129"/>
    </inkml:context>
    <inkml:brush xml:id="br0">
      <inkml:brushProperty name="width" value="0.035" units="cm"/>
      <inkml:brushProperty name="height" value="0.035" units="cm"/>
    </inkml:brush>
  </inkml:definitions>
  <inkml:trace contextRef="#ctx0" brushRef="#br0">0 0 24575,'23'0'0,"67"3"0,-79-1 0,-1 0 0,0 0 0,0 1 0,0 0 0,0 0 0,15 9 0,4 3 0,-7-4 0,37 26 0,-53-32 0,1 0 0,-1 0 0,-1 1 0,1-1 0,-1 2 0,0-1 0,-1 0 0,1 1 0,5 13 0,-3-6 0,-2 0 0,0 1 0,0-1 0,-1 1 0,-1 1 0,-1-1 0,0 0 0,0 27 0,-2-29 0,-1 1 0,0-1 0,-1-1 0,0 1 0,-8 24 0,8-32 0,-1 1 0,1 0 0,-1-1 0,0 1 0,-1-1 0,1 0 0,-1 0 0,0-1 0,0 1 0,-1-1 0,1 1 0,-1-2 0,0 1 0,-8 4 0,-19 11 0,-48 24 0,70-39 0,1 0 0,-1-1 0,0 0 0,-1-1 0,1 0 0,-18 1 0,9-2-1365,3-2-5461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4:06.696"/>
    </inkml:context>
    <inkml:brush xml:id="br0">
      <inkml:brushProperty name="width" value="0.035" units="cm"/>
      <inkml:brushProperty name="height" value="0.035" units="cm"/>
    </inkml:brush>
  </inkml:definitions>
  <inkml:trace contextRef="#ctx0" brushRef="#br0">1 1 24575,'0'509'0,"1"-496"0,1 0 0,0 0 0,1-1 0,1 1 0,0-1 0,8 18 0,8 22 0,-18-42 0,1 2 0,0 1 0,1-1 0,1 0 0,0-1 0,0 1 0,1-1 0,13 19 0,9 5 0,-23-27 0,1-1 0,-1 1 0,2-1 0,-1-1 0,1 1 0,0-1 0,10 7 0,9 2 0,55 24 0,-65-34-1365,0-1-5461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4:09.054"/>
    </inkml:context>
    <inkml:brush xml:id="br0">
      <inkml:brushProperty name="width" value="0.035" units="cm"/>
      <inkml:brushProperty name="height" value="0.035" units="cm"/>
    </inkml:brush>
  </inkml:definitions>
  <inkml:trace contextRef="#ctx0" brushRef="#br0">314 0 24575,'-1'9'0,"0"-1"0,-1 1 0,0-1 0,0 0 0,-1 0 0,0 0 0,0 0 0,-1 0 0,-9 13 0,-3 9 0,13-24 0,-1 0 0,0 0 0,0-1 0,-1 1 0,1-1 0,-10 7 0,8-7 0,0 1 0,1 0 0,-1 0 0,-4 8 0,4-5 0,-1 0 0,-1-1 0,1 0 0,-18 15 0,17-17 0,1 0 0,0 1 0,1-1 0,-1 2 0,1-1 0,0 1 0,-5 11 0,-46 82 0,37-40-1365,16-49-5461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4:10.653"/>
    </inkml:context>
    <inkml:brush xml:id="br0">
      <inkml:brushProperty name="width" value="0.035" units="cm"/>
      <inkml:brushProperty name="height" value="0.035" units="cm"/>
    </inkml:brush>
  </inkml:definitions>
  <inkml:trace contextRef="#ctx0" brushRef="#br0">0 0 24575,'5'3'0,"-1"0"0,0 1 0,0-1 0,0 1 0,-1-1 0,6 9 0,9 7 0,23 17 0,49 49 0,-56-54 0,-25-23 0,0 0 0,12 14 0,-15-15 0,0-1 0,0 0 0,1 0 0,-1 0 0,1-1 0,1 0 0,-1 0 0,1-1 0,-1 0 0,14 5 0,-17-7-28,1 1 0,-1-1 0,1 1-1,-1 0 1,0 0 0,0 1 0,0-1-1,-1 1 1,6 6 0,0 0-1055,-1-1-5743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7:34:12.614"/>
    </inkml:context>
    <inkml:brush xml:id="br0">
      <inkml:brushProperty name="width" value="0.035" units="cm"/>
      <inkml:brushProperty name="height" value="0.035" units="cm"/>
    </inkml:brush>
  </inkml:definitions>
  <inkml:trace contextRef="#ctx0" brushRef="#br0">0 0 24575,'1'1'0,"1"-1"0,-1 0 0,1 1 0,-1-1 0,0 1 0,1 0 0,-1-1 0,0 1 0,0 0 0,0 0 0,1 0 0,-1-1 0,0 1 0,0 0 0,0 1 0,0-1 0,-1 0 0,1 0 0,0 0 0,0 0 0,-1 1 0,1-1 0,-1 0 0,1 1 0,-1-1 0,1 1 0,-1-1 0,0 2 0,7 43 0,-7-43 0,1 263 0,-3-131 0,2 185-1365,0-304-5461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6:38.545"/>
    </inkml:context>
    <inkml:brush xml:id="br0">
      <inkml:brushProperty name="width" value="0.035" units="cm"/>
      <inkml:brushProperty name="height" value="0.035" units="cm"/>
    </inkml:brush>
  </inkml:definitions>
  <inkml:trace contextRef="#ctx0" brushRef="#br0">0 50 24575,'2227'0'0,"-2199"-1"0,54-10 0,-54 5 0,52-1 0,670 8 0,-732-2 0,0-1 0,33-7 0,31-4 0,-59 13-1365,-3 0-5461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6:42.356"/>
    </inkml:context>
    <inkml:brush xml:id="br0">
      <inkml:brushProperty name="width" value="0.035" units="cm"/>
      <inkml:brushProperty name="height" value="0.035" units="cm"/>
    </inkml:brush>
  </inkml:definitions>
  <inkml:trace contextRef="#ctx0" brushRef="#br0">640 0 24575,'-19'51'0,"9"-5"0,-2 0 0,-3-1 0,-32 72 0,35-87 0,1 1 0,-8 33 0,13-38 0,-2-1 0,-1 1 0,-23 45 0,21-49 0,2 2 0,0-1 0,1 1 0,-8 37 0,9-27 0,-20 48 0,9-32 0,-20 92 0,26-88 0,-29 78 0,34-111 0,1 1 0,1 0 0,-3 23 0,5-25 0,0-1 0,-2 0 0,0 0 0,-13 30 0,4-15 0,2 0 0,1 0 0,-9 53 0,9-34 0,-5 20 0,10-40 0,-1 0 0,-2 0 0,-18 45 0,21-61 34,0 1-1,1-1 1,-4 26-1,-10 33-1532,13-61-5327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6:44.020"/>
    </inkml:context>
    <inkml:brush xml:id="br0">
      <inkml:brushProperty name="width" value="0.035" units="cm"/>
      <inkml:brushProperty name="height" value="0.035" units="cm"/>
    </inkml:brush>
  </inkml:definitions>
  <inkml:trace contextRef="#ctx0" brushRef="#br0">98 23 24575,'-2'1'0,"-1"-1"0,0 1 0,1 0 0,-1 1 0,1-1 0,0 0 0,-1 1 0,1-1 0,0 1 0,0 0 0,0-1 0,0 1 0,0 0 0,0 0 0,0 0 0,1 1 0,-1-1 0,1 0 0,-1 1 0,-1 4 0,-21 52 0,18-41 0,1-6 0,1 1 0,0 0 0,1 0 0,-3 26 0,6-37 0,-1 0 0,1 1 0,0-1 0,1 1 0,-1-1 0,0 0 0,1 0 0,-1 1 0,1-1 0,0 0 0,0 0 0,0 1 0,0-1 0,0 0 0,0 0 0,0 0 0,1 0 0,-1-1 0,1 1 0,-1 0 0,1-1 0,0 1 0,0-1 0,0 1 0,0-1 0,0 0 0,0 0 0,0 0 0,0 0 0,0 0 0,0 0 0,1 0 0,-1-1 0,4 1 0,-1 0 0,0 0 0,0-1 0,0 0 0,0 0 0,0 0 0,1 0 0,-1-1 0,0 0 0,0 0 0,0 0 0,0-1 0,0 1 0,-1-1 0,1 0 0,0-1 0,-1 1 0,1-1 0,-1 0 0,0 0 0,0 0 0,0-1 0,-1 1 0,1-1 0,-1 0 0,0 0 0,0-1 0,0 1 0,0 0 0,-1-1 0,0 0 0,0 1 0,0-1 0,0 0 0,-1 0 0,2-9 0,-2 7 0,1 0 0,-1 1 0,-1-1 0,1 0 0,-1 0 0,0 1 0,-1-1 0,1 0 0,-1 0 0,-1 1 0,1-1 0,-1 1 0,-1-1 0,1 1 0,-1 0 0,0 0 0,0 0 0,-1 0 0,1 1 0,-1-1 0,-1 1 0,1 0 0,-1 0 0,0 0 0,0 1 0,0 0 0,-10-6 0,-5 1-1365,1 3-5461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6:46.750"/>
    </inkml:context>
    <inkml:brush xml:id="br0">
      <inkml:brushProperty name="width" value="0.035" units="cm"/>
      <inkml:brushProperty name="height" value="0.035" units="cm"/>
    </inkml:brush>
  </inkml:definitions>
  <inkml:trace contextRef="#ctx0" brushRef="#br0">0 1 24575,'0'4'0,"0"5"0,0 6 0,0 0-8191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6:46.971"/>
    </inkml:context>
    <inkml:brush xml:id="br0">
      <inkml:brushProperty name="width" value="0.035" units="cm"/>
      <inkml:brushProperty name="height" value="0.035" units="cm"/>
    </inkml:brush>
  </inkml:definitions>
  <inkml:trace contextRef="#ctx0" brushRef="#br0">0 0 24575,'0'4'0,"0"6"0,0 5 0,0 4 0,0 3 0,0 2 0,0 0 0,0 2 0,0-1 0,0 0 0,0-4-8191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6:47.238"/>
    </inkml:context>
    <inkml:brush xml:id="br0">
      <inkml:brushProperty name="width" value="0.035" units="cm"/>
      <inkml:brushProperty name="height" value="0.035" units="cm"/>
    </inkml:brush>
  </inkml:definitions>
  <inkml:trace contextRef="#ctx0" brushRef="#br0">1 1 24575,'0'4'0,"0"5"0,0 6 0,0 4 0,4-1 0,1 1 0,1 0 0,-2-2-8191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6:47.443"/>
    </inkml:context>
    <inkml:brush xml:id="br0">
      <inkml:brushProperty name="width" value="0.035" units="cm"/>
      <inkml:brushProperty name="height" value="0.035" units="cm"/>
    </inkml:brush>
  </inkml:definitions>
  <inkml:trace contextRef="#ctx0" brushRef="#br0">0 0 24575,'0'388'-1365,"0"-367"-5461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6:47.633"/>
    </inkml:context>
    <inkml:brush xml:id="br0">
      <inkml:brushProperty name="width" value="0.035" units="cm"/>
      <inkml:brushProperty name="height" value="0.035" units="cm"/>
    </inkml:brush>
  </inkml:definitions>
  <inkml:trace contextRef="#ctx0" brushRef="#br0">0 0 24575,'0'4'0,"0"6"0,0 5 0,0 4 0,0 3 0,0 1 0,0 2 0,0 1 0,0-1 0,0 0 0,0 0 0,0-1 0,0 1 0,0-1 0,0 0 0,0 0 0,0 1 0,0-5-8191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6:47.805"/>
    </inkml:context>
    <inkml:brush xml:id="br0">
      <inkml:brushProperty name="width" value="0.035" units="cm"/>
      <inkml:brushProperty name="height" value="0.035" units="cm"/>
    </inkml:brush>
  </inkml:definitions>
  <inkml:trace contextRef="#ctx0" brushRef="#br0">0 0 24575,'0'4'0,"0"6"0,0 5 0,0 4 0,0 3 0,0 1 0,0 2 0,0 0 0,0 1 0,0-1 0,0-4-8191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6:47.980"/>
    </inkml:context>
    <inkml:brush xml:id="br0">
      <inkml:brushProperty name="width" value="0.035" units="cm"/>
      <inkml:brushProperty name="height" value="0.035" units="cm"/>
    </inkml:brush>
  </inkml:definitions>
  <inkml:trace contextRef="#ctx0" brushRef="#br0">0 0 24575,'0'4'0,"0"6"0,0 5 0,0 4 0,0 3 0,0 1 0,0 2 0,0 1 0,0-1 0,0 0 0,0-4-8191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6:48.074"/>
    </inkml:context>
    <inkml:brush xml:id="br0">
      <inkml:brushProperty name="width" value="0.035" units="cm"/>
      <inkml:brushProperty name="height" value="0.035" units="cm"/>
    </inkml:brush>
  </inkml:definitions>
  <inkml:trace contextRef="#ctx0" brushRef="#br0">0 0 24575,'0'4'0,"0"6"0,0 5 0,0 4 0,4-1 0,2 0 0,-1-3-8191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6:49.901"/>
    </inkml:context>
    <inkml:brush xml:id="br0">
      <inkml:brushProperty name="width" value="0.035" units="cm"/>
      <inkml:brushProperty name="height" value="0.035" units="cm"/>
    </inkml:brush>
  </inkml:definitions>
  <inkml:trace contextRef="#ctx0" brushRef="#br0">0 0 24575,'3'8'0,"-1"-1"0,1 0 0,0 0 0,1 0 0,0 0 0,0 0 0,0-1 0,10 12 0,-12-16 0,57 77 0,-28-35 0,1-2 0,40 39 0,-41-49 0,2-2 0,0-2 0,69 45 0,-68-53 0,1-1 0,1-1 0,57 18 0,-73-29 40,-1 1 0,23 14 0,8 3-1525,-36-19-5341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6:51.599"/>
    </inkml:context>
    <inkml:brush xml:id="br0">
      <inkml:brushProperty name="width" value="0.035" units="cm"/>
      <inkml:brushProperty name="height" value="0.035" units="cm"/>
    </inkml:brush>
  </inkml:definitions>
  <inkml:trace contextRef="#ctx0" brushRef="#br0">1 102 24575,'0'133'0,"0"-133"0,0 0 0,0 0 0,0 1 0,0-1 0,0 0 0,0 0 0,0 0 0,0 1 0,0-1 0,0 0 0,0 0 0,0 0 0,0 1 0,0-1 0,0 0 0,0 0 0,0 0 0,0 0 0,0 1 0,0-1 0,0 0 0,0 0 0,0 0 0,1 0 0,-1 1 0,0-1 0,0 0 0,0 0 0,0 0 0,0 0 0,1 0 0,-1 0 0,0 1 0,0-1 0,0 0 0,0 0 0,1 0 0,-1 0 0,0 0 0,0 0 0,0 0 0,1 0 0,-1 0 0,0 0 0,0 0 0,0 0 0,1 0 0,-1 0 0,0 0 0,0 0 0,0 0 0,0 0 0,1 0 0,-1 0 0,0 0 0,0-1 0,15-10 0,9-16 0,-12 9 0,-1-1 0,-1 0 0,-1 0 0,0-1 0,-1 0 0,9-40 0,-17 59 0,0 0 0,0 0 0,1-1 0,-1 1 0,0 0 0,1 0 0,-1-1 0,0 1 0,1 0 0,0 0 0,-1 0 0,1 0 0,0 0 0,-1 0 0,1 0 0,0 0 0,0 0 0,0 0 0,0 0 0,0 1 0,0-1 0,0 0 0,0 1 0,0-1 0,3 0 0,-2 1 0,0 0 0,-1 0 0,1 0 0,0 0 0,0 0 0,0 1 0,0-1 0,0 1 0,0 0 0,0-1 0,-1 1 0,1 0 0,0 0 0,3 2 0,5 5 0,0 1 0,0 0 0,17 20 0,-15-17-61,0 0 0,1 0 0,1-1 0,23 14-1,-16-11-997,-8-5-5767</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6:54.090"/>
    </inkml:context>
    <inkml:brush xml:id="br0">
      <inkml:brushProperty name="width" value="0.035" units="cm"/>
      <inkml:brushProperty name="height" value="0.035" units="cm"/>
    </inkml:brush>
  </inkml:definitions>
  <inkml:trace contextRef="#ctx0" brushRef="#br0">0 704 24575,'50'1'0,"-1"3"0,52 10 0,-24-6 0,20 4 0,-54-5 0,0-2 0,0-2 0,84-6 0,-29 0 0,19 5 0,128-4 0,-217-3 0,-1-1 0,0-1 0,0-2 0,-1-1 0,0 0 0,32-19 0,-15 8 0,-24 9 0,1-1 0,-2-1 0,0 0 0,0-2 0,-1 0 0,26-32 0,7-7 0,-12 20 0,-21 19 0,0 0 0,0-1 0,24-35 0,-36 45 0,1-1 0,0 1 0,1 1 0,0-1 0,11-7 0,-11 8 0,1 0 0,-1-1 0,0 0 0,-1 0 0,7-8 0,-3 2 0,1 1 0,0 0 0,1 1 0,0 0 0,1 1 0,26-16 0,25-21 0,-63 47 0,0-1 0,0 1 0,0-1 0,0 0 0,0 0 0,0 1 0,-1-1 0,1 0 0,0 0 0,0 0 0,-1 0 0,1 0 0,-1 0 0,1 0 0,-1 0 0,1 0 0,-1 0 0,1 0 0,-1 0 0,0 0 0,0 0 0,0 0 0,1 0 0,-1 0 0,0-1 0,-1 0 0,1 1 0,-1 0 0,0 0 0,0 0 0,0 0 0,0 0 0,0 0 0,0 0 0,-1 1 0,1-1 0,0 0 0,0 1 0,0-1 0,-1 1 0,1-1 0,0 1 0,-1 0 0,-2-1 0,-11-1 0,0 0 0,-27 2 0,37 0 0,-220 1 0,283-11 0,-31 5 0,-1 1 0,35-1 0,-43 4 0,0-2 0,30-6 0,-38 6 0,0 0 0,-1 1 0,2 0 0,-1 1 0,0 0 0,0 1 0,0 0 0,0 0 0,1 1 0,-1 0 0,0 1 0,17 5 0,-23-5 7,-1 0-1,1 1 0,-1-1 0,1 1 1,-1 0-1,0 0 0,0 0 1,0 0-1,0 0 0,-1 1 1,1-1-1,-1 1 0,0 0 0,0-1 1,0 1-1,-1 0 0,0 0 1,3 9-1,-1 2-377,-1 0-1,0 1 1,-1 27 0,-1-22-6455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7:02.831"/>
    </inkml:context>
    <inkml:brush xml:id="br0">
      <inkml:brushProperty name="width" value="0.035" units="cm"/>
      <inkml:brushProperty name="height" value="0.035" units="cm"/>
    </inkml:brush>
  </inkml:definitions>
  <inkml:trace contextRef="#ctx0" brushRef="#br0">0 249 24575,'558'0'0,"-554"0"0,0 0 0,-1 0 0,1 0 0,0-1 0,-1 1 0,1-1 0,0 0 0,-1 0 0,1-1 0,-1 1 0,0-1 0,1 1 0,-1-1 0,5-4 0,-7 4 0,1 1 0,-1-1 0,0 1 0,0-1 0,-1 1 0,1-1 0,0 0 0,-1 1 0,1-1 0,0 0 0,-1 1 0,0-1 0,0 0 0,1 0 0,-1 0 0,0 1 0,0-1 0,0 0 0,-1 0 0,1 1 0,0-1 0,-1 0 0,1 0 0,-1 1 0,0-1 0,1 0 0,-1 1 0,0-1 0,0 1 0,0-1 0,0 1 0,-2-2 0,-86-136 0,88 138 0,1 0 0,-1 0 0,0-1 0,0 1 0,0 0 0,1 0 0,-1 0 0,0-1 0,1 1 0,-1 0 0,1-1 0,0 1 0,-1-1 0,1 1 0,0 0 0,0-1 0,0 1 0,0-1 0,0 1 0,0 0 0,1-3 0,0 3 0,0 1 0,-1-1 0,1 1 0,0-1 0,0 1 0,0 0 0,0-1 0,0 1 0,0 0 0,0 0 0,0 0 0,0-1 0,0 1 0,0 0 0,0 0 0,0 0 0,0 1 0,0-1 0,-1 0 0,1 0 0,0 0 0,2 1 0,8 3 0,0-1 0,-1 2 0,20 10 0,-24-12 0,-1 1 0,0-1 0,0 1 0,0 1 0,0-1 0,-1 1 0,1 0 0,-1 0 0,-1 0 0,1 0 0,-1 1 0,0 0 0,0-1 0,0 1 0,2 10 0,-3-11 0,-1 0 0,-1-1 0,1 1 0,-1 0 0,1-1 0,-1 1 0,-1 0 0,1 0 0,-1 0 0,1-1 0,-2 1 0,1-1 0,0 1 0,-1 0 0,0-1 0,0 0 0,0 0 0,0 1 0,-1-1 0,0-1 0,-4 7 0,-31 31 0,12-15 0,1 2 0,1 1 0,-27 45 0,32-46-1365,9-17-5461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7:14.869"/>
    </inkml:context>
    <inkml:brush xml:id="br0">
      <inkml:brushProperty name="width" value="0.035" units="cm"/>
      <inkml:brushProperty name="height" value="0.035" units="cm"/>
    </inkml:brush>
  </inkml:definitions>
  <inkml:trace contextRef="#ctx0" brushRef="#br0">0 128 24575,'9'-1'0,"-1"-1"0,1 0 0,-1-1 0,1 0 0,-1 0 0,0-1 0,-1 0 0,1 0 0,-1-1 0,1 0 0,11-11 0,-9 8 0,2 0 0,-1 1 0,23-11 0,18-17 0,-60 49 0,0 0 0,1 0 0,-7 24 0,9-26 0,2-4 0,0 1 0,0-1 0,1 1 0,0 0 0,1-1 0,0 1 0,0 0 0,1 0 0,0 0 0,2 14 0,-2-20 0,1 1 0,0 0 0,0-1 0,0 0 0,1 1 0,-1-1 0,1 0 0,0 1 0,0-1 0,0 0 0,0 0 0,0-1 0,1 1 0,0 0 0,-1-1 0,1 0 0,0 1 0,0-1 0,0 0 0,0 0 0,0-1 0,1 1 0,-1-1 0,1 0 0,-1 1 0,1-1 0,6 0 0,7 2 0,0 0 0,1-2 0,-1 0 0,0-2 0,1 1 0,30-7 0,-40 5 0,-1 1 0,1-2 0,-1 1 0,0-1 0,0 0 0,0-1 0,-1 1 0,1-1 0,-1-1 0,0 1 0,0-1 0,0 0 0,-1-1 0,1 1 0,-1-1 0,-1 0 0,8-11 0,-11 15-23,9-14-169,-1-1 1,0 0-1,-1-1 0,-1 0 0,-1 0 1,8-34-1,-12 33-6634</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7:17.757"/>
    </inkml:context>
    <inkml:brush xml:id="br0">
      <inkml:brushProperty name="width" value="0.035" units="cm"/>
      <inkml:brushProperty name="height" value="0.035" units="cm"/>
    </inkml:brush>
  </inkml:definitions>
  <inkml:trace contextRef="#ctx0" brushRef="#br0">1 196 24575,'678'0'0,"-649"1"0,52 10 0,-52-6 0,50 3 0,-50-8 0,-1 1 0,0 1 0,42 9 0,-29-5 0,1-1 0,0-2 0,0-2 0,47-4 0,8 0 0,484 3 0,-563-1 0,0-1 0,32-7 0,33-4 0,637 11 0,-351 5 0,-342-3 0,0 1 0,0 1 0,46 9 0,-32-4 0,0-2 0,0-2 0,1-2 0,49-4 0,7 0 0,-70 3 0,-15 1 0,-1 0 0,1-2 0,0 0 0,0 0 0,0-1 0,16-5 0,-29 7 0,1 0 0,-1 0 0,1 0 0,-1 0 0,1 0 0,-1 0 0,1 0 0,-1-1 0,1 1 0,-1 0 0,1 0 0,-1-1 0,1 1 0,-1 0 0,1-1 0,-1 1 0,0 0 0,1-1 0,-1 1 0,0-1 0,1 1 0,-1 0 0,0-1 0,0 1 0,1-1 0,-1 1 0,0-1 0,0 1 0,0-1 0,0 0 0,-11-10 0,-34-7 0,38 16 0,-19-8 0,-6-1 0,1-1 0,0-1 0,1-2 0,-41-27 0,68 40 0,0 0 0,0-1 0,0 1 0,0-1 0,1 0 0,-1 1 0,1-1 0,0 0 0,-1 0 0,2-1 0,-1 1 0,0 0 0,1-1 0,-1 1 0,1-1 0,0 1 0,-1-5 0,2 7 0,0-1 0,0 1 0,0 0 0,0 0 0,1 0 0,-1 0 0,0 0 0,0 0 0,1 0 0,-1 0 0,1 0 0,-1-1 0,1 2 0,-1-1 0,1 0 0,0 0 0,-1 0 0,1 0 0,0 0 0,0 0 0,1 0 0,1-1 0,-1 1 0,1 0 0,-1 0 0,1 0 0,-1 0 0,1 1 0,0-1 0,-1 1 0,1-1 0,0 1 0,-1 0 0,6 1 0,15 1 0,1 2 0,-1 1 0,-1 1 0,25 10 0,-6-3 0,-36-12 0,0 1 0,0 0 0,0 0 0,0 0 0,-1 1 0,1-1 0,-1 1 0,1 0 0,-1 1 0,0-1 0,0 1 0,-1-1 0,1 1 0,-1 0 0,0 1 0,0-1 0,0 0 0,0 1 0,-1 0 0,0 0 0,0-1 0,0 1 0,-1 1 0,1-1 0,-1 0 0,0 0 0,-1 0 0,1 0 0,-1 10 0,-1-5 0,0 0 0,-1 0 0,1 0 0,-2 0 0,1 0 0,-2-1 0,1 0 0,-1 1 0,0-1 0,-1 0 0,0-1 0,-1 1 0,0-1 0,-13 14 0,-121 109-1365,124-116-5461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7:18.264"/>
    </inkml:context>
    <inkml:brush xml:id="br0">
      <inkml:brushProperty name="width" value="0.035" units="cm"/>
      <inkml:brushProperty name="height" value="0.035" units="cm"/>
    </inkml:brush>
  </inkml:definitions>
  <inkml:trace contextRef="#ctx0" brushRef="#br0">486 1 24575,'-11'1'0,"-1"2"0,0-1 0,1 2 0,-1-1 0,1 2 0,0-1 0,0 2 0,0-1 0,1 2 0,0-1 0,-14 12 0,-40 23 0,32-23 0,-57 44 0,8-5 0,54-35 0,-8 4 0,34-26-32,1 0 1,0 0-1,-1 0 0,1 0 0,0 0 1,-1 0-1,1 0 0,0 0 0,-1 0 1,1 0-1,0 0 0,-1 0 0,1 0 1,0 0-1,-1-1 0,1 1 0,0 0 1,-1 0-1,1 0 0,0 0 0,0-1 1,-1 1-1,1 0 0,0 0 0,0-1 1,-1 1-1,1 0 0,0-1 0,0 1 1,0 0-1,0-1 0,0 1 0,-1 0 1,1 0-1,0-1 0,0 1 0,0 0 1,0-1-1,0 1 0,0-1 0,0 1 1,0-1-1,-2-9-6794</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7:18.709"/>
    </inkml:context>
    <inkml:brush xml:id="br0">
      <inkml:brushProperty name="width" value="0.035" units="cm"/>
      <inkml:brushProperty name="height" value="0.035" units="cm"/>
    </inkml:brush>
  </inkml:definitions>
  <inkml:trace contextRef="#ctx0" brushRef="#br0">0 1 24575,'7'0'0,"0"0"0,-1 0 0,1 1 0,0 0 0,-1 0 0,1 0 0,-1 1 0,0 0 0,1 0 0,8 5 0,-7-1 0,1 1 0,-1 0 0,0 0 0,-1 0 0,13 16 0,59 96 0,-24-54-1365,-47-52-5461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7:20.726"/>
    </inkml:context>
    <inkml:brush xml:id="br0">
      <inkml:brushProperty name="width" value="0.035" units="cm"/>
      <inkml:brushProperty name="height" value="0.035" units="cm"/>
    </inkml:brush>
  </inkml:definitions>
  <inkml:trace contextRef="#ctx0" brushRef="#br0">0 0 23887,'48'580'0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7:24.134"/>
    </inkml:context>
    <inkml:brush xml:id="br0">
      <inkml:brushProperty name="width" value="0.035" units="cm"/>
      <inkml:brushProperty name="height" value="0.035" units="cm"/>
    </inkml:brush>
  </inkml:definitions>
  <inkml:trace contextRef="#ctx0" brushRef="#br0">434 0 24575,'-5'1'0,"1"0"0,-1 1 0,1-1 0,-1 1 0,1 0 0,0 0 0,0 0 0,0 0 0,-5 4 0,-23 12 0,-2-5 0,1 1 0,-59 36 0,73-40 0,-41 21 0,40-22 0,-1 2 0,-37 25 0,49-29-1365,2-4-5461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7:24.821"/>
    </inkml:context>
    <inkml:brush xml:id="br0">
      <inkml:brushProperty name="width" value="0.035" units="cm"/>
      <inkml:brushProperty name="height" value="0.035" units="cm"/>
    </inkml:brush>
  </inkml:definitions>
  <inkml:trace contextRef="#ctx0" brushRef="#br0">0 0 24575,'3'1'0,"-1"-1"0,1 1 0,0 0 0,-1 0 0,1 0 0,-1 0 0,1 0 0,-1 1 0,0-1 0,1 1 0,-1 0 0,0-1 0,0 1 0,0 0 0,2 4 0,29 36 0,-28-35 0,35 48 0,-15-22 0,27 48 0,-6-7 120,-41-66-306,1-1 1,-1 0-1,2 0 0,-1 0 1,1-1-1,0 0 1,9 7-1,-1-6-6640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7:27.728"/>
    </inkml:context>
    <inkml:brush xml:id="br0">
      <inkml:brushProperty name="width" value="0.035" units="cm"/>
      <inkml:brushProperty name="height" value="0.035" units="cm"/>
    </inkml:brush>
  </inkml:definitions>
  <inkml:trace contextRef="#ctx0" brushRef="#br0">0 0 24575,'0'4'0,"4"2"0,2 3 0,3 1 0,1 2 0,2 0 0,0 1 0,1-1 0,-1-3-8191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7:48.900"/>
    </inkml:context>
    <inkml:brush xml:id="br0">
      <inkml:brushProperty name="width" value="0.035" units="cm"/>
      <inkml:brushProperty name="height" value="0.035" units="cm"/>
    </inkml:brush>
  </inkml:definitions>
  <inkml:trace contextRef="#ctx0" brushRef="#br0">0 1 24575,'0'4'0,"0"6"0,0 4 0,0 5 0,0 3 0,0 2 0,0 1 0,0 0 0,0-4-8191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09.738"/>
    </inkml:context>
    <inkml:brush xml:id="br0">
      <inkml:brushProperty name="width" value="0.035" units="cm"/>
      <inkml:brushProperty name="height" value="0.035" units="cm"/>
      <inkml:brushProperty name="color" value="#E71224"/>
    </inkml:brush>
  </inkml:definitions>
  <inkml:trace contextRef="#ctx0" brushRef="#br0">254 1 24575,'-4'0'0,"-5"0"0,-6 0 0,-4 0 0,-3 0 0,2 4 0,1 1 0,-1 1 0,-1-2 0,3 3 0,0 0 0,0-1 0,-2-1 0,3 2 0,4 0-8191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13.443"/>
    </inkml:context>
    <inkml:brush xml:id="br0">
      <inkml:brushProperty name="width" value="0.035" units="cm"/>
      <inkml:brushProperty name="height" value="0.035" units="cm"/>
      <inkml:brushProperty name="color" value="#E71224"/>
    </inkml:brush>
  </inkml:definitions>
  <inkml:trace contextRef="#ctx0" brushRef="#br0">192 83 24575,'-9'0'0,"0"0"0,0 0 0,0 1 0,0 1 0,0-1 0,0 1 0,1 1 0,-1 0 0,1 0 0,-1 0 0,-10 7 0,16-8 0,-1 0 0,0 0 0,0-1 0,0 1 0,0-1 0,-1 0 0,1-1 0,0 1 0,0-1 0,-6 0 0,9 0 0,1 0 0,-1 0 0,0 0 0,1 0 0,-1 0 0,0 0 0,1-1 0,-1 1 0,0 0 0,1 0 0,-1-1 0,1 1 0,-1 0 0,0-1 0,1 1 0,-1-1 0,1 1 0,-1-1 0,1 1 0,0-1 0,-1 1 0,1-1 0,-1 1 0,1-1 0,-1 0 0,1-1 0,0 1 0,0-1 0,0 1 0,0-1 0,1 1 0,-1-1 0,0 1 0,0-1 0,1 1 0,-1 0 0,1-1 0,0 1 0,-1 0 0,1-1 0,0 1 0,1-2 0,17-24 0,18-34 0,-65 99 0,23-34 0,1 0 0,0 0 0,1 1 0,-1-1 0,1 1 0,-1-1 0,2 1 0,-1 0 0,0 0 0,1 1 0,0-1 0,0 0 0,1 1 0,-1 0 0,1-1 0,0 1 0,1-1 0,-1 1 0,1 0 0,1 6 0,0-8 8,0 0 0,1 0 0,0 0 0,0 0 0,0 0 0,0-1 0,1 1 0,-1-1 0,1 1 0,0-1 0,0 0 0,0 0 0,0 0 0,4 2 0,4 3-379,1-1-1,-1 0 1,16 6 0,-10-6-6455</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14.916"/>
    </inkml:context>
    <inkml:brush xml:id="br0">
      <inkml:brushProperty name="width" value="0.035" units="cm"/>
      <inkml:brushProperty name="height" value="0.035" units="cm"/>
      <inkml:brushProperty name="color" value="#E71224"/>
    </inkml:brush>
  </inkml:definitions>
  <inkml:trace contextRef="#ctx0" brushRef="#br0">1 118 24575,'98'-10'0,"-98"11"0,1-1 0,0 1 0,0-1 0,-1 1 0,1-1 0,0 1 0,-1-1 0,1 1 0,-1 0 0,1 0 0,-1-1 0,1 1 0,-1 0 0,0 0 0,1-1 0,-1 1 0,0 0 0,1 0 0,-1 0 0,0 0 0,0-1 0,0 1 0,0 0 0,0 0 0,0 0 0,0 0 0,0 0 0,0 0 0,0-1 0,-1 3 0,-4 39 0,3-29 0,1 2 0,-1-3 0,1 0 0,0 0 0,1 0 0,1 0 0,3 20 0,-4-30 0,1 1 0,0-1 0,0 0 0,0 1 0,0-1 0,0 0 0,0 0 0,1 1 0,-1-1 0,1 0 0,-1-1 0,1 1 0,0 0 0,0 0 0,0-1 0,0 1 0,0-1 0,0 1 0,0-1 0,0 0 0,1 0 0,-1 0 0,0 0 0,1-1 0,-1 1 0,1 0 0,-1-1 0,1 0 0,-1 1 0,1-1 0,-1 0 0,5-1 0,-2 0 0,0 0 0,0-1 0,0 1 0,0-1 0,-1 0 0,1-1 0,-1 1 0,1-1 0,-1 1 0,0-1 0,0-1 0,0 1 0,0 0 0,-1-1 0,1 0 0,-1 0 0,0 0 0,0 0 0,2-6 0,9-13 0,-2 0 0,12-31 0,-23 53 0,8-24-273,-2 0 0,0-1 0,-1 0 0,2-30 0,-6 37-6553</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15.564"/>
    </inkml:context>
    <inkml:brush xml:id="br0">
      <inkml:brushProperty name="width" value="0.035" units="cm"/>
      <inkml:brushProperty name="height" value="0.035" units="cm"/>
      <inkml:brushProperty name="color" value="#E71224"/>
    </inkml:brush>
  </inkml:definitions>
  <inkml:trace contextRef="#ctx0" brushRef="#br0">0 0 24575,'4'0'0,"2"4"0,-1 6 0,-1 5 0,-1 4 0,-1 3 0,-1 2 0,0 1 0,-1 0 0,-1-4-8191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28.879"/>
    </inkml:context>
    <inkml:brush xml:id="br0">
      <inkml:brushProperty name="width" value="0.035" units="cm"/>
      <inkml:brushProperty name="height" value="0.035" units="cm"/>
    </inkml:brush>
  </inkml:definitions>
  <inkml:trace contextRef="#ctx0" brushRef="#br0">0 339 24575,'126'-3'0,"136"6"0,-190 9 0,-50-7 0,0-2 0,31 2 0,-29-4 0,40-3 0,-63 1 0,-1 1 0,1-1 0,0 1 0,-1-1 0,1 1 0,-1-1 0,1 1 0,-1-1 0,0 0 0,1 1 0,-1-1 0,0 1 0,1-1 0,-1 0 0,0 0 0,0 1 0,1-1 0,-1 0 0,0 1 0,0-1 0,0 0 0,0 0 0,0 1 0,0-1 0,0 0 0,0 0 0,0 1 0,-1-1 0,1 0 0,0 0 0,0 1 0,-1-1 0,1 0 0,0 1 0,-1-1 0,1 0 0,-1 1 0,1-1 0,0 1 0,-2-2 0,-22-39 0,18 31 0,-25-39 0,-58-69 0,42 57 0,44 58 0,0-1 0,1 0 0,-1 0 0,1 0 0,0 0 0,0 0 0,-2-5 0,4 8 0,0 1 0,0-1 0,0 0 0,0 1 0,0-1 0,0 1 0,0-1 0,0 1 0,0-1 0,0 0 0,0 1 0,0-1 0,1 1 0,-1-1 0,0 1 0,0-1 0,1 1 0,-1-1 0,0 1 0,0-1 0,1 1 0,-1-1 0,1 1 0,0-1 0,22-5 0,-15 7 0,-1 0 0,0 0 0,0 1 0,1 0 0,-1 0 0,0 1 0,-1 0 0,1 0 0,0 0 0,-1 1 0,0 0 0,10 8 0,-4-3 0,-1 1 0,-1 0 0,0 0 0,-1 1 0,14 19 0,-19-22 0,0 1 0,0-1 0,-1 1 0,0-1 0,0 1 0,-1 0 0,-1 0 0,1 0 0,-1 11 0,-3 89 0,0-49 0,2-48 0,0-1 0,-1 0 0,-1 0 0,1 0 0,-7 21 0,7-29 0,-1 0 0,1 1 0,-1-1 0,0 0 0,0 0 0,0 0 0,0 0 0,0 0 0,-1-1 0,1 1 0,-1-1 0,0 1 0,0-1 0,0 0 0,0 0 0,0 0 0,0-1 0,0 1 0,-1-1 0,1 0 0,0 1 0,-6 0 0,-30 6-1365,24-2-5461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30.739"/>
    </inkml:context>
    <inkml:brush xml:id="br0">
      <inkml:brushProperty name="width" value="0.035" units="cm"/>
      <inkml:brushProperty name="height" value="0.035" units="cm"/>
    </inkml:brush>
  </inkml:definitions>
  <inkml:trace contextRef="#ctx0" brushRef="#br0">1 1 24575,'969'0'0,"-951"1"0,0 1 0,32 7 0,33 4 0,-34-13 0,-20 0 0,-1 1 0,1 1 0,39 9 0,-42-7 0,1 0 0,-1-2 0,28 0 0,-27-2 0,0 1 0,-1 2 0,27 5 0,-27-4 0,-1 0 0,1-2 0,41-2 0,-41-1 0,1 2 0,0 1 0,30 5 0,-24-2 0,1-1 0,63-1 0,4 1 0,-27 7 0,-53-6 0,1-2 0,30 2 0,965-6 0,-988 2 0,52 10 0,-52-6 0,50 3 0,-31-8-1365,-27 0-5461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34.186"/>
    </inkml:context>
    <inkml:brush xml:id="br0">
      <inkml:brushProperty name="width" value="0.035" units="cm"/>
      <inkml:brushProperty name="height" value="0.035" units="cm"/>
    </inkml:brush>
  </inkml:definitions>
  <inkml:trace contextRef="#ctx0" brushRef="#br0">0 0 24364,'170'2275'0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37.140"/>
    </inkml:context>
    <inkml:brush xml:id="br0">
      <inkml:brushProperty name="width" value="0.035" units="cm"/>
      <inkml:brushProperty name="height" value="0.035" units="cm"/>
    </inkml:brush>
  </inkml:definitions>
  <inkml:trace contextRef="#ctx0" brushRef="#br0">198 56 24575,'-32'-1'0,"19"0"0,1 1 0,0 0 0,0 1 0,0 0 0,-24 6 0,33-6 0,-1 1 0,0 0 0,1-1 0,-1 1 0,1 1 0,0-1 0,0 0 0,0 1 0,0-1 0,0 1 0,0 0 0,1 0 0,0 0 0,-1 1 0,1-1 0,0 1 0,0-1 0,1 1 0,-1-1 0,1 1 0,0 0 0,-2 7 0,1 0 0,-1 0 0,2 0 0,-1 0 0,2 1 0,-1-1 0,1 0 0,1 1 0,3 16 0,-3-23 0,1 0 0,-1 0 0,1 0 0,0 0 0,1 0 0,-1 0 0,1-1 0,0 1 0,0-1 0,0 0 0,1 0 0,-1 0 0,1 0 0,0 0 0,0-1 0,1 0 0,-1 0 0,0 0 0,10 4 0,-14-7 0,19 9 0,1 0 0,0-1 0,0-1 0,1-1 0,30 5 0,-48-11 0,0 0 0,-1 0 0,1 0 0,-1-1 0,1 0 0,-1 1 0,1-1 0,-1 0 0,1 0 0,-1 0 0,1 0 0,-1-1 0,0 1 0,0 0 0,0-1 0,0 0 0,0 0 0,0 1 0,0-1 0,-1 0 0,1 0 0,-1-1 0,1 1 0,-1 0 0,0 0 0,2-4 0,3-9 0,0 0 0,-1-1 0,4-21 0,3-4 0,-6 24 0,-1-2 0,0 1 0,2-23 0,-6 32 0,0 1 0,0-1 0,-1 0 0,0 0 0,-1 1 0,0-1 0,0 0 0,-1 1 0,-3-10 0,4 16 0,-1-1 0,1 1 0,-1 0 0,0 0 0,0-1 0,0 1 0,0 1 0,0-1 0,0 0 0,-1 0 0,1 1 0,0-1 0,-1 1 0,0 0 0,1 0 0,-1 0 0,0 0 0,1 0 0,-1 0 0,0 1 0,0-1 0,-5 1 0,-9-1 0,-1 1 0,-28 3 0,21-2 0,0 0-1365,4 0-5461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7:04.547"/>
    </inkml:context>
    <inkml:brush xml:id="br0">
      <inkml:brushProperty name="width" value="0.035" units="cm"/>
      <inkml:brushProperty name="height" value="0.035" units="cm"/>
    </inkml:brush>
  </inkml:definitions>
  <inkml:trace contextRef="#ctx0" brushRef="#br0">1 71 24575,'2807'0'0,"-2780"-2"0,-1-1 0,0-1 0,42-12 0,-41 9 0,1 1 0,-1 1 0,34-2 0,-23 5-455,0-1 0,37-10 0,-58 10-6371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7:06.988"/>
    </inkml:context>
    <inkml:brush xml:id="br0">
      <inkml:brushProperty name="width" value="0.035" units="cm"/>
      <inkml:brushProperty name="height" value="0.035" units="cm"/>
    </inkml:brush>
  </inkml:definitions>
  <inkml:trace contextRef="#ctx0" brushRef="#br0">0 0 24575,'3'10'0,"0"0"0,0 0 0,1-1 0,0 0 0,6 10 0,19 22 0,-20-29 0,0 1 0,0 0 0,6 16 0,122 242 0,-113-221 0,29 88 0,-48-122 0,2-1 0,14 28 0,8 14 0,-13-13 0,36 62 0,-32-65 0,26 69 0,-16-34 0,-16-39 0,13 58 0,2 6 0,2-31 0,5 14 0,-25-49 0,1 0 0,27 50 0,32 72 0,-53-113 0,24 33 0,-31-59 0,-1 0 0,-1 1 0,10 25 0,4 5 68,-19-41-273,0 0 0,0 0 1,0 0-1,-1 0 0,0 1 1,2 11-1,-3-1-6621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7:08.227"/>
    </inkml:context>
    <inkml:brush xml:id="br0">
      <inkml:brushProperty name="width" value="0.035" units="cm"/>
      <inkml:brushProperty name="height" value="0.035" units="cm"/>
    </inkml:brush>
  </inkml:definitions>
  <inkml:trace contextRef="#ctx0" brushRef="#br0">243 29 24575,'-15'0'0,"-3"-1"0,-1 2 0,1 0 0,-21 4 0,32-3 0,1 0 0,-1 0 0,1 0 0,-1 1 0,1 0 0,0 1 0,0-1 0,0 1 0,1 0 0,-1 0 0,-7 10 0,7-9 0,1 0 0,0 1 0,1 0 0,0 0 0,0 1 0,0-1 0,0 1 0,1 0 0,0 0 0,1 0 0,0 0 0,0 0 0,0 1 0,0 7 0,2-11 0,0 1 0,0-1 0,1 0 0,-1 0 0,1 0 0,0 0 0,0 0 0,0 0 0,1 0 0,0 0 0,-1-1 0,1 1 0,1 0 0,-1-1 0,0 1 0,1-1 0,0 0 0,-1 0 0,1 0 0,1 0 0,-1-1 0,0 1 0,1-1 0,-1 0 0,1 0 0,7 3 0,-3-1 0,0-1 0,1-1 0,-1 1 0,1-1 0,-1-1 0,1 1 0,0-1 0,0-1 0,-1 0 0,1 0 0,0-1 0,0 0 0,0 0 0,-1-1 0,1 0 0,-1-1 0,0 0 0,1 0 0,-1-1 0,0 0 0,-1 0 0,1-1 0,-1 0 0,0 0 0,0-1 0,-1 0 0,10-10 0,-11 9 0,1 0 0,-1-1 0,-1 0 0,0 0 0,0 0 0,0 0 0,-1-1 0,0 1 0,-1-1 0,0 0 0,0 0 0,-1 0 0,0 0 0,-1 0 0,0 0 0,0 0 0,-1 0 0,0 0 0,0 0 0,-6-16 0,6 22 4,-1 1-1,1 0 1,-1 0-1,1 0 0,-1 0 1,0 0-1,0 0 1,0 0-1,0 0 0,0 1 1,0-1-1,0 1 1,-1 0-1,1-1 1,0 1-1,-1 0 0,1 0 1,-1 1-1,0-1 1,1 0-1,-1 1 1,-3-1-1,-64 1-602,53 1-246,-5 0-5981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4:57:10.527"/>
    </inkml:context>
    <inkml:brush xml:id="br0">
      <inkml:brushProperty name="width" value="0.035" units="cm"/>
      <inkml:brushProperty name="height" value="0.035" units="cm"/>
    </inkml:brush>
  </inkml:definitions>
  <inkml:trace contextRef="#ctx0" brushRef="#br0">0 655 24575,'2'-5'0,"0"1"0,0-1 0,1 1 0,-1-1 0,1 1 0,0 0 0,0 0 0,1 0 0,-1 0 0,1 1 0,7-6 0,0-2 0,102-78 0,-72 50 0,74-52 0,-21 19 0,111-89 0,-155 114 0,-14 11 0,-22 20 0,-16 7 0,-35 4 0,-24 8 0,43-1 0,1-1 0,0-1 0,0 0 0,0-1 0,-30-6 0,47 7 0,0 0 0,0 0 0,-1 0 0,1 0 0,0 0 0,0 0 0,0 0 0,-1 0 0,1 1 0,0-1 0,0 0 0,-1 0 0,1 0 0,0-1 0,0 1 0,-1 0 0,1 0 0,0 0 0,0 0 0,-1 0 0,1 0 0,0 0 0,0 0 0,0 0 0,-1 0 0,1-1 0,0 1 0,0 0 0,0 0 0,0 0 0,-1 0 0,1-1 0,0 1 0,0 0 0,0 0 0,0 0 0,0-1 0,-1 1 0,1 0 0,0 0 0,0 0 0,0-1 0,0 1 0,0 0 0,0 0 0,0-1 0,0 1 0,0 0 0,0 0 0,0-1 0,0 1 0,0 0 0,0 0 0,0-1 0,0 1 0,0 0 0,1 0 0,-1 0 0,0-1 0,20-5 0,28-1 0,-22 7 0,175 2 0,-199-2 0,0 0 0,0 0 0,1 1 0,-1-1 0,0 1 0,0 0 0,0 0 0,1 0 0,-1 0 0,0 0 0,0 0 0,0 0 0,-1 1 0,1-1 0,0 1 0,0-1 0,-1 1 0,1 0 0,-1 0 0,0 0 0,1 0 0,-1 0 0,0 0 0,0 0 0,0 0 0,0 0 0,-1 0 0,1 0 0,0 4 0,1 7 0,-1 0 0,0 0 0,0 0 0,-3 19 0,2 27 0,5-34-80,13 48-1205,-12-58-5541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39.808"/>
    </inkml:context>
    <inkml:brush xml:id="br0">
      <inkml:brushProperty name="width" value="0.035" units="cm"/>
      <inkml:brushProperty name="height" value="0.035" units="cm"/>
    </inkml:brush>
  </inkml:definitions>
  <inkml:trace contextRef="#ctx0" brushRef="#br0">1 0 24575,'0'4'0,"0"6"0,0 1-8191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0.014"/>
    </inkml:context>
    <inkml:brush xml:id="br0">
      <inkml:brushProperty name="width" value="0.035" units="cm"/>
      <inkml:brushProperty name="height" value="0.035" units="cm"/>
    </inkml:brush>
  </inkml:definitions>
  <inkml:trace contextRef="#ctx0" brushRef="#br0">0 0 24575,'0'4'0,"5"2"0,0 3 0,0 5 0,-1 4 0,-1 3 0,-1 2 0,-1-3-8191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1.218"/>
    </inkml:context>
    <inkml:brush xml:id="br0">
      <inkml:brushProperty name="width" value="0.035" units="cm"/>
      <inkml:brushProperty name="height" value="0.035" units="cm"/>
    </inkml:brush>
  </inkml:definitions>
  <inkml:trace contextRef="#ctx0" brushRef="#br0">1 1 24575,'0'0'-8191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1.664"/>
    </inkml:context>
    <inkml:brush xml:id="br0">
      <inkml:brushProperty name="width" value="0.035" units="cm"/>
      <inkml:brushProperty name="height" value="0.035" units="cm"/>
    </inkml:brush>
  </inkml:definitions>
  <inkml:trace contextRef="#ctx0" brushRef="#br0">1 0 24575,'0'4'0,"0"6"0,0 5 0,0 0-8191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1.853"/>
    </inkml:context>
    <inkml:brush xml:id="br0">
      <inkml:brushProperty name="width" value="0.035" units="cm"/>
      <inkml:brushProperty name="height" value="0.035" units="cm"/>
    </inkml:brush>
  </inkml:definitions>
  <inkml:trace contextRef="#ctx0" brushRef="#br0">1 0 24575,'0'5'0,"0"4"0,0 6 0,0 4 0,0 3 0,0 2 0,0-3-8191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2.059"/>
    </inkml:context>
    <inkml:brush xml:id="br0">
      <inkml:brushProperty name="width" value="0.035" units="cm"/>
      <inkml:brushProperty name="height" value="0.035" units="cm"/>
    </inkml:brush>
  </inkml:definitions>
  <inkml:trace contextRef="#ctx0" brushRef="#br0">1 0 24575,'0'4'0,"0"6"0,0 5 0,0 4 0,0 3 0,0 2 0,0 0 0,0 2 0,0-5-8191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2.216"/>
    </inkml:context>
    <inkml:brush xml:id="br0">
      <inkml:brushProperty name="width" value="0.035" units="cm"/>
      <inkml:brushProperty name="height" value="0.035" units="cm"/>
    </inkml:brush>
  </inkml:definitions>
  <inkml:trace contextRef="#ctx0" brushRef="#br0">1 1 24575,'0'4'0,"0"5"0,0 6 0,0 4 0,0-1-8191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2.406"/>
    </inkml:context>
    <inkml:brush xml:id="br0">
      <inkml:brushProperty name="width" value="0.035" units="cm"/>
      <inkml:brushProperty name="height" value="0.035" units="cm"/>
    </inkml:brush>
  </inkml:definitions>
  <inkml:trace contextRef="#ctx0" brushRef="#br0">1 0 24575,'0'4'0,"0"6"0,0 5 0,0 4 0,0 3 0,0 2 0,0 1 0,0-4-8191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2.580"/>
    </inkml:context>
    <inkml:brush xml:id="br0">
      <inkml:brushProperty name="width" value="0.035" units="cm"/>
      <inkml:brushProperty name="height" value="0.035" units="cm"/>
    </inkml:brush>
  </inkml:definitions>
  <inkml:trace contextRef="#ctx0" brushRef="#br0">1 1 24575,'0'4'0,"0"6"0,0 4 0,0 5 0,0 3 0,0 2 0,0 1 0,0-4-8191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2.738"/>
    </inkml:context>
    <inkml:brush xml:id="br0">
      <inkml:brushProperty name="width" value="0.035" units="cm"/>
      <inkml:brushProperty name="height" value="0.035" units="cm"/>
    </inkml:brush>
  </inkml:definitions>
  <inkml:trace contextRef="#ctx0" brushRef="#br0">16 1 24575,'0'4'0,"0"5"0,0 6 0,0 4 0,0 3 0,0 2 0,0 1 0,0 0 0,0 0 0,-5-4 0,0-1 0,0-5-8191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2.945"/>
    </inkml:context>
    <inkml:brush xml:id="br0">
      <inkml:brushProperty name="width" value="0.035" units="cm"/>
      <inkml:brushProperty name="height" value="0.035" units="cm"/>
    </inkml:brush>
  </inkml:definitions>
  <inkml:trace contextRef="#ctx0" brushRef="#br0">47 0 24575,'-4'0'0,"-1"5"0,-1 4 0,2 6 0,1 4 0,1 3 0,1 2 0,1 1 0,-4 0 0,-2 0 0,2 0 0,0 0 0,1-4-8191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3.135"/>
    </inkml:context>
    <inkml:brush xml:id="br0">
      <inkml:brushProperty name="width" value="0.035" units="cm"/>
      <inkml:brushProperty name="height" value="0.035" units="cm"/>
    </inkml:brush>
  </inkml:definitions>
  <inkml:trace contextRef="#ctx0" brushRef="#br0">1 0 24575,'0'4'0,"0"6"0,0 5 0,0 4 0,0 3 0,0 2 0,0 0 0,0-2-8191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3.309"/>
    </inkml:context>
    <inkml:brush xml:id="br0">
      <inkml:brushProperty name="width" value="0.035" units="cm"/>
      <inkml:brushProperty name="height" value="0.035" units="cm"/>
    </inkml:brush>
  </inkml:definitions>
  <inkml:trace contextRef="#ctx0" brushRef="#br0">1 0 24575,'0'4'0,"0"6"0,0 5 0,0 4 0,0 3 0,0 2 0,0 1 0,0 0 0,0-4-8191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4.907"/>
    </inkml:context>
    <inkml:brush xml:id="br0">
      <inkml:brushProperty name="width" value="0.035" units="cm"/>
      <inkml:brushProperty name="height" value="0.035" units="cm"/>
    </inkml:brush>
  </inkml:definitions>
  <inkml:trace contextRef="#ctx0" brushRef="#br0">1 0 24575,'0'4'0,"0"6"0,0 1-8191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5.097"/>
    </inkml:context>
    <inkml:brush xml:id="br0">
      <inkml:brushProperty name="width" value="0.035" units="cm"/>
      <inkml:brushProperty name="height" value="0.035" units="cm"/>
    </inkml:brush>
  </inkml:definitions>
  <inkml:trace contextRef="#ctx0" brushRef="#br0">0 1 24575,'0'4'0,"0"5"0,0 6 0,0 4 0,0 3 0,0 2 0,0-3-8191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5.286"/>
    </inkml:context>
    <inkml:brush xml:id="br0">
      <inkml:brushProperty name="width" value="0.035" units="cm"/>
      <inkml:brushProperty name="height" value="0.035" units="cm"/>
    </inkml:brush>
  </inkml:definitions>
  <inkml:trace contextRef="#ctx0" brushRef="#br0">47 0 24575,'0'4'0,"-4"2"0,-1 3 0,0 5 0,0 4 0,2 2 0,-3-1 0,0 0 0,0 1 0,2 1 0,1-3-8191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5.445"/>
    </inkml:context>
    <inkml:brush xml:id="br0">
      <inkml:brushProperty name="width" value="0.035" units="cm"/>
      <inkml:brushProperty name="height" value="0.035" units="cm"/>
    </inkml:brush>
  </inkml:definitions>
  <inkml:trace contextRef="#ctx0" brushRef="#br0">16 0 24575,'0'4'0,"0"6"0,0 4 0,0 6 0,0 1 0,0 3 0,-4-3 0,-2-1 0,1-4-8191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53.055"/>
    </inkml:context>
    <inkml:brush xml:id="br0">
      <inkml:brushProperty name="width" value="0.035" units="cm"/>
      <inkml:brushProperty name="height" value="0.035" units="cm"/>
    </inkml:brush>
  </inkml:definitions>
  <inkml:trace contextRef="#ctx0" brushRef="#br0">300 1 24575,'-10'0'0,"0"0"0,0 1 0,0 0 0,1 1 0,-1 0 0,1 1 0,-1-1 0,1 2 0,0 0 0,0 0 0,0 0 0,1 1 0,0 0 0,-1 1 0,2 0 0,-1 0 0,1 1 0,0 0 0,0 0 0,1 0 0,0 1 0,0 0 0,1 1 0,0-1 0,0 1 0,-3 10 0,-2 12-341,-2 0 0,0-1-1,-29 49 1,32-67-6485</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53.691"/>
    </inkml:context>
    <inkml:brush xml:id="br0">
      <inkml:brushProperty name="width" value="0.035" units="cm"/>
      <inkml:brushProperty name="height" value="0.035" units="cm"/>
    </inkml:brush>
  </inkml:definitions>
  <inkml:trace contextRef="#ctx0" brushRef="#br0">0 0 24575,'3'1'0,"0"-1"0,0 0 0,0 1 0,0 0 0,-1 0 0,1 0 0,0 0 0,-1 0 0,1 1 0,0-1 0,-1 1 0,0-1 0,1 1 0,-1 0 0,0 0 0,0 0 0,0 0 0,0 1 0,3 3 0,31 61 0,-8-15 0,0-16 0,-4-6 0,-2 1 0,32 58 0,-47-77-102,0-1-1,1 1 1,12 13-1,-11-14-852,0 0-5871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55.190"/>
    </inkml:context>
    <inkml:brush xml:id="br0">
      <inkml:brushProperty name="width" value="0.035" units="cm"/>
      <inkml:brushProperty name="height" value="0.035" units="cm"/>
    </inkml:brush>
  </inkml:definitions>
  <inkml:trace contextRef="#ctx0" brushRef="#br0">2 46 24575,'1'-2'0,"0"1"0,-1-1 0,1 1 0,0-1 0,0 1 0,0-1 0,0 1 0,0 0 0,0 0 0,1-1 0,-1 1 0,0 0 0,1 0 0,-1 0 0,0 0 0,1 0 0,2 0 0,28-14 0,-28 13 0,-1 1 0,0 0 0,0 0 0,1 0 0,-1 1 0,0-1 0,1 1 0,-1 0 0,0 0 0,1 0 0,-1 0 0,1 0 0,-1 1 0,0 0 0,1 0 0,-1 0 0,5 2 0,-5-1 0,-1 0 0,0 0 0,0 0 0,0 0 0,0 0 0,0 1 0,0-1 0,0 1 0,-1-1 0,0 1 0,1 0 0,-1 0 0,0 0 0,0-1 0,0 1 0,-1 0 0,1 0 0,-1 0 0,0 0 0,1 4 0,0-1 0,-1-1 0,1 1 0,-1-1 0,0 0 0,0 1 0,-1-1 0,1 1 0,-1-1 0,0 1 0,-1-1 0,1 0 0,-1 0 0,0 0 0,-1 0 0,1 0 0,-1 0 0,0 0 0,0-1 0,0 1 0,-1-1 0,0 0 0,1 0 0,-1-1 0,-1 1 0,1-1 0,0 1 0,-1-1 0,0-1 0,0 1 0,0-1 0,-5 2 0,9-3 0,-6 1 0,1 1 0,0-1 0,0 1 0,0 1 0,0-1 0,1 1 0,-1 0 0,1 0 0,-8 10 0,13-14 0,0 1 0,0-1 0,0 1 0,0-1 0,0 1 0,1-1 0,-1 1 0,0-1 0,0 1 0,1-1 0,-1 0 0,0 1 0,1-1 0,-1 1 0,0-1 0,1 0 0,-1 1 0,1-1 0,-1 0 0,1 1 0,-1-1 0,1 0 0,-1 0 0,1 1 0,-1-1 0,1 0 0,-1 0 0,1 0 0,-1 0 0,1 0 0,-1 0 0,1 0 0,-1 0 0,1 0 0,-1 0 0,1 0 0,-1 0 0,2 0 0,26 1 0,-27-1 0,72 0-1365,-51-1-5461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7:24.548"/>
    </inkml:context>
    <inkml:brush xml:id="br0">
      <inkml:brushProperty name="width" value="0.035" units="cm"/>
      <inkml:brushProperty name="height" value="0.035" units="cm"/>
      <inkml:brushProperty name="color" value="#E71224"/>
    </inkml:brush>
  </inkml:definitions>
  <inkml:trace contextRef="#ctx0" brushRef="#br0">1778 147 24575,'-800'0'0,"782"-1"0,0-1 0,-33-8 0,-31-2 0,-397 11 0,233 2 0,245 0 0,0-1 0,0 0 0,0 0 0,0 0 0,0 0 0,0 0 0,0 0 0,0-1 0,0 1 0,0 0 0,0 0 0,0-1 0,0 1 0,0-1 0,0 1 0,0-1 0,0 1 0,-1-2 0,2 2 0,0-1 0,0 1 0,0-1 0,0 1 0,0-1 0,0 1 0,0-1 0,0 1 0,0-1 0,0 1 0,1-1 0,-1 1 0,0-1 0,0 1 0,0 0 0,1-1 0,-1 1 0,0-1 0,0 1 0,1-1 0,-1 1 0,0 0 0,1-1 0,-1 1 0,1 0 0,0-1 0,43-32 0,-21 18 0,-13 7 0,1 0 0,0 1 0,17-8 0,-1 1 0,-87 10 0,48 6 0,0 0 0,0 1 0,0 1 0,0 0 0,0 1 0,1 0 0,0 1 0,0 0 0,1 0 0,-1 1 0,-17 16 0,27-22 0,0 0 0,1 0 0,-1 0 0,0 0 0,0 0 0,1 0 0,-1 0 0,0 0 0,1 0 0,-1 0 0,1 0 0,-1 0 0,1 1 0,0-1 0,0 0 0,-1 0 0,1 0 0,0 1 0,0-1 0,0 0 0,0 0 0,0 0 0,1 1 0,-1-1 0,1 2 0,0 0 0,0 0 0,1 0 0,0 0 0,0 0 0,0 0 0,0 0 0,0 0 0,1-1 0,2 4 0,10 6 0,1 0 0,27 16 0,-32-21 0,4 1-1365,-1 0-5461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5.650"/>
    </inkml:context>
    <inkml:brush xml:id="br0">
      <inkml:brushProperty name="width" value="0.035" units="cm"/>
      <inkml:brushProperty name="height" value="0.035" units="cm"/>
    </inkml:brush>
  </inkml:definitions>
  <inkml:trace contextRef="#ctx0" brushRef="#br0">22 0 24575,'0'4'0,"0"6"0,0 5 0,0 4 0,-4-1 0,-1 0 0,0 2 0,0 1 0,2-3-8191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5.810"/>
    </inkml:context>
    <inkml:brush xml:id="br0">
      <inkml:brushProperty name="width" value="0.035" units="cm"/>
      <inkml:brushProperty name="height" value="0.035" units="cm"/>
    </inkml:brush>
  </inkml:definitions>
  <inkml:trace contextRef="#ctx0" brushRef="#br0">0 1 24575,'0'4'0,"0"6"0,0 4 0,0 5 0,0 3 0,0-2-8191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5.968"/>
    </inkml:context>
    <inkml:brush xml:id="br0">
      <inkml:brushProperty name="width" value="0.035" units="cm"/>
      <inkml:brushProperty name="height" value="0.035" units="cm"/>
    </inkml:brush>
  </inkml:definitions>
  <inkml:trace contextRef="#ctx0" brushRef="#br0">15 0 24575,'0'4'0,"0"6"0,0 5 0,0 4 0,0 3 0,0 2 0,0 1 0,-4-4 0,-2-2 0,1-3-8191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6.142"/>
    </inkml:context>
    <inkml:brush xml:id="br0">
      <inkml:brushProperty name="width" value="0.035" units="cm"/>
      <inkml:brushProperty name="height" value="0.035" units="cm"/>
    </inkml:brush>
  </inkml:definitions>
  <inkml:trace contextRef="#ctx0" brushRef="#br0">20 0 24575,'0'4'0,"0"6"0,0 5 0,0 4 0,0 3 0,0 2 0,0 0 0,0 2 0,0-1 0,0 0 0,-4-4 0,-2-2 0,1 0 0,1-3-8191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6.268"/>
    </inkml:context>
    <inkml:brush xml:id="br0">
      <inkml:brushProperty name="width" value="0.035" units="cm"/>
      <inkml:brushProperty name="height" value="0.035" units="cm"/>
    </inkml:brush>
  </inkml:definitions>
  <inkml:trace contextRef="#ctx0" brushRef="#br0">1 0 24575,'0'5'0,"0"4"0,0 6 0,0 4 0,0 3 0,0 2 0,0 1 0,0 0 0,0 0 0,0 0 0,0 0 0,0 0 0,0-1 0,0-4-8191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8.776"/>
    </inkml:context>
    <inkml:brush xml:id="br0">
      <inkml:brushProperty name="width" value="0.035" units="cm"/>
      <inkml:brushProperty name="height" value="0.035" units="cm"/>
    </inkml:brush>
  </inkml:definitions>
  <inkml:trace contextRef="#ctx0" brushRef="#br0">0 1 24575,'0'4'0,"0"5"0,0 2-8191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48.966"/>
    </inkml:context>
    <inkml:brush xml:id="br0">
      <inkml:brushProperty name="width" value="0.035" units="cm"/>
      <inkml:brushProperty name="height" value="0.035" units="cm"/>
    </inkml:brush>
  </inkml:definitions>
  <inkml:trace contextRef="#ctx0" brushRef="#br0">0 0 24575,'0'4'0,"0"6"0,0 5 0,0 4 0,0-1-8191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50.267"/>
    </inkml:context>
    <inkml:brush xml:id="br0">
      <inkml:brushProperty name="width" value="0.035" units="cm"/>
      <inkml:brushProperty name="height" value="0.035" units="cm"/>
    </inkml:brush>
  </inkml:definitions>
  <inkml:trace contextRef="#ctx0" brushRef="#br0">1 27 24575,'52'-2'0,"76"-12"0,-115 12 0,65-5 0,152 6 0,-101 3 0,2918-2-1365,-3026 0-5461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6:52.139"/>
    </inkml:context>
    <inkml:brush xml:id="br0">
      <inkml:brushProperty name="width" value="0.035" units="cm"/>
      <inkml:brushProperty name="height" value="0.035" units="cm"/>
    </inkml:brush>
  </inkml:definitions>
  <inkml:trace contextRef="#ctx0" brushRef="#br0">1 0 24575,'0'4'0,"0"6"0,0 5 0,0 4 0,0 3 0,0 2 0,0 0 0,0 2 0,0-1 0,0 0 0,0 0 0,0-1 0,0 1 0,0-5-8191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7:00.846"/>
    </inkml:context>
    <inkml:brush xml:id="br0">
      <inkml:brushProperty name="width" value="0.035" units="cm"/>
      <inkml:brushProperty name="height" value="0.035" units="cm"/>
    </inkml:brush>
  </inkml:definitions>
  <inkml:trace contextRef="#ctx0" brushRef="#br0">449 69 24575,'-37'0'0,"7"-2"0,-1 2 0,1 1 0,-1 2 0,1 0 0,0 2 0,-58 18 0,35-9 0,29-16 0,23 1 0,1 1 0,-1 0 0,1-1 0,-1 1 0,1-1 0,-1 1 0,1-1 0,0 1 0,-1-1 0,1 1 0,0-1 0,-1 0 0,1 1 0,0-1 0,0 0 0,0 1 0,0-1 0,-1 1 0,1-1 0,0 0 0,0 1 0,0-1 0,0 0 0,1 1 0,-1-1 0,0 0 0,0 1 0,0-1 0,0 1 0,1-1 0,-1 0 0,1 0 0,48-86 0,-49 87 0,0-1 0,0 1 0,0 0 0,0 0 0,1 0 0,-1 0 0,0-1 0,0 1 0,0 0 0,0 0 0,0 0 0,0 0 0,0-1 0,0 1 0,0 0 0,0 0 0,0 0 0,0 0 0,0-1 0,0 1 0,0 0 0,0 0 0,0 0 0,0 0 0,0-1 0,-1 1 0,1 0 0,0 0 0,0 0 0,0 0 0,0-1 0,0 1 0,0 0 0,0 0 0,-1 0 0,1 0 0,0 0 0,0 0 0,0 0 0,0 0 0,0-1 0,-1 1 0,1 0 0,0 0 0,0 0 0,-1 0 0,-11 2 0,-12 8 0,17-6 0,0 0 0,0 1 0,0 0 0,1 0 0,-1 0 0,1 1 0,-9 10 0,14-14 0,0-1 0,0 1 0,0-1 0,1 1 0,-1 0 0,0 0 0,1-1 0,-1 1 0,1 0 0,-1 0 0,1 0 0,0-1 0,0 1 0,0 0 0,0 0 0,0 0 0,0 0 0,0 0 0,1-1 0,-1 1 0,1 0 0,-1 0 0,1 0 0,0-1 0,-1 1 0,1 0 0,0-1 0,0 1 0,0-1 0,0 1 0,1-1 0,-1 0 0,0 1 0,1-1 0,-1 0 0,1 0 0,-1 0 0,1 0 0,1 1 0,51 45 0,-39-33 0,1 0 0,20 14 0,1 6-1365,-27-23-5461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7:02.556"/>
    </inkml:context>
    <inkml:brush xml:id="br0">
      <inkml:brushProperty name="width" value="0.035" units="cm"/>
      <inkml:brushProperty name="height" value="0.035" units="cm"/>
    </inkml:brush>
  </inkml:definitions>
  <inkml:trace contextRef="#ctx0" brushRef="#br0">1 5 24575,'0'1'0,"1"0"0,-1 0 0,1 1 0,-1-1 0,1 0 0,0 0 0,-1 0 0,1 0 0,0 0 0,0 0 0,0 0 0,0 0 0,0 0 0,0 0 0,0-1 0,0 1 0,0 0 0,1-1 0,-1 1 0,0-1 0,0 1 0,0-1 0,1 0 0,-1 1 0,0-1 0,1 0 0,-1 0 0,0 0 0,1 0 0,-1 0 0,0 0 0,3-1 0,43-5 0,-34 0 0,20-7 0,-32 13 0,-1 0 0,1 0 0,0 0 0,-1 0 0,1 1 0,0-1 0,-1 0 0,1 0 0,0 0 0,-1 1 0,1-1 0,-1 0 0,1 1 0,-1-1 0,1 0 0,-1 1 0,1-1 0,-1 1 0,1-1 0,-1 1 0,1-1 0,-1 1 0,0-1 0,1 1 0,-1-1 0,0 1 0,1 0 0,-1-1 0,0 1 0,0 0 0,0-1 0,0 1 0,0 0 0,1-1 0,-1 1 0,0-1 0,0 1 0,-1 0 0,1-1 0,0 1 0,0 0 0,0-1 0,0 1 0,0 0 0,-1-1 0,1 1 0,0-1 0,-1 2 0,-15 69 0,-24 72 0,27-113 0,10-23 0,0-1 0,0 1 0,1 0 0,0 0 0,0 1 0,-2 11 0,4-17 0,1 0 0,-1-1 0,0 1 0,0 0 0,1-1 0,-1 1 0,1 0 0,-1-1 0,1 1 0,0-1 0,0 1 0,0-1 0,0 1 0,0-1 0,0 0 0,0 1 0,0-1 0,0 0 0,1 0 0,-1 0 0,0 0 0,1 0 0,-1 0 0,1 0 0,-1-1 0,1 1 0,-1 0 0,1-1 0,0 1 0,-1-1 0,1 0 0,0 1 0,-1-1 0,4 0 0,0 1 0,1 0 0,-1-1 0,1 0 0,0 0 0,-1 0 0,1-1 0,-1 1 0,1-1 0,-1-1 0,1 1 0,-1-1 0,1 0 0,-1 0 0,0 0 0,0-1 0,0 0 0,-1 0 0,1 0 0,-1-1 0,1 1 0,-1-1 0,0 0 0,5-7 0,5-8 0,-1-1 0,-1 0 0,0-1 0,11-29 0,-20 43 0,28-82-1365,-26 73-5461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7:03.189"/>
    </inkml:context>
    <inkml:brush xml:id="br0">
      <inkml:brushProperty name="width" value="0.035" units="cm"/>
      <inkml:brushProperty name="height" value="0.035" units="cm"/>
    </inkml:brush>
  </inkml:definitions>
  <inkml:trace contextRef="#ctx0" brushRef="#br0">45 1 24575,'0'4'0,"0"5"0,-4 2 0,-1 3 0,-1 2 0,2 4 0,-3-2 0,0 0 0,0 1 0,3-3-8191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7:29.140"/>
    </inkml:context>
    <inkml:brush xml:id="br0">
      <inkml:brushProperty name="width" value="0.035" units="cm"/>
      <inkml:brushProperty name="height" value="0.035" units="cm"/>
    </inkml:brush>
  </inkml:definitions>
  <inkml:trace contextRef="#ctx0" brushRef="#br0">16 1 24575,'-8'42'0,"6"-38"0,1 1 0,-1 0 0,1-1 0,0 1 0,1 0 0,-1 0 0,1 0 0,0 5 0,1-8 0,-1-1 0,1 1 0,0 0 0,0-1 0,0 1 0,0 0 0,0-1 0,0 0 0,0 1 0,0-1 0,0 0 0,0 1 0,1-1 0,-1 0 0,1 0 0,-1 0 0,1 0 0,-1 0 0,1 0 0,0-1 0,-1 1 0,1 0 0,0-1 0,-1 1 0,1-1 0,0 0 0,2 0 0,2 2 5,-1-1 0,1-1 0,-1 1 0,1-1 0,-1 0 0,1-1 0,-1 1 0,1-1 0,-1 0 0,1 0 0,-1-1 0,0 1 0,1-1-1,-1-1 1,7-3 0,1-2-125,-1-2-1,1 0 0,-1 0 0,10-13 0,-1 3-719,-8 8-5986</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7:30.832"/>
    </inkml:context>
    <inkml:brush xml:id="br0">
      <inkml:brushProperty name="width" value="0.035" units="cm"/>
      <inkml:brushProperty name="height" value="0.035" units="cm"/>
    </inkml:brush>
  </inkml:definitions>
  <inkml:trace contextRef="#ctx0" brushRef="#br0">111 1 24575,'-1'3'0,"0"1"0,-1-1 0,1 0 0,-1 1 0,0-1 0,0 0 0,0 0 0,0 0 0,0 0 0,-1-1 0,1 1 0,-1 0 0,-5 3 0,-11 14 0,15-15 0,-5 6 0,1 1 0,1 0 0,0 0 0,1 0 0,-7 17 0,12-25 0,0-1 0,0 1 0,1 0 0,-1-1 0,1 1 0,0 0 0,0 0 0,0-1 0,1 1 0,-1 0 0,1 0 0,0-1 0,0 1 0,0 0 0,0-1 0,1 1 0,-1-1 0,1 0 0,0 1 0,0-1 0,0 0 0,0 0 0,1 0 0,3 2 0,48 65-1365,-44-60-5461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7:31.987"/>
    </inkml:context>
    <inkml:brush xml:id="br0">
      <inkml:brushProperty name="width" value="0.035" units="cm"/>
      <inkml:brushProperty name="height" value="0.035" units="cm"/>
    </inkml:brush>
  </inkml:definitions>
  <inkml:trace contextRef="#ctx0" brushRef="#br0">0 25 24575,'86'2'0,"95"-4"0,-60-21-1365,-101 22-5461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7:38.055"/>
    </inkml:context>
    <inkml:brush xml:id="br0">
      <inkml:brushProperty name="width" value="0.035" units="cm"/>
      <inkml:brushProperty name="height" value="0.035" units="cm"/>
      <inkml:brushProperty name="color" value="#E71224"/>
    </inkml:brush>
  </inkml:definitions>
  <inkml:trace contextRef="#ctx0" brushRef="#br0">1 6 24575,'0'1'0,"0"0"0,1 0 0,-1 0 0,1 0 0,-1 0 0,1 0 0,0 0 0,-1 0 0,1 0 0,0 0 0,0 0 0,0-1 0,-1 1 0,1 0 0,0-1 0,0 1 0,0 0 0,0-1 0,0 1 0,0-1 0,0 0 0,1 1 0,-1-1 0,0 0 0,0 1 0,0-1 0,2 0 0,37 4 0,-36-3 0,11 0 0,67 0 0,-78-1 0,-1 0 0,0 0 0,1-1 0,-1 1 0,0-1 0,0 0 0,1 0 0,-1 0 0,0 0 0,0 0 0,0-1 0,0 1 0,0-1 0,-1 0 0,1 0 0,0 0 0,-1 0 0,1-1 0,2-3 0,-5 5 0,-1 1 0,0 0 0,0-1 0,1 1 0,-1 0 0,0 0 0,0 0 0,0 0 0,1 0 0,-1 0 0,0 0 0,0 0 0,0 0 0,1 0 0,-1 0 0,0 1 0,0-1 0,1 0 0,-1 0 0,0 1 0,0-1 0,1 1 0,-1-1 0,0 0 0,1 1 0,-2 1 0,-29 12 0,18-5 0,0 1 0,1 0 0,0 1 0,1 0 0,0 1 0,1 1 0,0-1 0,1 2 0,0-1 0,1 1 0,1 0 0,0 1 0,1 0 0,-6 19 0,9-17 0,1-1 0,0 1 0,1-1 0,1 1 0,3 28 0,-3-41 0,1 0 0,0 0 0,-1 0 0,2 0 0,-1 0 0,0-1 0,1 1 0,-1 0 0,1-1 0,0 1 0,0-1 0,1 0 0,-1 1 0,1-1 0,0 0 0,-1 0 0,1-1 0,0 1 0,1-1 0,-1 1 0,0-1 0,1 0 0,-1 0 0,1-1 0,0 1 0,0-1 0,-1 0 0,8 2 0,-2-2 0,1 0 0,0 0 0,0-1 0,0-1 0,0 1 0,-1-1 0,1-1 0,0 0 0,-1 0 0,1-1 0,-1-1 0,0 1 0,0-1 0,0-1 0,0 0 0,-1 0 0,0 0 0,0-1 0,10-10 0,7-9 0,-1-2 0,-1-1 0,38-59 0,-42 57 0,-7 11-455,0-2 0,13-34 0,-19 41-6371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7:38.736"/>
    </inkml:context>
    <inkml:brush xml:id="br0">
      <inkml:brushProperty name="width" value="0.035" units="cm"/>
      <inkml:brushProperty name="height" value="0.035" units="cm"/>
      <inkml:brushProperty name="color" value="#E71224"/>
    </inkml:brush>
  </inkml:definitions>
  <inkml:trace contextRef="#ctx0" brushRef="#br0">228 0 24575,'-4'0'0,"-5"0"0,-6 0 0,-4 0 0,1 4 0,0 2 0,2 3 0,1 1 0,2 2 0,-1 0 0,3 1 0,-2-1 0,-2-3 0,-3-3 0,1 2 0,5-1-8191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6T15:07:39.511"/>
    </inkml:context>
    <inkml:brush xml:id="br0">
      <inkml:brushProperty name="width" value="0.035" units="cm"/>
      <inkml:brushProperty name="height" value="0.035" units="cm"/>
      <inkml:brushProperty name="color" value="#E71224"/>
    </inkml:brush>
  </inkml:definitions>
  <inkml:trace contextRef="#ctx0" brushRef="#br0">216 0 24575,'-4'0'0,"-5"0"0,-2 4 0,-2 2 0,-4 3 0,1 5 0,0 0 0,2 1 0,-1-1 0,3 0 0,-1-1 0,-3-4 0,2 2 0,3 2 0,-1-1 0,2 2 0,3 3 0,2-2-8191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0:46.140"/>
    </inkml:context>
    <inkml:brush xml:id="br0">
      <inkml:brushProperty name="width" value="0.035" units="cm"/>
      <inkml:brushProperty name="height" value="0.035" units="cm"/>
    </inkml:brush>
  </inkml:definitions>
  <inkml:trace contextRef="#ctx0" brushRef="#br0">0 265 24575,'265'8'24,"-51"-1"-1440,32-4 1103,288 6 347,338-22-34,-222-8-207,-350 15 143,-107 3 64,209-11 0,231-19 586,1 29-572,-568 4-11,220 17 516,-22 1-280,-42-17 365,194 7-627,432 0 23,-522-10 0,-223 2 0,4-2 0,153 18 0,51 5 0,-289-20 0,75 6 0,20 1 0,256-8 0,-362-1 0,-1-1 0,1 1 0,0-2 0,-1 1 0,14-6 0,-12 4 0,1 0 0,0 1 0,13-2 0,191 2 0,-111 5 0,503-2 0,-608 0 0,37-2 0,-37 2 0,1 0 0,-1-1 0,0 1 0,1 0 0,-1 0 0,0-1 0,1 1 0,-1 0 0,0-1 0,0 0 0,1 1 0,-1-1 0,0 0 0,0 1 0,0-1 0,0 0 0,0 0 0,0 0 0,0 0 0,0 0 0,0 0 0,-1 0 0,1 0 0,1-2 0,-3 2 0,1 0 0,0 0 0,-1-1 0,1 1 0,0 0 0,-1 0 0,0 0 0,1 0 0,-1 0 0,1 0 0,-1 0 0,0 0 0,0 0 0,0 0 0,1 1 0,-1-1 0,0 0 0,0 0 0,0 1 0,0-1 0,0 0 0,-3 0 0,-29-15 0,28 14 0,-4-3 0,-1 0 0,1-1 0,0 0 0,-9-9 0,-25-16 0,-104-59 0,107 71 0,-1-3 0,39 17 0,10 4 0,10 4 0,-6 1 0,0 1 0,0 0 0,-1 1 0,0 0 0,0 1 0,0 0 0,-1 1 0,15 14 0,5 3 0,62 38 0,-81-55 0,32 14 0,-34-18 0,0 0 0,0 1 0,-1 0 0,12 9 0,-19-14 0,-1 1 0,1-1 0,-1 1 0,1-1 0,-1 0 0,1 1 0,-1 0 0,1-1 0,-1 1 0,1-1 0,-1 1 0,0-1 0,1 1 0,-1 0 0,0-1 0,0 1 0,0 0 0,1-1 0,-1 1 0,0 0 0,0-1 0,0 2 0,0-2 0,-1 1 0,1-1 0,0 1 0,-1-1 0,1 1 0,0-1 0,-1 1 0,1-1 0,-1 1 0,1-1 0,-1 0 0,1 1 0,-1-1 0,1 0 0,-1 1 0,1-1 0,-1 0 0,1 0 0,-1 1 0,0-1 0,-39 5 0,28-4 0,-7 3 0,0 1 0,-25 10 0,25-8 0,-1-1 0,-23 5 0,15-5 0,1 1 0,-35 16 0,38-15 0,-26 13 0,32-13 0,0-1 0,-1 0 0,-35 7 0,26-7-1365,21-3-5461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47.416"/>
    </inkml:context>
    <inkml:brush xml:id="br0">
      <inkml:brushProperty name="width" value="0.035" units="cm"/>
      <inkml:brushProperty name="height" value="0.035" units="cm"/>
    </inkml:brush>
  </inkml:definitions>
  <inkml:trace contextRef="#ctx0" brushRef="#br0">2 0 24575,'-1'63'0,"2"72"0,1-120 42,1 0-1,8 28 1,-6-28-539,-1 0 1,3 23-1,-5-21-6329</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0:39.604"/>
    </inkml:context>
    <inkml:brush xml:id="br0">
      <inkml:brushProperty name="width" value="0.035" units="cm"/>
      <inkml:brushProperty name="height" value="0.035" units="cm"/>
    </inkml:brush>
  </inkml:definitions>
  <inkml:trace contextRef="#ctx0" brushRef="#br0">17 1 24575,'0'1843'-4153,"0"101"1563,0-649 9333,-8-1147-6743,-1-4 0,10 581-1365,-1-710-5461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0:41.713"/>
    </inkml:context>
    <inkml:brush xml:id="br0">
      <inkml:brushProperty name="width" value="0.035" units="cm"/>
      <inkml:brushProperty name="height" value="0.035" units="cm"/>
    </inkml:brush>
  </inkml:definitions>
  <inkml:trace contextRef="#ctx0" brushRef="#br0">268 1 24575,'-1'8'0,"0"-1"0,-1 1 0,0-1 0,-1 0 0,0 1 0,0-1 0,0-1 0,-1 1 0,-5 8 0,-9 16 0,-7 16 0,16-31 0,0 0 0,-7 19 0,10-17 0,4-10 0,-1 1 0,0-1 0,0 1 0,-1-1 0,0 0 0,-1-1 0,0 1 0,0-1 0,-7 8 0,-3 0 0,1 1 0,1 0 0,1 1 0,0 0 0,-17 35 0,19-26-1365,7-17-5461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0:43.032"/>
    </inkml:context>
    <inkml:brush xml:id="br0">
      <inkml:brushProperty name="width" value="0.035" units="cm"/>
      <inkml:brushProperty name="height" value="0.035" units="cm"/>
    </inkml:brush>
  </inkml:definitions>
  <inkml:trace contextRef="#ctx0" brushRef="#br0">0 0 24575,'5'2'0,"0"-1"0,-1 1 0,1 0 0,-1 0 0,1 1 0,-1-1 0,0 1 0,0 0 0,0 0 0,0 0 0,5 7 0,-8-9 0,27 21 0,37 26 0,-37-29 0,-5-1 0,36 36 0,12 9 0,-55-52-1365,-1-2-5461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0:54.716"/>
    </inkml:context>
    <inkml:brush xml:id="br0">
      <inkml:brushProperty name="width" value="0.035" units="cm"/>
      <inkml:brushProperty name="height" value="0.035" units="cm"/>
    </inkml:brush>
  </inkml:definitions>
  <inkml:trace contextRef="#ctx0" brushRef="#br0">0 1 24575,'0'0'-8191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0:55.978"/>
    </inkml:context>
    <inkml:brush xml:id="br0">
      <inkml:brushProperty name="width" value="0.035" units="cm"/>
      <inkml:brushProperty name="height" value="0.035" units="cm"/>
    </inkml:brush>
  </inkml:definitions>
  <inkml:trace contextRef="#ctx0" brushRef="#br0">1 1 24575,'0'0'-8191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0:57.229"/>
    </inkml:context>
    <inkml:brush xml:id="br0">
      <inkml:brushProperty name="width" value="0.035" units="cm"/>
      <inkml:brushProperty name="height" value="0.035" units="cm"/>
    </inkml:brush>
  </inkml:definitions>
  <inkml:trace contextRef="#ctx0" brushRef="#br0">35 65 24575,'0'3'0,"3"0"0,6 1 0,5-1 0,3-1 0,-2-6 0,-3-6 0,-7-4 0,-9-2 0,-8 2 0,-3 2 0,-4 5 0,0 5 0,3 6 0,4 8 0,4 0 0,3-3-8191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00.645"/>
    </inkml:context>
    <inkml:brush xml:id="br0">
      <inkml:brushProperty name="width" value="0.035" units="cm"/>
      <inkml:brushProperty name="height" value="0.035" units="cm"/>
    </inkml:brush>
  </inkml:definitions>
  <inkml:trace contextRef="#ctx0" brushRef="#br0">69 29 24575,'0'-3'0,"-6"-6"0,-4 1 0,-4 1 0,1 6 0,2 5 0,4 5 0,2 4 0,2 5 0,5 0 0,8-4 0,4-3 0,1-8 0,-3-6 0,-3-5 0,-4-5 0,-2-3 0,-1 2-8191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02.234"/>
    </inkml:context>
    <inkml:brush xml:id="br0">
      <inkml:brushProperty name="width" value="0.035" units="cm"/>
      <inkml:brushProperty name="height" value="0.035" units="cm"/>
    </inkml:brush>
  </inkml:definitions>
  <inkml:trace contextRef="#ctx0" brushRef="#br0">1 0 24575,'0'6'0,"0"4"0,2 1 0,2 2 0,3-3 0,-1 1 0,3-1 0,2-3 0,-4-3 0,-6-1 0,-5-2 0,-9 2 0,-1 3 0,4 1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03.761"/>
    </inkml:context>
    <inkml:brush xml:id="br0">
      <inkml:brushProperty name="width" value="0.035" units="cm"/>
      <inkml:brushProperty name="height" value="0.035" units="cm"/>
    </inkml:brush>
  </inkml:definitions>
  <inkml:trace contextRef="#ctx0" brushRef="#br0">41 59 24575,'0'-2'0,"0"-5"0,0-3 0,0-3 0,-3 0 0,-6 3 0,-2 6 0,1 7 0,5 2 0,3 6 0,5 2 0,5-2 0,4-3 0,-1-2-8191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16.332"/>
    </inkml:context>
    <inkml:brush xml:id="br0">
      <inkml:brushProperty name="width" value="0.035" units="cm"/>
      <inkml:brushProperty name="height" value="0.035" units="cm"/>
    </inkml:brush>
  </inkml:definitions>
  <inkml:trace contextRef="#ctx0" brushRef="#br0">1 0 24575,'0'15'0,"0"-8"0,-1 0 0,2 0 0,-1 0 0,1 0 0,0 1 0,2 6 0,-2-12 0,0 0 0,0-1 0,0 1 0,0 0 0,0 0 0,0-1 0,0 1 0,1 0 0,-1-1 0,0 0 0,1 1 0,0-1 0,-1 0 0,1 0 0,0 1 0,-1-1 0,1-1 0,0 1 0,0 0 0,0 0 0,0-1 0,0 1 0,0-1 0,0 1 0,4-1 0,-1 0 0,0 1 0,0-1 0,0 0 0,0-1 0,0 1 0,0-1 0,0 0 0,7-2 0,-11 2 0,-1 1 0,1 0 0,0-1 0,0 1 0,0-1 0,-1 1 0,1-1 0,0 1 0,0-1 0,-1 0 0,1 1 0,-1-1 0,1 0 0,-1 1 0,1-1 0,-1 0 0,1 0 0,-1 0 0,1 1 0,-1-3 0,1 2 0,-2-1 0,1 1 0,0 0 0,0-1 0,0 1 0,-1-1 0,1 1 0,0 0 0,-1-1 0,0 1 0,1 0 0,-1-1 0,0 1 0,1 0 0,-1 0 0,0 0 0,-2-2 0,0 0 12,0 0 1,0 0-1,-1 1 0,1 0 0,0 0 0,-1 0 0,0 0 1,1 0-1,-1 1 0,-8-3 0,7 3-226,0-1 0,1 0 0,-1 0-1,0 0 1,1 0 0,-5-4 0,2-1-6612</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18.081"/>
    </inkml:context>
    <inkml:brush xml:id="br0">
      <inkml:brushProperty name="width" value="0.035" units="cm"/>
      <inkml:brushProperty name="height" value="0.035" units="cm"/>
    </inkml:brush>
  </inkml:definitions>
  <inkml:trace contextRef="#ctx0" brushRef="#br0">0 82 24575,'1'1'0,"-1"0"0,0 0 0,0-1 0,1 1 0,-1 0 0,1 0 0,-1-1 0,1 1 0,-1 0 0,1-1 0,-1 1 0,1-1 0,0 1 0,-1-1 0,1 1 0,0-1 0,-1 1 0,1-1 0,0 0 0,0 1 0,-1-1 0,1 0 0,0 0 0,0 0 0,0 1 0,0-1 0,1 0 0,27 3 0,-26-3 0,2 0 0,0-1 0,0 1 0,-1-1 0,1 0 0,-1 0 0,1 0 0,-1-1 0,1 0 0,-1 1 0,0-2 0,0 1 0,5-4 0,-7 5 0,0 0 0,-1 0 0,1 0 0,-1 0 0,1-1 0,-1 1 0,0 0 0,1-1 0,-1 0 0,0 1 0,0-1 0,0 0 0,0 1 0,0-1 0,-1 0 0,1 0 0,0 0 0,-1 0 0,1 1 0,-1-1 0,0 0 0,0 0 0,0 0 0,0 0 0,0 0 0,0 0 0,0 0 0,-1 0 0,1 0 0,-1 0 0,1 0 0,-2-2 0,2 3 4,-1 0 0,0-1-1,0 1 1,0 0 0,0 0 0,0-1-1,0 1 1,0 0 0,0 0 0,0 0-1,0 0 1,-1 1 0,1-1 0,0 0-1,-1 0 1,1 1 0,-1-1 0,1 1-1,0-1 1,-1 1 0,1 0 0,-1-1-1,1 1 1,-1 0 0,0 0 0,1 0-1,-1 0 1,1 0 0,-1 1 0,1-1-1,-3 1 1,2 0-75,0-1 1,0 1-1,0 0 0,0 0 0,0 0 1,0 0-1,0 0 0,0 0 1,0 1-1,0-1 0,0 1 0,1-1 1,-1 1-1,1 0 0,-1-1 1,1 1-1,0 0 0,0 0 0,-1 0 1,0 3-1,-2 11-6755</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23.021"/>
    </inkml:context>
    <inkml:brush xml:id="br0">
      <inkml:brushProperty name="width" value="0.035" units="cm"/>
      <inkml:brushProperty name="height" value="0.035" units="cm"/>
    </inkml:brush>
  </inkml:definitions>
  <inkml:trace contextRef="#ctx0" brushRef="#br0">0 5717 24575,'2'-3'0,"-1"0"0,0 0 0,1 0 0,0 1 0,0-1 0,0 0 0,0 1 0,0 0 0,0-1 0,0 1 0,5-3 0,5-7 0,127-161 0,-95 115 0,62-110 0,-54 81 0,-43 71 0,-1-1 0,11-32 0,7-17 0,-16 49 0,10-24 0,2 1 0,32-43 0,-31 54 0,-1 1 0,0 0 0,-2-1 0,-1-1 0,25-56 0,-37 70 0,1 0 0,1 0 0,1 1 0,15-18 0,9-15 0,-2 1 0,16-27 0,-33 48 0,1 1 0,1 1 0,1 0 0,2 1 0,0 1 0,27-22 0,-26 23 0,29-37 0,-21 23 0,43-61 0,-47 56 0,2-3 0,-5 16 0,26-44 0,-32 48 0,31-35 0,-29 36 0,25-36 0,-13 17 0,-23 33 0,0-2 0,0 1 0,-1-1 0,7-14 0,-9 16 0,0 0 0,0 0 0,0 1 0,1 0 0,0 0 0,1 0 0,0 1 0,9-10 0,-5 5 0,0 0 0,-1-1 0,-1 0 0,11-22 0,15-20 0,-18 30 0,-1-2 0,18-42 0,14-24 0,-26 55 0,25-67 0,-3 6 0,31-69 0,-47 119 0,6-11 0,-23 42 0,0 0 0,0 1 0,2 0 0,0 1 0,1 0 0,0 1 0,18-13 0,-7 3 0,22-11 0,-28 17 0,0 1 0,25-17 0,-19 14 0,7-9 0,-26 22 0,1 1 0,0 0 0,1 1 0,-1 0 0,10-7 0,-13 10 0,1 0 0,-1 0 0,0-1 0,-1 0 0,1 0 0,0 1 0,-1-2 0,0 1 0,1 0 0,-1 0 0,0-1 0,-1 1 0,1-1 0,2-6 0,0-7 0,0 0 0,2-20 0,1-4 0,-3 17 0,0 0 0,-1-34 0,-3 39 0,1 0 0,1 1 0,1-1 0,0 1 0,8-23 0,0-8 0,-9 40 0,-1-1 0,2 0 0,-1 1 0,5-10 0,40-106 0,4-11 0,-45 122 0,-2 1 0,0-1 0,0-1 0,-1 1 0,1-27 0,3-14 0,10-44 0,2-49 0,-15 103 0,12-56 0,-15 94 0,0 0 0,0-1 0,1 1 0,0 0 0,0 0 0,0 0 0,1 1 0,0-1 0,1 0 0,0 1 0,0 0 0,0 0 0,7-7 0,7-6 0,1 1 0,30-23 0,5-4 0,-10 6 0,-24 24 0,23-26 0,-31 27 0,0 1 0,1 1 0,1 0 0,0 0 0,1 1 0,0 1 0,26-13 0,41-19 0,-59 29 0,0 1 0,48-17 0,-24 17 0,-35 10 0,0-1 0,1-1 0,-1 0 0,-1 0 0,23-12 0,-10 3 0,2 1 0,-1 1 0,1 1 0,42-10 0,13-5 0,174-59 0,-226 76 0,3-2 0,-1 2 0,1 1 0,0 2 0,39-2 0,45-1 0,16 1 0,-106 5 0,45-6 0,-29 1 0,137-10 0,-107 9 0,45-1 0,-107 9 0,-1-1 0,0-1 0,-1 0 0,1 0 0,15-6 0,24-6 0,-20 9 0,3-1 0,0 1 0,39 0 0,58 4 0,156 3 0,-94 14 0,73 2 0,-102-10 0,2 1 0,-78-11 0,87 3 0,-161 1 0,-1 0 0,1 0 0,0 1 0,-1 1 0,1 0 0,17 9 0,-12-6 0,19 4-1365,-19-9-5461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25.207"/>
    </inkml:context>
    <inkml:brush xml:id="br0">
      <inkml:brushProperty name="width" value="0.035" units="cm"/>
      <inkml:brushProperty name="height" value="0.035" units="cm"/>
    </inkml:brush>
  </inkml:definitions>
  <inkml:trace contextRef="#ctx0" brushRef="#br0">0 1 24575,'0'3'0,"0"3"0,0 7 0,6 1 0,4-1 0,4-7 0,-1-7 0,-2-2-8191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28.551"/>
    </inkml:context>
    <inkml:brush xml:id="br0">
      <inkml:brushProperty name="width" value="0.035" units="cm"/>
      <inkml:brushProperty name="height" value="0.035" units="cm"/>
    </inkml:brush>
  </inkml:definitions>
  <inkml:trace contextRef="#ctx0" brushRef="#br0">347 8 24575,'-1'0'0,"-11"0"0,0-1 0,0 2 0,0-1 0,1 2 0,-1 0 0,1 0 0,-1 1 0,1 0 0,-13 6 0,-85 44 0,102-49 0,-49 27 0,52-28 0,0-1 0,0 1 0,0 0 0,1 1 0,-1-1 0,1 1 0,-1 0 0,1-1 0,1 1 0,-4 6 0,5-9 0,1 0 0,-1 0 0,1 0 0,0 0 0,-1 0 0,1 0 0,0 0 0,0 0 0,0 1 0,0-1 0,-1 0 0,2 0 0,-1 0 0,0 0 0,0 0 0,0 0 0,0 1 0,1-1 0,-1 0 0,0 0 0,1 0 0,0 2 0,1-2 0,-1 1 0,0-1 0,1 0 0,-1 1 0,1-1 0,0 0 0,-1 0 0,1 0 0,0 0 0,0 0 0,-1 0 0,3 0 0,5 1 0,-1 0 0,1 0 0,-1-1 0,16 0 0,-11 0 0,218-4 0,-226 3 0,1 0 0,-1-1 0,1 0 0,-1 0 0,1-1 0,-1 0 0,0 1 0,0-2 0,0 1 0,7-4 0,-9 3 0,0 0 0,0 0 0,1 0 0,-2 0 0,1 0 0,0-1 0,-1 1 0,0-1 0,1 0 0,-1 1 0,-1-1 0,1 0 0,1-7 0,8-18 0,5-19 0,-14 44 0,-2 0 0,1 0 0,0 0 0,-1 0 0,0 0 0,1 0 0,-2 0 0,1 1 0,-1-6 0,1 8 0,0 1 0,0-1 0,0 1 0,0-1 0,0 1 0,0-1 0,0 1 0,-1-1 0,1 1 0,0-1 0,0 1 0,-1 0 0,1-1 0,0 1 0,0-1 0,-1 1 0,1-1 0,0 1 0,-1 0 0,1-1 0,-1 1 0,1 0 0,0-1 0,-1 1 0,1 0 0,-1 0 0,1-1 0,-1 1 0,1 0 0,-1 0 0,1 0 0,-1 0 0,1 0 0,-1 0 0,1 0 0,-2 0 0,1 0 0,-1 1 0,1 0 0,-1-1 0,1 1 0,-1 0 0,1 0 0,0 0 0,-1 0 0,1 1 0,0-1 0,-2 2 0,-25 39 0,19-22 0,0 0 0,2 1 0,0 0 0,1 0 0,-4 35 0,6-35 0,-3 12 0,-4 17 0,10-41 0,-1 1 0,0-1 0,-1 0 0,0 0 0,-1 0 0,-5 10 0,4-9 0,0 0 0,1 1 0,0-1 0,-2 13 0,2 16-1365,4-21-5461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30.213"/>
    </inkml:context>
    <inkml:brush xml:id="br0">
      <inkml:brushProperty name="width" value="0.035" units="cm"/>
      <inkml:brushProperty name="height" value="0.035" units="cm"/>
    </inkml:brush>
  </inkml:definitions>
  <inkml:trace contextRef="#ctx0" brushRef="#br0">1 1 24575,'663'0'-1365,"-646"0"-5461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33.271"/>
    </inkml:context>
    <inkml:brush xml:id="br0">
      <inkml:brushProperty name="width" value="0.035" units="cm"/>
      <inkml:brushProperty name="height" value="0.035" units="cm"/>
    </inkml:brush>
  </inkml:definitions>
  <inkml:trace contextRef="#ctx0" brushRef="#br0">0 1 24575,'368'0'0,"-364"0"0,1 0 0,-1 0 0,0 1 0,0-1 0,0 1 0,0 0 0,0 0 0,0 0 0,-1 1 0,1 0 0,0-1 0,-1 1 0,1 0 0,-1 1 0,1-1 0,2 4 0,-4-4 0,0 0 0,0 1 0,-1-1 0,1 0 0,-1 1 0,0 0 0,1-1 0,-1 1 0,0 0 0,-1 0 0,1-1 0,0 1 0,-1 0 0,0 0 0,1 0 0,-1 0 0,0 0 0,-1 0 0,1-1 0,0 1 0,-1 0 0,0 0 0,-1 5 0,-3 5 0,0 1 0,-1-1 0,-11 20 0,14-27 0,-1-1 0,0 1 0,-1 0 0,1-1 0,-1 0 0,0 0 0,0-1 0,-1 1 0,-7 4 0,-6 3 0,-25 20 0,32-22 0,-1 0 0,-1-1 0,1-1 0,-25 11 0,27-13 0,0-1 0,0 1 0,-17 14 0,19-13 0,0-1 0,-1 0 0,1 0 0,-21 7 0,9-6 0,-30 4 0,67-13 0,-11 2 0,0 0 0,0-1 0,0 0 0,0 0 0,0 0 0,0-1 0,0 0 0,6-3 0,25-19 0,-28 18 0,1-1 0,0 2 0,1-1 0,-1 1 0,1 0 0,14-4 0,14-1 0,0 2 0,1 1 0,-1 2 0,48 0 0,94 6-1365,-162-1-5461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34.825"/>
    </inkml:context>
    <inkml:brush xml:id="br0">
      <inkml:brushProperty name="width" value="0.035" units="cm"/>
      <inkml:brushProperty name="height" value="0.035" units="cm"/>
    </inkml:brush>
  </inkml:definitions>
  <inkml:trace contextRef="#ctx0" brushRef="#br0">1 0 24575,'0'443'0,"1"-415"61,7 35 1,-4-35-806,0 32 0,-4-41-6082</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37.059"/>
    </inkml:context>
    <inkml:brush xml:id="br0">
      <inkml:brushProperty name="width" value="0.035" units="cm"/>
      <inkml:brushProperty name="height" value="0.035" units="cm"/>
    </inkml:brush>
  </inkml:definitions>
  <inkml:trace contextRef="#ctx0" brushRef="#br0">237 0 24575,'-1'3'0,"0"-1"0,0 0 0,0 0 0,0 1 0,-1-1 0,1 0 0,-1 0 0,0 0 0,1-1 0,-1 1 0,0 0 0,0-1 0,0 1 0,0-1 0,-3 2 0,-7 7 0,1 0 0,-8 9 0,0-1 0,-1-1 0,-1-1 0,-30 18 0,45-31 0,1-1 0,0 1 0,0 0 0,0-1 0,0 2 0,1-1 0,-1 0 0,1 1 0,-7 7 0,11-11 0,0 1 0,0-1 0,0 0 0,0 0 0,0 1 0,0-1 0,0 0 0,0 0 0,0 0 0,0 1 0,0-1 0,0 0 0,0 0 0,0 0 0,0 1 0,1-1 0,-1 0 0,0 0 0,0 0 0,0 1 0,0-1 0,0 0 0,0 0 0,1 0 0,-1 0 0,0 1 0,0-1 0,0 0 0,0 0 0,1 0 0,-1 0 0,0 0 0,0 0 0,0 0 0,1 1 0,-1-1 0,0 0 0,0 0 0,1 0 0,-1 0 0,0 0 0,0 0 0,0 0 0,1 0 0,-1 0 0,13 1 0,-12-1 0,179 0 0,-77-1 0,-97 1 9,-1 0-1,1 1 1,0 0-1,-1 0 1,1 1 0,-1-1-1,0 1 1,0 0-1,0 1 1,0-1-1,0 1 1,0 0-1,8 7 1,1 2-504,-1 1 0,22 28 0,-25-28-6331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50.977"/>
    </inkml:context>
    <inkml:brush xml:id="br0">
      <inkml:brushProperty name="width" value="0.035" units="cm"/>
      <inkml:brushProperty name="height" value="0.035" units="cm"/>
    </inkml:brush>
  </inkml:definitions>
  <inkml:trace contextRef="#ctx0" brushRef="#br0">5 1 24575,'8'0'0,"1"1"0,-1 0 0,0 0 0,0 1 0,0 0 0,0 0 0,0 1 0,0 0 0,-1 1 0,1 0 0,-1 0 0,0 0 0,9 8 0,-13-10 0,0 1 0,-1-1 0,1 1 0,0 0 0,-1 0 0,0 0 0,1 0 0,-1 0 0,-1 0 0,1 1 0,0-1 0,-1 1 0,0-1 0,1 1 0,-2 0 0,1 0 0,0-1 0,-1 1 0,1 0 0,-1 0 0,0 0 0,0-1 0,-1 1 0,1 0 0,-1 0 0,0-1 0,0 1 0,0 0 0,-1-1 0,1 1 0,-3 3 0,-4 8 0,0 0 0,-2 0 0,0-1 0,-19 22 0,25-32 0,0-1 0,0 0 0,-1 0 0,1 0 0,-1-1 0,-6 4 0,9-5 0,0 0 0,1-1 0,-1 1 0,0-1 0,0 1 0,0-1 0,0 1 0,0-1 0,0 0 0,0 0 0,1 0 0,-1 0 0,0 0 0,0-1 0,0 1 0,0 0 0,0-1 0,0 0 0,-2-1 0,3 2 0,1-1 0,-1 0 0,1 0 0,0 0 0,-1 1 0,1-1 0,0 0 0,0 0 0,0 0 0,0 0 0,0 1 0,-1-1 0,2 0 0,-1 0 0,0 0 0,0 0 0,0 1 0,0-1 0,0 0 0,1 0 0,-1 0 0,0 1 0,1-1 0,-1 0 0,1 0 0,-1 1 0,1-1 0,-1 0 0,1 1 0,-1-1 0,1 0 0,0 0 0,20-23 0,-12 15 0,0 0 0,1 1 0,0 0 0,0 1 0,1 0 0,0 0 0,1 1 0,-1 1 0,1 0 0,0 0 0,0 1 0,1 1 0,-1 0 0,1 1 0,0 0 0,0 1 0,17 0 0,-27 2 0,1-1 0,0 1 0,-1 0 0,1 0 0,-1 0 0,1 1 0,-1-1 0,0 1 0,0 0 0,0 0 0,0 0 0,0 0 0,0 1 0,0-1 0,0 1 0,-1-1 0,0 1 0,1 0 0,-1 0 0,0 0 0,0 1 0,1 2 0,1 2 0,-1 1 0,0-1 0,0 0 0,-1 1 0,0 0 0,0-1 0,-1 1 0,0 9 0,0-15 0,-1 1 0,0-1 0,0 0 0,0 0 0,-1 0 0,1 0 0,-1 0 0,1 0 0,-1 0 0,0 0 0,0 0 0,0 0 0,-1 0 0,1 0 0,-1-1 0,0 1 0,1-1 0,-1 1 0,0-1 0,0 1 0,-1-1 0,1 0 0,0 0 0,-1 0 0,1-1 0,-1 1 0,0 0 0,0-1 0,1 0 0,-1 0 0,0 1 0,0-2 0,0 1 0,0 0 0,0-1 0,-6 1 0,-20 1-14,-45-3 0,36 0-1323,20 1-5489</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56.523"/>
    </inkml:context>
    <inkml:brush xml:id="br0">
      <inkml:brushProperty name="width" value="0.035" units="cm"/>
      <inkml:brushProperty name="height" value="0.035" units="cm"/>
    </inkml:brush>
  </inkml:definitions>
  <inkml:trace contextRef="#ctx0" brushRef="#br0">332 0 24575,'-29'25'0,"22"-20"0,1 0 0,0 0 0,0 1 0,0 0 0,-7 10 0,5-4 0,-60 81 0,-23 27 0,58-83 0,-20 25 0,52-60 0,1-1 0,-1 1 0,0-1 0,1 0 0,-1 1 0,1-1 0,0 1 0,-1-1 0,1 1 0,0 0 0,0-1 0,0 1 0,0-1 0,0 1 0,0-1 0,0 1 0,0-1 0,1 1 0,-1-1 0,1 1 0,-1-1 0,1 1 0,0-1 0,-1 1 0,1-1 0,0 0 0,0 0 0,0 1 0,0-1 0,2 2 0,4 4 0,1 0 0,0 0 0,14 9 0,-13-10 0,6 6 0,25 27 0,-7-6 0,-3-13 0,-24-16 0,1 0 0,-2 0 0,11 8 0,58 55 0,-44-36 0,-26-26 0,0 0 0,0 0 0,0 0 0,1-1 0,0 1 0,6 3 0,13 10-1365,-16-10-5461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57.968"/>
    </inkml:context>
    <inkml:brush xml:id="br0">
      <inkml:brushProperty name="width" value="0.035" units="cm"/>
      <inkml:brushProperty name="height" value="0.035" units="cm"/>
    </inkml:brush>
  </inkml:definitions>
  <inkml:trace contextRef="#ctx0" brushRef="#br0">1 1 24575,'0'684'-1365,"0"-668"-5461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59.469"/>
    </inkml:context>
    <inkml:brush xml:id="br0">
      <inkml:brushProperty name="width" value="0.035" units="cm"/>
      <inkml:brushProperty name="height" value="0.035" units="cm"/>
    </inkml:brush>
  </inkml:definitions>
  <inkml:trace contextRef="#ctx0" brushRef="#br0">1 26 24575,'2'0'0,"5"-5"0,3-3 0,6 1 0,0 1-8191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2:00.911"/>
    </inkml:context>
    <inkml:brush xml:id="br0">
      <inkml:brushProperty name="width" value="0.035" units="cm"/>
      <inkml:brushProperty name="height" value="0.035" units="cm"/>
    </inkml:brush>
  </inkml:definitions>
  <inkml:trace contextRef="#ctx0" brushRef="#br0">0 1 24575,'0'0'-8191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2:02.401"/>
    </inkml:context>
    <inkml:brush xml:id="br0">
      <inkml:brushProperty name="width" value="0.035" units="cm"/>
      <inkml:brushProperty name="height" value="0.035" units="cm"/>
    </inkml:brush>
  </inkml:definitions>
  <inkml:trace contextRef="#ctx0" brushRef="#br0">1 65 24575,'37'-1'0,"0"-2"0,61-13 0,-37 4 0,-27 7 0,45-15 0,-64 16-1365,0 1-5461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2:04.476"/>
    </inkml:context>
    <inkml:brush xml:id="br0">
      <inkml:brushProperty name="width" value="0.035" units="cm"/>
      <inkml:brushProperty name="height" value="0.035" units="cm"/>
    </inkml:brush>
  </inkml:definitions>
  <inkml:trace contextRef="#ctx0" brushRef="#br0">0 35 24575,'3'0'0,"4"0"0,3 0 0,3-3 0,2-1 0,5 0 0,0 2 0,2 0 0,-2 0 0,-4-1 0,-1-1 0,-1 0 0,3 1 0,2 1 0,0 1 0,-3 1-8191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2:06.161"/>
    </inkml:context>
    <inkml:brush xml:id="br0">
      <inkml:brushProperty name="width" value="0.035" units="cm"/>
      <inkml:brushProperty name="height" value="0.035" units="cm"/>
    </inkml:brush>
  </inkml:definitions>
  <inkml:trace contextRef="#ctx0" brushRef="#br0">0 35 24575,'199'0'0,"-189"-1"0,0 0 0,1-1 0,-1 0 0,0 0 0,14-7 0,-12 5 0,0 0 0,1 1 0,15-2 0,51 3-1365,-64 3-5461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2:08.430"/>
    </inkml:context>
    <inkml:brush xml:id="br0">
      <inkml:brushProperty name="width" value="0.035" units="cm"/>
      <inkml:brushProperty name="height" value="0.035" units="cm"/>
    </inkml:brush>
  </inkml:definitions>
  <inkml:trace contextRef="#ctx0" brushRef="#br0">0 0 24575,'7'1'0,"-1"0"0,0 0 0,1 1 0,11 4 0,-3-1 0,0 1 0,-1 1 0,0 1 0,0 0 0,0 1 0,-1 1 0,21 19 0,1-1 0,12 16 0,-37-33 0,2 0 0,0 0 0,15 10 0,-7-6 0,-1 1 0,27 29 0,-32-32 0,46 44 0,-42-40 0,0-2 0,28 31 0,-41-40 0,-1 0 0,1 0 0,-1 0 0,-1 1 0,1-1 0,-1 1 0,0 0 0,-1 0 0,4 14 0,-6-18 0,1 1 0,-1-1 0,0 1 0,0-1 0,-1 1 0,1-1 0,-1 1 0,0-1 0,0 1 0,0-1 0,0 1 0,-3 4 0,-26 40 0,4-8 0,16-23 0,-1 0 0,0-1 0,-2 0 0,-14 15 0,-1 0 0,16-18 0,-24 21 0,10-11 0,19-16 30,-1 0 0,1-1 0,-17 10 0,22-14-104,-1-1-1,1 0 1,-1 0 0,1 0 0,0 0-1,-1 0 1,0-1 0,1 1 0,-1-1-1,1 0 1,-1 0 0,0 0 0,1 0-1,-1 0 1,1 0 0,-1-1 0,1 1-1,-1-1 1,-4-1 0,-6-5-6752</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2:11.632"/>
    </inkml:context>
    <inkml:brush xml:id="br0">
      <inkml:brushProperty name="width" value="0.035" units="cm"/>
      <inkml:brushProperty name="height" value="0.035" units="cm"/>
    </inkml:brush>
  </inkml:definitions>
  <inkml:trace contextRef="#ctx0" brushRef="#br0">13 1 24575,'0'626'0,"0"-622"-170,0 0-1,0 0 0,0-1 1,-1 1-1,1 0 0,-1-1 1,-3 8-1,-3 2-6655</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2:13.588"/>
    </inkml:context>
    <inkml:brush xml:id="br0">
      <inkml:brushProperty name="width" value="0.035" units="cm"/>
      <inkml:brushProperty name="height" value="0.035" units="cm"/>
    </inkml:brush>
  </inkml:definitions>
  <inkml:trace contextRef="#ctx0" brushRef="#br0">183 0 24575,'-29'21'0,"20"-16"0,0 0 0,1 1 0,0 0 0,0 1 0,0 0 0,1 0 0,0 1 0,-10 13 0,-11 9 0,21-23 0,0 0 0,0 0 0,-7 10 0,13-15 0,0 0 0,0 0 0,0 0 0,0 0 0,0 0 0,0 0 0,1 0 0,-1 0 0,0 0 0,1 0 0,0 0 0,0 0 0,-1 0 0,1 0 0,0 0 0,1 1 0,-1-1 0,0 0 0,2 3 0,-2-3 0,1 0 0,0 0 0,1 0 0,-1 0 0,0-1 0,0 1 0,1-1 0,-1 1 0,1-1 0,-1 1 0,1-1 0,0 0 0,0 0 0,-1 0 0,1 0 0,0 0 0,0 0 0,0 0 0,0-1 0,0 1 0,0-1 0,4 1 0,6 1 0,0-1 0,22-1 0,-13 0 0,-13 1 11,0 0 0,1 1 0,-1 0 0,0 0 0,-1 1 0,1 0-1,0 0 1,-1 1 0,1 0 0,7 5 0,-5-2-223,-1 0 0,-1 0 0,1 1-1,-1 0 1,0 0 0,12 17 0,-13-13-6614</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2:15.013"/>
    </inkml:context>
    <inkml:brush xml:id="br0">
      <inkml:brushProperty name="width" value="0.035" units="cm"/>
      <inkml:brushProperty name="height" value="0.035" units="cm"/>
    </inkml:brush>
  </inkml:definitions>
  <inkml:trace contextRef="#ctx0" brushRef="#br0">35 1 24575,'1'97'0,"-3"102"0,-1-171 61,-10 40-1,6-40-803,-3 39 0,10-57-6083</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2:18.345"/>
    </inkml:context>
    <inkml:brush xml:id="br0">
      <inkml:brushProperty name="width" value="0.035" units="cm"/>
      <inkml:brushProperty name="height" value="0.035" units="cm"/>
    </inkml:brush>
  </inkml:definitions>
  <inkml:trace contextRef="#ctx0" brushRef="#br0">0 0 24575,'16'2'0,"0"-1"0,0 2 0,-1 0 0,1 1 0,24 10 0,-17-6 0,39 8 0,-54-15 0,0 0 0,0 1 0,0 0 0,0 1 0,0 0 0,10 5 0,-16-6 0,1-1 0,-1 1 0,0 0 0,1 0 0,-1 0 0,0 1 0,0-1 0,0 0 0,-1 1 0,1-1 0,-1 1 0,1 0 0,-1-1 0,0 1 0,0 0 0,0 0 0,0 0 0,0 0 0,-1 0 0,1 5 0,0-4 0,-1 0 0,0-1 0,0 1 0,0 0 0,0 0 0,0 0 0,-1 0 0,0 0 0,1 0 0,-2 0 0,1-1 0,0 1 0,-1 0 0,0-1 0,1 1 0,-1-1 0,-1 0 0,1 1 0,0-1 0,-1 0 0,0 0 0,1-1 0,-1 1 0,-1 0 0,1-1 0,0 0 0,0 0 0,-1 0 0,1 0 0,-1-1 0,-5 3 0,-13 4 0,-1-1 0,0-1 0,0-1 0,-33 3 0,54-8 0,-5 2 0,-1-1 0,1-1 0,-1 1 0,1-1 0,-1 0 0,1-1 0,-1 0 0,1 0 0,-10-3 0,17 4 0,0 0 0,-1 0 0,1 0 0,0 0 0,0 0 0,0 0 0,0 0 0,0 0 0,0 0 0,0 0 0,0 0 0,-1 0 0,1 0 0,0 0 0,0 0 0,0 0 0,0 0 0,0-1 0,0 1 0,0 0 0,0 0 0,0 0 0,0 0 0,-1 0 0,1 0 0,0 0 0,0 0 0,0 0 0,0 0 0,0-1 0,0 1 0,0 0 0,0 0 0,0 0 0,0 0 0,0 0 0,0 0 0,0 0 0,0 0 0,0-1 0,0 1 0,0 0 0,0 0 0,0 0 0,0 0 0,0 0 0,0 0 0,0 0 0,0 0 0,0-1 0,0 1 0,0 0 0,0 0 0,0 0 0,1 0 0,-1 0 0,0 0 0,9-3 0,12 0 0,10 2 0,-21 1 0,0 0 0,0-1 0,0 0 0,0 0 0,-1-1 0,1 0 0,10-4 0,-8 1 0,1 0 0,0 2 0,0-1 0,0 2 0,0 0 0,1 0 0,-1 1 0,1 1 0,-1 0 0,0 1 0,26 5 0,-34-5 0,-1 1 0,1 0 0,-1 1 0,1-1 0,-1 1 0,0 0 0,0 0 0,0 0 0,-1 0 0,1 1 0,-1-1 0,0 1 0,1 0 0,-2 0 0,1 0 0,0 1 0,-1-1 0,0 1 0,0-1 0,2 10 0,-1-7 0,-1 1 0,-1-1 0,1 0 0,-1 1 0,-1-1 0,1 1 0,-1-1 0,-1 1 0,1 0 0,-1-1 0,-1 0 0,1 1 0,-5 10 0,3-12 0,0 0 0,-1 0 0,0 0 0,0-1 0,0 1 0,-1-1 0,0 0 0,0 0 0,0-1 0,-1 1 0,1-1 0,-1 0 0,0-1 0,-10 5 0,6-3 0,-1-1 0,0 0 0,0-1 0,0 0 0,-1 0 0,1-1 0,-1-1 0,-11 0 0,-2 0-119,5-1 203,1 0 0,-30-4 1,44 3-179,1 0 0,-1 0 1,0 0-1,1-1 0,-1 1 1,1-1-1,-1 0 0,1-1 1,0 1-1,0-1 0,0 1 1,0-1-1,0-1 0,1 1 1,-5-5-1,-2-7-6732</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2:20.505"/>
    </inkml:context>
    <inkml:brush xml:id="br0">
      <inkml:brushProperty name="width" value="0.035" units="cm"/>
      <inkml:brushProperty name="height" value="0.035" units="cm"/>
    </inkml:brush>
  </inkml:definitions>
  <inkml:trace contextRef="#ctx0" brushRef="#br0">1 32 24575,'100'1'0,"108"-3"0,-154-6 0,-38 5 0,31-2 0,31 5 0,-32 0 0,90-10 0,-116 7-1365,-1 1-5461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2:22.267"/>
    </inkml:context>
    <inkml:brush xml:id="br0">
      <inkml:brushProperty name="width" value="0.035" units="cm"/>
      <inkml:brushProperty name="height" value="0.035" units="cm"/>
    </inkml:brush>
  </inkml:definitions>
  <inkml:trace contextRef="#ctx0" brushRef="#br0">52 0 24575,'0'283'0,"-1"-276"0,0 0 0,0 0 0,-1 1 0,0-1 0,0 0 0,-5 10 0,4-8 0,-1 0 0,1 1 0,-1 10 0,-10 133 0,9-104-104,3 77 0,2-81-1053,1-28-5669</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05.143"/>
    </inkml:context>
    <inkml:brush xml:id="br0">
      <inkml:brushProperty name="width" value="0.035" units="cm"/>
      <inkml:brushProperty name="height" value="0.035" units="cm"/>
    </inkml:brush>
  </inkml:definitions>
  <inkml:trace contextRef="#ctx0" brushRef="#br0">1 0 24575,'0'0'-8191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05.353"/>
    </inkml:context>
    <inkml:brush xml:id="br0">
      <inkml:brushProperty name="width" value="0.035" units="cm"/>
      <inkml:brushProperty name="height" value="0.035" units="cm"/>
    </inkml:brush>
  </inkml:definitions>
  <inkml:trace contextRef="#ctx0" brushRef="#br0">1 0 24575,'0'0'-8191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08.656"/>
    </inkml:context>
    <inkml:brush xml:id="br0">
      <inkml:brushProperty name="width" value="0.035" units="cm"/>
      <inkml:brushProperty name="height" value="0.035" units="cm"/>
    </inkml:brush>
  </inkml:definitions>
  <inkml:trace contextRef="#ctx0" brushRef="#br0">117 169 24575,'3'-1'0,"-1"1"0,0-1 0,0 1 0,0-1 0,0 0 0,0 0 0,0 0 0,0 0 0,0 0 0,0 0 0,0-1 0,-1 1 0,1-1 0,0 1 0,-1-1 0,1 0 0,-1 1 0,0-1 0,1 0 0,-1 0 0,0 0 0,0 0 0,0 0 0,-1 0 0,1 0 0,0-1 0,0-2 0,0 0 0,0 0 0,0 0 0,0 0 0,0 0 0,-1-1 0,0 1 0,0 0 0,0 0 0,-1 0 0,0 0 0,-1-7 0,0 8 0,0 0 0,-1 0 0,1 1 0,-1-1 0,1 1 0,-1 0 0,0 0 0,0 0 0,0 0 0,-1 1 0,1-1 0,-1 1 0,0-1 0,1 1 0,-1 1 0,0-1 0,0 0 0,0 1 0,0 0 0,-1 0 0,1 0 0,0 1 0,-8-1 0,9 1 0,0-1 0,0 1 0,0 0 0,1 1 0,-1-1 0,0 0 0,0 1 0,1 0 0,-1 0 0,0 0 0,1 0 0,-1 0 0,1 0 0,-1 0 0,1 1 0,-1 0 0,1-1 0,0 1 0,0 0 0,0 0 0,0 0 0,0 0 0,0 0 0,1 1 0,-1-1 0,1 0 0,0 1 0,-1-1 0,1 1 0,0 0 0,0-1 0,1 1 0,-1 0 0,0 0 0,1-1 0,0 6 0,-1-5 7,1 1 0,1-1-1,-1 0 1,0 1 0,1-1-1,0 0 1,-1 1-1,1-1 1,0 0 0,1 0-1,-1 0 1,1 0 0,-1 0-1,1 0 1,0 0 0,0 0-1,4 3 1,-1-1-193,0-1 1,0 0-1,0-1 0,1 1 1,0-1-1,0 0 1,12 5-1,-7-4-6640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10.200"/>
    </inkml:context>
    <inkml:brush xml:id="br0">
      <inkml:brushProperty name="width" value="0.035" units="cm"/>
      <inkml:brushProperty name="height" value="0.035" units="cm"/>
    </inkml:brush>
  </inkml:definitions>
  <inkml:trace contextRef="#ctx0" brushRef="#br0">1 0 24575,'0'0'-8191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11.006"/>
    </inkml:context>
    <inkml:brush xml:id="br0">
      <inkml:brushProperty name="width" value="0.035" units="cm"/>
      <inkml:brushProperty name="height" value="0.035" units="cm"/>
    </inkml:brush>
  </inkml:definitions>
  <inkml:trace contextRef="#ctx0" brushRef="#br0">33 0 24575,'-3'0'0,"-6"0"0,-3 6 0,5 4 0,6 4 0,6-4 0,2-8 0,2-6 0,1-1-8191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13.139"/>
    </inkml:context>
    <inkml:brush xml:id="br0">
      <inkml:brushProperty name="width" value="0.035" units="cm"/>
      <inkml:brushProperty name="height" value="0.035" units="cm"/>
    </inkml:brush>
  </inkml:definitions>
  <inkml:trace contextRef="#ctx0" brushRef="#br0">1 98 24575,'6'0'0,"0"0"0,-1-1 0,1 1 0,0-1 0,0 0 0,-1-1 0,1 1 0,10-6 0,-13 6 0,-1-1 0,1 1 0,-1-1 0,0 0 0,1 0 0,-1 0 0,0 0 0,0 0 0,0-1 0,-1 1 0,1-1 0,0 1 0,-1-1 0,0 0 0,0 1 0,0-1 0,0 0 0,0 0 0,1-4 0,-2 6 0,0-1 0,0 1 0,0 0 0,0-1 0,0 1 0,0 0 0,-1-1 0,1 1 0,0 0 0,-1-1 0,1 1 0,-1 0 0,1 0 0,-1 0 0,0-1 0,1 1 0,-1 0 0,0 0 0,0 0 0,0 0 0,0 0 0,0 0 0,0 1 0,0-1 0,0 0 0,0 0 0,0 1 0,0-1 0,-1 1 0,1-1 0,0 1 0,0-1 0,-1 1 0,1 0 0,0-1 0,-1 1 0,1 0 0,0 0 0,-1 0 0,1 0 0,0 0 0,-1 1 0,1-1 0,0 0 0,-1 0 0,1 1 0,0-1 0,0 1 0,-2 0 0,2 0 3,1-1 0,0 0 0,-1 1 0,1-1 0,0 1 0,-1-1 1,1 0-1,0 1 0,-1-1 0,1 1 0,0-1 0,0 1 0,0-1 0,-1 1 0,1-1 0,0 1 0,0-1 0,0 1 0,0 0 0,0-1 0,0 1 0,0-1 0,0 1 0,0-1 0,0 1 0,0-1 0,1 1 0,-1-1 0,0 1 0,0-1 0,0 1 0,1-1 0,-1 1 1,0-1-1,1 1 0,-1-1 0,1 1 0,14 13-1484,-3-8-5345</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1:14.646"/>
    </inkml:context>
    <inkml:brush xml:id="br0">
      <inkml:brushProperty name="width" value="0.035" units="cm"/>
      <inkml:brushProperty name="height" value="0.035" units="cm"/>
    </inkml:brush>
  </inkml:definitions>
  <inkml:trace contextRef="#ctx0" brushRef="#br0">50 1 24575,'-2'0'0,"0"1"0,1-1 0,-1 1 0,1 0 0,-1 0 0,1 0 0,-1 0 0,1 0 0,-1 0 0,1 0 0,0 0 0,-1 0 0,1 0 0,0 1 0,0-1 0,0 1 0,-1 2 0,-15 27 0,16-26 0,-1-1 0,1 0 0,0 1 0,1 0 0,-1-1 0,1 1 0,0-1 0,0 1 0,0 0 0,0-1 0,1 1 0,0-1 0,0 1 0,2 5 0,-2-7 0,0-1 0,0 0 0,0 1 0,1-1 0,-1 0 0,1 0 0,-1 0 0,1 0 0,0 0 0,0 0 0,0 0 0,0-1 0,0 1 0,0-1 0,0 1 0,1-1 0,-1 0 0,0 0 0,1 0 0,-1 0 0,1 0 0,-1-1 0,1 1 0,0-1 0,-1 1 0,5-1 0,-5 0-50,-1-1-1,1 1 1,-1 0-1,1-1 0,-1 1 1,1-1-1,-1 1 1,0-1-1,1 0 1,-1 0-1,0 1 0,1-1 1,-1 0-1,0 0 1,0 0-1,0 0 1,0-1-1,0 1 0,0 0 1,0 0-1,0-1 1,-1 1-1,1 0 1,0-1-1,-1 1 1,1-2-1,4-11-6775</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2:42.042"/>
    </inkml:context>
    <inkml:brush xml:id="br0">
      <inkml:brushProperty name="width" value="0.035" units="cm"/>
      <inkml:brushProperty name="height" value="0.035" units="cm"/>
    </inkml:brush>
  </inkml:definitions>
  <inkml:trace contextRef="#ctx0" brushRef="#br0">94 0 24575,'9'1'0,"0"1"0,0-1 0,-1 1 0,1 1 0,-1-1 0,0 1 0,0 1 0,0 0 0,0 0 0,10 8 0,33 14 0,42 11 0,-86-33 0,0 1 0,1 0 0,-2 0 0,1 0 0,-1 1 0,11 12 0,9 7 0,-20-20 0,0 1 0,0 0 0,0 0 0,0 1 0,-1-1 0,0 1 0,-1 1 0,0-1 0,0 0 0,0 1 0,-1 0 0,0 0 0,0 0 0,-1 0 0,0 0 0,-1 1 0,0-1 0,1 13 0,-4 221 0,2-227 0,-2 0 0,-5 24 0,-3 22 0,10-55 0,0-1 0,0 1 0,0-1 0,1 1 0,0-1 0,0 1 0,0-1 0,5 11 0,-5-14 0,0 0 0,1 0 0,-1 0 0,1 0 0,-1 0 0,1 0 0,0 0 0,0-1 0,-1 1 0,1 0 0,1-1 0,-1 0 0,0 1 0,3 0 0,39 13 0,-37-13 0,1 0 0,-1 0 0,0 1 0,11 6 0,-17-9 0,0 0 0,-1 1 0,1-1 0,0 1 0,-1-1 0,1 1 0,0-1 0,-1 1 0,1 0 0,0-1 0,-1 1 0,1 0 0,-1-1 0,0 1 0,1 0 0,-1 0 0,1-1 0,-1 1 0,0 0 0,0 0 0,1 0 0,-1 0 0,0-1 0,0 1 0,0 0 0,0 0 0,0 0 0,0 0 0,0-1 0,0 1 0,-1 0 0,1 0 0,0 0 0,0 0 0,-1-1 0,1 1 0,0 0 0,-1 0 0,1-1 0,-2 2 0,1 0 0,-1 0 0,0 0 0,0 0 0,1-1 0,-1 1 0,0-1 0,-1 1 0,1-1 0,0 0 0,0 0 0,-1 0 0,1 0 0,-3 0 0,-47 6 0,41-7 0,0 1 0,0 1 0,0 0 0,1 0 0,-18 7 0,22-7 0,1 0 0,0 0 0,0 1 0,0 0 0,1 0 0,-1 0 0,0 0 0,1 1 0,0-1 0,0 1 0,0 0 0,1 1 0,-1-1 0,1 1 0,0-1 0,0 1 0,0 0 0,1 0 0,0 0 0,0 0 0,0 1 0,-1 7 0,-8 40 0,9-37 0,-1-1 0,0 0 0,-1 0 0,-1 0 0,0-1 0,-1 0 0,-1 1 0,-10 15 0,13-23 0,0 0 0,0 1 0,1-1 0,-4 12 0,5-13 0,0 0 0,-1 0 0,1 0 0,-1-1 0,-1 1 0,1-1 0,-1 1 0,-5 5 0,-4 4 0,0 0 0,1 0 0,0 2 0,2-1 0,-16 33 0,23-44-50,0 1-1,0-1 1,0 1-1,-1-1 0,1 0 1,-1 0-1,-1-1 1,1 1-1,-1-1 1,0 0-1,0 0 0,0-1 1,0 1-1,0-1 1,-1 0-1,0-1 1,1 1-1,-1-1 0,0 0 1,0-1-1,0 1 1,-1-1-1,1 0 1,0-1-1,0 0 1,-7 0-1,-5 0-6775</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5:41.218"/>
    </inkml:context>
    <inkml:brush xml:id="br0">
      <inkml:brushProperty name="width" value="0.035" units="cm"/>
      <inkml:brushProperty name="height" value="0.035" units="cm"/>
    </inkml:brush>
  </inkml:definitions>
  <inkml:trace contextRef="#ctx0" brushRef="#br0">188 1 24575,'-1'6'0,"0"1"0,-1 0 0,0-1 0,0 1 0,0-1 0,-1 0 0,0 0 0,0 0 0,0 0 0,-1 0 0,0-1 0,-7 8 0,-15 28 0,13-12 0,-12 38 0,7-14 0,7-8 0,10-37 0,0-1 0,-1 1 0,1-1 0,-2 1 0,-3 8 0,-1-2 0,1 0 0,1 0 0,0 0 0,1 0 0,0 1 0,1 0 0,1-1 0,0 1 0,1 0 0,1 0 0,0 0 0,3 18 0,-2-30 0,0-1 0,0 0 0,0 0 0,0 0 0,0 0 0,0 0 0,0 0 0,1 0 0,-1 0 0,1-1 0,-1 1 0,1 0 0,0-1 0,0 0 0,0 1 0,0-1 0,0 0 0,0 0 0,0 0 0,0 0 0,0 0 0,0 0 0,1-1 0,-1 1 0,0-1 0,0 1 0,1-1 0,2 0 0,9 1 0,-1-1 0,1 0 0,18-3 0,-24 2 0,-1-1 0,0 1 0,1-1 0,-1-1 0,0 0 0,0 0 0,0 0 0,-1-1 0,1 1 0,9-9 0,-13 9 0,0 1 0,1-1 0,-2 0 0,1 0 0,0 0 0,-1 0 0,1-1 0,-1 1 0,0-1 0,0 1 0,0-1 0,-1 0 0,0 0 0,1 0 0,-1 0 0,0 1 0,-1-2 0,1 1 0,-1 0 0,0 0 0,0-4 0,0 5 0,-1 0 0,0 0 0,0 0 0,0 0 0,0 0 0,0 0 0,-1 0 0,1 1 0,-1-1 0,0 0 0,0 1 0,0-1 0,0 1 0,0 0 0,-1 0 0,1 0 0,0 0 0,-1 0 0,0 0 0,1 1 0,-1-1 0,0 1 0,0 0 0,0 0 0,0 0 0,-4-1 0,-6-1 0,0 1 0,0 0 0,0 0 0,-24 1 0,-25 3-1365,44-1-5461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5:42.517"/>
    </inkml:context>
    <inkml:brush xml:id="br0">
      <inkml:brushProperty name="width" value="0.035" units="cm"/>
      <inkml:brushProperty name="height" value="0.035" units="cm"/>
    </inkml:brush>
  </inkml:definitions>
  <inkml:trace contextRef="#ctx0" brushRef="#br0">399 1 24575,'0'2'0,"0"1"0,-1 0 0,1 0 0,-1 0 0,0-1 0,0 1 0,0 0 0,0-1 0,0 1 0,-1-1 0,-2 4 0,-24 28 0,2-3 0,7 4 0,16-27 0,-1 0 0,-1 0 0,0 0 0,0-1 0,0 0 0,-1 0 0,-6 6 0,2-3 0,1 1 0,1-1 0,-1 1 0,2 1 0,-11 19 0,-17 24 0,18-31 0,0 1 0,-24 49 0,38-68 0,-1 1 0,-1-1 0,1 0 0,-8 8 0,7-8 0,0 0 0,0 0 0,0 0 0,-4 10 0,-26 51-1365,31-57-5461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5:45.421"/>
    </inkml:context>
    <inkml:brush xml:id="br0">
      <inkml:brushProperty name="width" value="0.035" units="cm"/>
      <inkml:brushProperty name="height" value="0.035" units="cm"/>
    </inkml:brush>
  </inkml:definitions>
  <inkml:trace contextRef="#ctx0" brushRef="#br0">0 135 24575,'28'1'0,"-17"0"0,1-1 0,0 0 0,11-2 0,-20 1 0,1 0 0,-1 1 0,0-1 0,0 0 0,0-1 0,0 1 0,0-1 0,0 1 0,0-1 0,0 0 0,-1 0 0,1 0 0,-1 0 0,1 0 0,1-3 0,50-53 0,-27 31 0,-25 25 0,0 0 0,0 0 0,0 1 0,0-1 0,0 0 0,0 1 0,0-1 0,1 1 0,-1 0 0,1 0 0,-1-1 0,1 2 0,-1-1 0,1 0 0,0 1 0,-1-1 0,1 1 0,0 0 0,0-1 0,-1 1 0,1 1 0,0-1 0,-1 0 0,1 1 0,0-1 0,-1 1 0,1 0 0,-1 0 0,1 0 0,-1 0 0,1 0 0,-1 1 0,1-1 0,3 4 0,4 4 0,0 0 0,-1 0 0,0 1 0,0 0 0,11 19 0,-16-24 0,0 1 0,-1-1 0,0 1 0,0 0 0,-1 0 0,1 0 0,-1 1 0,0-1 0,-1 0 0,0 1 0,0-1 0,0 1 0,-1 0 0,0-1 0,0 1 0,0-1 0,-1 1 0,0-1 0,-1 1 0,1-1 0,-1 1 0,0-1 0,-1 0 0,1 0 0,-1 0 0,-1 0 0,1-1 0,-1 1 0,0-1 0,0 0 0,0 0 0,-1 0 0,0-1 0,0 0 0,0 0 0,0 0 0,-1 0 0,0-1 0,-7 4 0,-18 6 0,0-1 0,-1-2 0,-1-1 0,0-1 0,-46 4 0,68-12 0,9 0 0,0 0 0,0 0 0,-1 0 0,1 0 0,0 0 0,-1 0 0,1 1 0,0-1 0,0 1 0,-5 2 0,7-3 0,0 0 0,0 0 0,0 1 0,0-1 0,0 0 0,0 0 0,0 1 0,0-1 0,1 0 0,-1 0 0,0 1 0,0-1 0,0 0 0,0 0 0,0 1 0,0-1 0,1 0 0,-1 0 0,0 0 0,0 1 0,0-1 0,0 0 0,1 0 0,-1 0 0,0 0 0,0 0 0,0 1 0,1-1 0,-1 0 0,0 0 0,0 0 0,1 0 0,-1 0 0,0 0 0,0 0 0,1 0 0,-1 0 0,0 0 0,0 0 0,1 0 0,-1 0 0,0 0 0,1 0 0,13 3 0,41 2 0,100-5 0,-65-2 0,31 2-1365,-103 0-5461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5:47.446"/>
    </inkml:context>
    <inkml:brush xml:id="br0">
      <inkml:brushProperty name="width" value="0.035" units="cm"/>
      <inkml:brushProperty name="height" value="0.035" units="cm"/>
    </inkml:brush>
  </inkml:definitions>
  <inkml:trace contextRef="#ctx0" brushRef="#br0">0 1 24575,'0'446'0,"1"-429"0,1 1 0,4 18 0,-3-17 0,2 29 0,11 94-1365,-15-124-5461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5:49.715"/>
    </inkml:context>
    <inkml:brush xml:id="br0">
      <inkml:brushProperty name="width" value="0.035" units="cm"/>
      <inkml:brushProperty name="height" value="0.035" units="cm"/>
    </inkml:brush>
  </inkml:definitions>
  <inkml:trace contextRef="#ctx0" brushRef="#br0">161 0 24575,'-2'1'0,"0"-1"0,-1 0 0,1 1 0,0-1 0,0 1 0,-1 0 0,1 0 0,0 0 0,0 0 0,0 0 0,0 0 0,0 0 0,0 1 0,1-1 0,-1 1 0,0-1 0,-1 3 0,-26 38 0,9-12 0,1-9 0,-30 47 0,48-67 0,0 0 0,1 0 0,-1 0 0,1 0 0,-1 0 0,1 1 0,0-1 0,-1 0 0,1 0 0,0 0 0,0 0 0,0 0 0,0 1 0,0-1 0,0 0 0,0 0 0,0 0 0,0 0 0,1 1 0,-1-1 0,0 0 0,1 0 0,-1 0 0,1 1 0,1 0 0,0 1 0,0-1 0,-1 0 0,1 0 0,0 0 0,1-1 0,-1 1 0,0 0 0,0-1 0,4 2 0,1 1 0,1-1 0,-1 0 0,1 0 0,0-1 0,0 0 0,12 1 0,32-5 0,-43 1 0,0 0 0,0 0 0,1 1 0,-1 1 0,17 2 0,63 26 0,-3 0 0,-73-25 0,-1 0 0,0 1 0,0 1 0,0 0 0,-1 1 0,0 0 0,0 1 0,19 17 0,-5-11-1365,-12-10-5461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5:51.347"/>
    </inkml:context>
    <inkml:brush xml:id="br0">
      <inkml:brushProperty name="width" value="0.035" units="cm"/>
      <inkml:brushProperty name="height" value="0.035" units="cm"/>
    </inkml:brush>
  </inkml:definitions>
  <inkml:trace contextRef="#ctx0" brushRef="#br0">2 1 24575,'-2'70'0,"4"76"0,6-87 0,-4-38 0,1 36 0,-5-42-1365,0-4-5461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1T08:55:55.052"/>
    </inkml:context>
    <inkml:brush xml:id="br0">
      <inkml:brushProperty name="width" value="0.035" units="cm"/>
      <inkml:brushProperty name="height" value="0.035" units="cm"/>
    </inkml:brush>
  </inkml:definitions>
  <inkml:trace contextRef="#ctx0" brushRef="#br0">9 101 24575,'2'-2'0,"-1"0"0,1-1 0,0 1 0,0 1 0,0-1 0,0 0 0,0 0 0,0 1 0,0-1 0,0 1 0,1 0 0,-1-1 0,5 0 0,4-4 0,8-6 0,0 0 0,30-11 0,-39 19 0,1 0 0,0 0 0,1 1 0,-1 1 0,0 0 0,17-1 0,-26 3 0,-1-1 0,1 1 0,-1 0 0,1 0 0,-1 0 0,1 0 0,-1 0 0,0 1 0,1-1 0,-1 0 0,1 1 0,-1-1 0,1 1 0,-1-1 0,0 1 0,0 0 0,1-1 0,-1 1 0,0 0 0,0 0 0,0 0 0,0 0 0,0 0 0,0 0 0,0 0 0,0 0 0,0 1 0,0-1 0,-1 0 0,1 0 0,0 1 0,-1-1 0,1 1 0,-1-1 0,0 0 0,1 1 0,-1-1 0,0 1 0,0-1 0,0 1 0,0-1 0,0 2 0,-1 2 0,1-1 0,-1 0 0,-1 0 0,1 0 0,0 0 0,-1 0 0,0 0 0,0 0 0,0 0 0,-1-1 0,1 1 0,-1-1 0,-4 5 0,-10 7 0,-1 0 0,-1-1 0,-36 19 0,43-26 0,-1 0 0,1-2 0,-18 6 0,25-9 0,0 1 0,1-1 0,0 1 0,-1-1 0,1 1 0,0 0 0,0 1 0,1-1 0,-1 1 0,1-1 0,0 1 0,0 0 0,0 1 0,0-1 0,1 0 0,-1 1 0,1-1 0,-2 8 0,4-12 0,-1 1 0,1-1 0,0 1 0,0 0 0,0-1 0,-1 1 0,1 0 0,0-1 0,0 1 0,0-1 0,0 1 0,0 0 0,0-1 0,0 1 0,0 0 0,1-1 0,-1 1 0,0-1 0,0 1 0,0 0 0,1-1 0,-1 1 0,0-1 0,1 1 0,-1-1 0,0 1 0,1-1 0,-1 1 0,1-1 0,-1 1 0,1 0 0,1-1 0,-1 1 0,1 0 0,0-1 0,0 1 0,-1-1 0,1 1 0,0-1 0,0 0 0,0 0 0,-1 0 0,3 0 0,4 0 0,0-1 0,0 0 0,0-1 0,9-2 0,-12 2 0,8-3 0,0 1 0,0 0 0,1 0 0,0 2 0,0-1 0,14 1 0,-21 2 0,-1 0 0,1 0 0,-1 0 0,1 1 0,-1 0 0,1 1 0,-1-1 0,0 1 0,0 0 0,0 1 0,0 0 0,0-1 0,0 2 0,-1-1 0,1 1 0,-1 0 0,0 0 0,0 0 0,0 1 0,-1 0 0,0 0 0,4 5 0,-4-4 0,0 0 0,0 0 0,-1 1 0,0-1 0,0 1 0,-1-1 0,0 1 0,0 0 0,0 0 0,-1 0 0,0 0 0,0 0 0,-1 10 0,0-14 0,0 0 0,0 0 0,-1 0 0,1 0 0,-1 0 0,0 0 0,0 0 0,0-1 0,0 1 0,0 0 0,-1-1 0,1 1 0,-1-1 0,0 1 0,0-1 0,0 0 0,0 1 0,0-1 0,0 0 0,0-1 0,-1 1 0,1 0 0,-1-1 0,1 1 0,-1-1 0,0 0 0,1 0 0,-1 0 0,0 0 0,0 0 0,0 0 0,0-1 0,0 0 0,-4 1 0,-16 0 0,-1 0 0,0-1 0,-44-7 0,63 6 0,0-1 0,0 0 0,0-1 0,1 1 0,-1-1 0,0 0 0,1 0 0,0 0 0,-6-6 0,4 4 0,1 0 0,-1 0 0,-1 1 0,-6-4 0,-14-5-1365,16 8-5461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E651DD-F478-4FB3-01C7-92DE4525422D}"/>
              </a:ext>
            </a:extLst>
          </p:cNvPr>
          <p:cNvSpPr>
            <a:spLocks noGrp="1"/>
          </p:cNvSpPr>
          <p:nvPr>
            <p:ph type="ctrTitle"/>
          </p:nvPr>
        </p:nvSpPr>
        <p:spPr>
          <a:xfrm>
            <a:off x="1524000" y="1122363"/>
            <a:ext cx="9144000" cy="2387600"/>
          </a:xfrm>
        </p:spPr>
        <p:txBody>
          <a:bodyPr anchor="b"/>
          <a:lstStyle>
            <a:lvl1pPr algn="ctr">
              <a:defRPr sz="6000"/>
            </a:lvl1pPr>
          </a:lstStyle>
          <a:p>
            <a:r>
              <a:rPr lang="da-DK"/>
              <a:t>Klik for at redigere titeltypografien i masteren</a:t>
            </a:r>
          </a:p>
        </p:txBody>
      </p:sp>
      <p:sp>
        <p:nvSpPr>
          <p:cNvPr id="3" name="Undertitel 2">
            <a:extLst>
              <a:ext uri="{FF2B5EF4-FFF2-40B4-BE49-F238E27FC236}">
                <a16:creationId xmlns:a16="http://schemas.microsoft.com/office/drawing/2014/main" id="{F2CF9FF6-F2B1-9126-E6D3-714CA33A83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p>
        </p:txBody>
      </p:sp>
      <p:sp>
        <p:nvSpPr>
          <p:cNvPr id="4" name="Pladsholder til dato 3">
            <a:extLst>
              <a:ext uri="{FF2B5EF4-FFF2-40B4-BE49-F238E27FC236}">
                <a16:creationId xmlns:a16="http://schemas.microsoft.com/office/drawing/2014/main" id="{191A7826-D0A9-03CF-D2E1-3DB054F4EBF3}"/>
              </a:ext>
            </a:extLst>
          </p:cNvPr>
          <p:cNvSpPr>
            <a:spLocks noGrp="1"/>
          </p:cNvSpPr>
          <p:nvPr>
            <p:ph type="dt" sz="half" idx="10"/>
          </p:nvPr>
        </p:nvSpPr>
        <p:spPr/>
        <p:txBody>
          <a:bodyPr/>
          <a:lstStyle/>
          <a:p>
            <a:fld id="{AA3D0638-8B36-44BF-ACDB-6C74D2B73B8A}" type="datetimeFigureOut">
              <a:rPr lang="da-DK" smtClean="0"/>
              <a:t>18-09-2026</a:t>
            </a:fld>
            <a:endParaRPr lang="da-DK"/>
          </a:p>
        </p:txBody>
      </p:sp>
      <p:sp>
        <p:nvSpPr>
          <p:cNvPr id="5" name="Pladsholder til sidefod 4">
            <a:extLst>
              <a:ext uri="{FF2B5EF4-FFF2-40B4-BE49-F238E27FC236}">
                <a16:creationId xmlns:a16="http://schemas.microsoft.com/office/drawing/2014/main" id="{1AD57753-BEC1-523C-9CF0-3EA0DBC1B112}"/>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7BB6A415-C84E-10BD-015A-59E5A56A3B55}"/>
              </a:ext>
            </a:extLst>
          </p:cNvPr>
          <p:cNvSpPr>
            <a:spLocks noGrp="1"/>
          </p:cNvSpPr>
          <p:nvPr>
            <p:ph type="sldNum" sz="quarter" idx="12"/>
          </p:nvPr>
        </p:nvSpPr>
        <p:spPr/>
        <p:txBody>
          <a:bodyPr/>
          <a:lstStyle/>
          <a:p>
            <a:fld id="{B5D6C1D8-B360-4DB9-9D72-DA780873BF92}" type="slidenum">
              <a:rPr lang="da-DK" smtClean="0"/>
              <a:t>‹nr.›</a:t>
            </a:fld>
            <a:endParaRPr lang="da-DK"/>
          </a:p>
        </p:txBody>
      </p:sp>
    </p:spTree>
    <p:extLst>
      <p:ext uri="{BB962C8B-B14F-4D97-AF65-F5344CB8AC3E}">
        <p14:creationId xmlns:p14="http://schemas.microsoft.com/office/powerpoint/2010/main" val="1148236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4E4793-2D78-4E0C-71C9-5E1DC0E2B6F8}"/>
              </a:ext>
            </a:extLst>
          </p:cNvPr>
          <p:cNvSpPr>
            <a:spLocks noGrp="1"/>
          </p:cNvSpPr>
          <p:nvPr>
            <p:ph type="title"/>
          </p:nvPr>
        </p:nvSpPr>
        <p:spPr/>
        <p:txBody>
          <a:bodyPr/>
          <a:lstStyle/>
          <a:p>
            <a:r>
              <a:rPr lang="da-DK"/>
              <a:t>Klik for at redigere titeltypografien i masteren</a:t>
            </a:r>
          </a:p>
        </p:txBody>
      </p:sp>
      <p:sp>
        <p:nvSpPr>
          <p:cNvPr id="3" name="Pladsholder til indhold 2">
            <a:extLst>
              <a:ext uri="{FF2B5EF4-FFF2-40B4-BE49-F238E27FC236}">
                <a16:creationId xmlns:a16="http://schemas.microsoft.com/office/drawing/2014/main" id="{FC3BC536-BB9F-04F4-0638-C44276021B25}"/>
              </a:ext>
            </a:extLst>
          </p:cNvPr>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886384FB-4C92-B503-665D-B5BCA3B2363A}"/>
              </a:ext>
            </a:extLst>
          </p:cNvPr>
          <p:cNvSpPr>
            <a:spLocks noGrp="1"/>
          </p:cNvSpPr>
          <p:nvPr>
            <p:ph type="dt" sz="half" idx="10"/>
          </p:nvPr>
        </p:nvSpPr>
        <p:spPr/>
        <p:txBody>
          <a:bodyPr/>
          <a:lstStyle/>
          <a:p>
            <a:fld id="{AA3D0638-8B36-44BF-ACDB-6C74D2B73B8A}" type="datetimeFigureOut">
              <a:rPr lang="da-DK" smtClean="0"/>
              <a:t>18-09-2026</a:t>
            </a:fld>
            <a:endParaRPr lang="da-DK"/>
          </a:p>
        </p:txBody>
      </p:sp>
      <p:sp>
        <p:nvSpPr>
          <p:cNvPr id="5" name="Pladsholder til sidefod 4">
            <a:extLst>
              <a:ext uri="{FF2B5EF4-FFF2-40B4-BE49-F238E27FC236}">
                <a16:creationId xmlns:a16="http://schemas.microsoft.com/office/drawing/2014/main" id="{A6FD1B3E-3FF2-F33E-2B04-DF37C1F5B013}"/>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306DFB4D-39E9-D356-4837-A4236062795B}"/>
              </a:ext>
            </a:extLst>
          </p:cNvPr>
          <p:cNvSpPr>
            <a:spLocks noGrp="1"/>
          </p:cNvSpPr>
          <p:nvPr>
            <p:ph type="sldNum" sz="quarter" idx="12"/>
          </p:nvPr>
        </p:nvSpPr>
        <p:spPr/>
        <p:txBody>
          <a:bodyPr/>
          <a:lstStyle/>
          <a:p>
            <a:fld id="{B5D6C1D8-B360-4DB9-9D72-DA780873BF92}" type="slidenum">
              <a:rPr lang="da-DK" smtClean="0"/>
              <a:t>‹nr.›</a:t>
            </a:fld>
            <a:endParaRPr lang="da-DK"/>
          </a:p>
        </p:txBody>
      </p:sp>
    </p:spTree>
    <p:extLst>
      <p:ext uri="{BB962C8B-B14F-4D97-AF65-F5344CB8AC3E}">
        <p14:creationId xmlns:p14="http://schemas.microsoft.com/office/powerpoint/2010/main" val="1800341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0254F4-40C1-037B-F9EB-051821E7D23D}"/>
              </a:ext>
            </a:extLst>
          </p:cNvPr>
          <p:cNvSpPr>
            <a:spLocks noGrp="1"/>
          </p:cNvSpPr>
          <p:nvPr>
            <p:ph type="title"/>
          </p:nvPr>
        </p:nvSpPr>
        <p:spPr>
          <a:xfrm>
            <a:off x="831850" y="1709738"/>
            <a:ext cx="10515600" cy="2852737"/>
          </a:xfrm>
        </p:spPr>
        <p:txBody>
          <a:bodyPr anchor="b"/>
          <a:lstStyle>
            <a:lvl1pPr>
              <a:defRPr sz="6000"/>
            </a:lvl1pPr>
          </a:lstStyle>
          <a:p>
            <a:r>
              <a:rPr lang="da-DK"/>
              <a:t>Klik for at redigere titeltypografien i masteren</a:t>
            </a:r>
          </a:p>
        </p:txBody>
      </p:sp>
      <p:sp>
        <p:nvSpPr>
          <p:cNvPr id="3" name="Pladsholder til tekst 2">
            <a:extLst>
              <a:ext uri="{FF2B5EF4-FFF2-40B4-BE49-F238E27FC236}">
                <a16:creationId xmlns:a16="http://schemas.microsoft.com/office/drawing/2014/main" id="{EA3803AF-7CFF-3240-5923-A99037AE6D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a-DK"/>
              <a:t>Klik for at redigere teksttypografierne i masteren</a:t>
            </a:r>
          </a:p>
        </p:txBody>
      </p:sp>
      <p:sp>
        <p:nvSpPr>
          <p:cNvPr id="4" name="Pladsholder til dato 3">
            <a:extLst>
              <a:ext uri="{FF2B5EF4-FFF2-40B4-BE49-F238E27FC236}">
                <a16:creationId xmlns:a16="http://schemas.microsoft.com/office/drawing/2014/main" id="{08332473-2041-DB43-1F5C-08A46E8DED52}"/>
              </a:ext>
            </a:extLst>
          </p:cNvPr>
          <p:cNvSpPr>
            <a:spLocks noGrp="1"/>
          </p:cNvSpPr>
          <p:nvPr>
            <p:ph type="dt" sz="half" idx="10"/>
          </p:nvPr>
        </p:nvSpPr>
        <p:spPr/>
        <p:txBody>
          <a:bodyPr/>
          <a:lstStyle/>
          <a:p>
            <a:fld id="{AA3D0638-8B36-44BF-ACDB-6C74D2B73B8A}" type="datetimeFigureOut">
              <a:rPr lang="da-DK" smtClean="0"/>
              <a:t>18-09-2026</a:t>
            </a:fld>
            <a:endParaRPr lang="da-DK"/>
          </a:p>
        </p:txBody>
      </p:sp>
      <p:sp>
        <p:nvSpPr>
          <p:cNvPr id="5" name="Pladsholder til sidefod 4">
            <a:extLst>
              <a:ext uri="{FF2B5EF4-FFF2-40B4-BE49-F238E27FC236}">
                <a16:creationId xmlns:a16="http://schemas.microsoft.com/office/drawing/2014/main" id="{D890387E-6DE2-3C16-10F1-3442AFAC7B9B}"/>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6E62AFD6-1FF8-B9DE-BFA9-7D550E37204A}"/>
              </a:ext>
            </a:extLst>
          </p:cNvPr>
          <p:cNvSpPr>
            <a:spLocks noGrp="1"/>
          </p:cNvSpPr>
          <p:nvPr>
            <p:ph type="sldNum" sz="quarter" idx="12"/>
          </p:nvPr>
        </p:nvSpPr>
        <p:spPr/>
        <p:txBody>
          <a:bodyPr/>
          <a:lstStyle/>
          <a:p>
            <a:fld id="{B5D6C1D8-B360-4DB9-9D72-DA780873BF92}" type="slidenum">
              <a:rPr lang="da-DK" smtClean="0"/>
              <a:t>‹nr.›</a:t>
            </a:fld>
            <a:endParaRPr lang="da-DK"/>
          </a:p>
        </p:txBody>
      </p:sp>
    </p:spTree>
    <p:extLst>
      <p:ext uri="{BB962C8B-B14F-4D97-AF65-F5344CB8AC3E}">
        <p14:creationId xmlns:p14="http://schemas.microsoft.com/office/powerpoint/2010/main" val="906321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285020-F5F2-DB7E-482B-F0DBCD53B3B8}"/>
              </a:ext>
            </a:extLst>
          </p:cNvPr>
          <p:cNvSpPr>
            <a:spLocks noGrp="1"/>
          </p:cNvSpPr>
          <p:nvPr>
            <p:ph type="title"/>
          </p:nvPr>
        </p:nvSpPr>
        <p:spPr/>
        <p:txBody>
          <a:bodyPr/>
          <a:lstStyle/>
          <a:p>
            <a:r>
              <a:rPr lang="da-DK"/>
              <a:t>Klik for at redigere titeltypografien i masteren</a:t>
            </a:r>
          </a:p>
        </p:txBody>
      </p:sp>
      <p:sp>
        <p:nvSpPr>
          <p:cNvPr id="3" name="Pladsholder til indhold 2">
            <a:extLst>
              <a:ext uri="{FF2B5EF4-FFF2-40B4-BE49-F238E27FC236}">
                <a16:creationId xmlns:a16="http://schemas.microsoft.com/office/drawing/2014/main" id="{8571DACF-BA53-843E-3818-A1A6B75510E5}"/>
              </a:ext>
            </a:extLst>
          </p:cNvPr>
          <p:cNvSpPr>
            <a:spLocks noGrp="1"/>
          </p:cNvSpPr>
          <p:nvPr>
            <p:ph sz="half" idx="1"/>
          </p:nvPr>
        </p:nvSpPr>
        <p:spPr>
          <a:xfrm>
            <a:off x="838200" y="1825625"/>
            <a:ext cx="5181600" cy="43513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indhold 3">
            <a:extLst>
              <a:ext uri="{FF2B5EF4-FFF2-40B4-BE49-F238E27FC236}">
                <a16:creationId xmlns:a16="http://schemas.microsoft.com/office/drawing/2014/main" id="{0849987E-30BC-B683-EB35-35FA15B08A43}"/>
              </a:ext>
            </a:extLst>
          </p:cNvPr>
          <p:cNvSpPr>
            <a:spLocks noGrp="1"/>
          </p:cNvSpPr>
          <p:nvPr>
            <p:ph sz="half" idx="2"/>
          </p:nvPr>
        </p:nvSpPr>
        <p:spPr>
          <a:xfrm>
            <a:off x="6172200" y="1825625"/>
            <a:ext cx="5181600" cy="43513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5" name="Pladsholder til dato 4">
            <a:extLst>
              <a:ext uri="{FF2B5EF4-FFF2-40B4-BE49-F238E27FC236}">
                <a16:creationId xmlns:a16="http://schemas.microsoft.com/office/drawing/2014/main" id="{05C91A97-A1D1-BA0D-950A-6974A0549431}"/>
              </a:ext>
            </a:extLst>
          </p:cNvPr>
          <p:cNvSpPr>
            <a:spLocks noGrp="1"/>
          </p:cNvSpPr>
          <p:nvPr>
            <p:ph type="dt" sz="half" idx="10"/>
          </p:nvPr>
        </p:nvSpPr>
        <p:spPr/>
        <p:txBody>
          <a:bodyPr/>
          <a:lstStyle/>
          <a:p>
            <a:fld id="{AA3D0638-8B36-44BF-ACDB-6C74D2B73B8A}" type="datetimeFigureOut">
              <a:rPr lang="da-DK" smtClean="0"/>
              <a:t>18-09-2026</a:t>
            </a:fld>
            <a:endParaRPr lang="da-DK"/>
          </a:p>
        </p:txBody>
      </p:sp>
      <p:sp>
        <p:nvSpPr>
          <p:cNvPr id="6" name="Pladsholder til sidefod 5">
            <a:extLst>
              <a:ext uri="{FF2B5EF4-FFF2-40B4-BE49-F238E27FC236}">
                <a16:creationId xmlns:a16="http://schemas.microsoft.com/office/drawing/2014/main" id="{3B492834-31E5-8BFB-9AB5-F24B3555D7F5}"/>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34784E6A-18A0-FE17-B58C-D749BBCA8633}"/>
              </a:ext>
            </a:extLst>
          </p:cNvPr>
          <p:cNvSpPr>
            <a:spLocks noGrp="1"/>
          </p:cNvSpPr>
          <p:nvPr>
            <p:ph type="sldNum" sz="quarter" idx="12"/>
          </p:nvPr>
        </p:nvSpPr>
        <p:spPr/>
        <p:txBody>
          <a:bodyPr/>
          <a:lstStyle/>
          <a:p>
            <a:fld id="{B5D6C1D8-B360-4DB9-9D72-DA780873BF92}" type="slidenum">
              <a:rPr lang="da-DK" smtClean="0"/>
              <a:t>‹nr.›</a:t>
            </a:fld>
            <a:endParaRPr lang="da-DK"/>
          </a:p>
        </p:txBody>
      </p:sp>
    </p:spTree>
    <p:extLst>
      <p:ext uri="{BB962C8B-B14F-4D97-AF65-F5344CB8AC3E}">
        <p14:creationId xmlns:p14="http://schemas.microsoft.com/office/powerpoint/2010/main" val="1219457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4B7C6A-F6B8-5891-C16C-304A9D54F721}"/>
              </a:ext>
            </a:extLst>
          </p:cNvPr>
          <p:cNvSpPr>
            <a:spLocks noGrp="1"/>
          </p:cNvSpPr>
          <p:nvPr>
            <p:ph type="title"/>
          </p:nvPr>
        </p:nvSpPr>
        <p:spPr>
          <a:xfrm>
            <a:off x="839788" y="365125"/>
            <a:ext cx="10515600" cy="1325563"/>
          </a:xfrm>
        </p:spPr>
        <p:txBody>
          <a:bodyPr/>
          <a:lstStyle/>
          <a:p>
            <a:r>
              <a:rPr lang="da-DK"/>
              <a:t>Klik for at redigere titeltypografien i masteren</a:t>
            </a:r>
          </a:p>
        </p:txBody>
      </p:sp>
      <p:sp>
        <p:nvSpPr>
          <p:cNvPr id="3" name="Pladsholder til tekst 2">
            <a:extLst>
              <a:ext uri="{FF2B5EF4-FFF2-40B4-BE49-F238E27FC236}">
                <a16:creationId xmlns:a16="http://schemas.microsoft.com/office/drawing/2014/main" id="{51B495BC-E18E-BA25-5739-F9FC594E69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4" name="Pladsholder til indhold 3">
            <a:extLst>
              <a:ext uri="{FF2B5EF4-FFF2-40B4-BE49-F238E27FC236}">
                <a16:creationId xmlns:a16="http://schemas.microsoft.com/office/drawing/2014/main" id="{A780AB5F-1D1A-0963-3BDD-00ED3AC9A508}"/>
              </a:ext>
            </a:extLst>
          </p:cNvPr>
          <p:cNvSpPr>
            <a:spLocks noGrp="1"/>
          </p:cNvSpPr>
          <p:nvPr>
            <p:ph sz="half" idx="2"/>
          </p:nvPr>
        </p:nvSpPr>
        <p:spPr>
          <a:xfrm>
            <a:off x="839788" y="2505075"/>
            <a:ext cx="5157787" cy="368458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5" name="Pladsholder til tekst 4">
            <a:extLst>
              <a:ext uri="{FF2B5EF4-FFF2-40B4-BE49-F238E27FC236}">
                <a16:creationId xmlns:a16="http://schemas.microsoft.com/office/drawing/2014/main" id="{230DF984-0786-7E5F-EE8F-011667A42A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6" name="Pladsholder til indhold 5">
            <a:extLst>
              <a:ext uri="{FF2B5EF4-FFF2-40B4-BE49-F238E27FC236}">
                <a16:creationId xmlns:a16="http://schemas.microsoft.com/office/drawing/2014/main" id="{3107814D-3DEC-3B94-8CFC-1F4D0EFC2234}"/>
              </a:ext>
            </a:extLst>
          </p:cNvPr>
          <p:cNvSpPr>
            <a:spLocks noGrp="1"/>
          </p:cNvSpPr>
          <p:nvPr>
            <p:ph sz="quarter" idx="4"/>
          </p:nvPr>
        </p:nvSpPr>
        <p:spPr>
          <a:xfrm>
            <a:off x="6172200" y="2505075"/>
            <a:ext cx="5183188" cy="368458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7" name="Pladsholder til dato 6">
            <a:extLst>
              <a:ext uri="{FF2B5EF4-FFF2-40B4-BE49-F238E27FC236}">
                <a16:creationId xmlns:a16="http://schemas.microsoft.com/office/drawing/2014/main" id="{61E0FD96-A9F8-F218-5E6F-357DB918110B}"/>
              </a:ext>
            </a:extLst>
          </p:cNvPr>
          <p:cNvSpPr>
            <a:spLocks noGrp="1"/>
          </p:cNvSpPr>
          <p:nvPr>
            <p:ph type="dt" sz="half" idx="10"/>
          </p:nvPr>
        </p:nvSpPr>
        <p:spPr/>
        <p:txBody>
          <a:bodyPr/>
          <a:lstStyle/>
          <a:p>
            <a:fld id="{AA3D0638-8B36-44BF-ACDB-6C74D2B73B8A}" type="datetimeFigureOut">
              <a:rPr lang="da-DK" smtClean="0"/>
              <a:t>18-09-2026</a:t>
            </a:fld>
            <a:endParaRPr lang="da-DK"/>
          </a:p>
        </p:txBody>
      </p:sp>
      <p:sp>
        <p:nvSpPr>
          <p:cNvPr id="8" name="Pladsholder til sidefod 7">
            <a:extLst>
              <a:ext uri="{FF2B5EF4-FFF2-40B4-BE49-F238E27FC236}">
                <a16:creationId xmlns:a16="http://schemas.microsoft.com/office/drawing/2014/main" id="{76720DDE-E596-075C-DB5F-6B6E6CFF13E1}"/>
              </a:ext>
            </a:extLst>
          </p:cNvPr>
          <p:cNvSpPr>
            <a:spLocks noGrp="1"/>
          </p:cNvSpPr>
          <p:nvPr>
            <p:ph type="ftr" sz="quarter" idx="11"/>
          </p:nvPr>
        </p:nvSpPr>
        <p:spPr/>
        <p:txBody>
          <a:bodyPr/>
          <a:lstStyle/>
          <a:p>
            <a:endParaRPr lang="da-DK"/>
          </a:p>
        </p:txBody>
      </p:sp>
      <p:sp>
        <p:nvSpPr>
          <p:cNvPr id="9" name="Pladsholder til slidenummer 8">
            <a:extLst>
              <a:ext uri="{FF2B5EF4-FFF2-40B4-BE49-F238E27FC236}">
                <a16:creationId xmlns:a16="http://schemas.microsoft.com/office/drawing/2014/main" id="{7439FF69-20EA-766F-BDB0-ACA9C0C13A7A}"/>
              </a:ext>
            </a:extLst>
          </p:cNvPr>
          <p:cNvSpPr>
            <a:spLocks noGrp="1"/>
          </p:cNvSpPr>
          <p:nvPr>
            <p:ph type="sldNum" sz="quarter" idx="12"/>
          </p:nvPr>
        </p:nvSpPr>
        <p:spPr/>
        <p:txBody>
          <a:bodyPr/>
          <a:lstStyle/>
          <a:p>
            <a:fld id="{B5D6C1D8-B360-4DB9-9D72-DA780873BF92}" type="slidenum">
              <a:rPr lang="da-DK" smtClean="0"/>
              <a:t>‹nr.›</a:t>
            </a:fld>
            <a:endParaRPr lang="da-DK"/>
          </a:p>
        </p:txBody>
      </p:sp>
    </p:spTree>
    <p:extLst>
      <p:ext uri="{BB962C8B-B14F-4D97-AF65-F5344CB8AC3E}">
        <p14:creationId xmlns:p14="http://schemas.microsoft.com/office/powerpoint/2010/main" val="1126577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20B2FD-D062-CD4D-A4B6-6729C0B1FF4B}"/>
              </a:ext>
            </a:extLst>
          </p:cNvPr>
          <p:cNvSpPr>
            <a:spLocks noGrp="1"/>
          </p:cNvSpPr>
          <p:nvPr>
            <p:ph type="title"/>
          </p:nvPr>
        </p:nvSpPr>
        <p:spPr/>
        <p:txBody>
          <a:bodyPr/>
          <a:lstStyle/>
          <a:p>
            <a:r>
              <a:rPr lang="da-DK"/>
              <a:t>Klik for at redigere titeltypografien i masteren</a:t>
            </a:r>
          </a:p>
        </p:txBody>
      </p:sp>
      <p:sp>
        <p:nvSpPr>
          <p:cNvPr id="3" name="Pladsholder til dato 2">
            <a:extLst>
              <a:ext uri="{FF2B5EF4-FFF2-40B4-BE49-F238E27FC236}">
                <a16:creationId xmlns:a16="http://schemas.microsoft.com/office/drawing/2014/main" id="{E24D02D8-74AA-8077-FC6F-32BA78E1621E}"/>
              </a:ext>
            </a:extLst>
          </p:cNvPr>
          <p:cNvSpPr>
            <a:spLocks noGrp="1"/>
          </p:cNvSpPr>
          <p:nvPr>
            <p:ph type="dt" sz="half" idx="10"/>
          </p:nvPr>
        </p:nvSpPr>
        <p:spPr/>
        <p:txBody>
          <a:bodyPr/>
          <a:lstStyle/>
          <a:p>
            <a:fld id="{AA3D0638-8B36-44BF-ACDB-6C74D2B73B8A}" type="datetimeFigureOut">
              <a:rPr lang="da-DK" smtClean="0"/>
              <a:t>18-09-2026</a:t>
            </a:fld>
            <a:endParaRPr lang="da-DK"/>
          </a:p>
        </p:txBody>
      </p:sp>
      <p:sp>
        <p:nvSpPr>
          <p:cNvPr id="4" name="Pladsholder til sidefod 3">
            <a:extLst>
              <a:ext uri="{FF2B5EF4-FFF2-40B4-BE49-F238E27FC236}">
                <a16:creationId xmlns:a16="http://schemas.microsoft.com/office/drawing/2014/main" id="{A58C9CC6-651B-BC72-0EB9-A904250B6ADB}"/>
              </a:ext>
            </a:extLst>
          </p:cNvPr>
          <p:cNvSpPr>
            <a:spLocks noGrp="1"/>
          </p:cNvSpPr>
          <p:nvPr>
            <p:ph type="ftr" sz="quarter" idx="11"/>
          </p:nvPr>
        </p:nvSpPr>
        <p:spPr/>
        <p:txBody>
          <a:bodyPr/>
          <a:lstStyle/>
          <a:p>
            <a:endParaRPr lang="da-DK"/>
          </a:p>
        </p:txBody>
      </p:sp>
      <p:sp>
        <p:nvSpPr>
          <p:cNvPr id="5" name="Pladsholder til slidenummer 4">
            <a:extLst>
              <a:ext uri="{FF2B5EF4-FFF2-40B4-BE49-F238E27FC236}">
                <a16:creationId xmlns:a16="http://schemas.microsoft.com/office/drawing/2014/main" id="{38B78D89-507A-235E-B064-DBB49960A732}"/>
              </a:ext>
            </a:extLst>
          </p:cNvPr>
          <p:cNvSpPr>
            <a:spLocks noGrp="1"/>
          </p:cNvSpPr>
          <p:nvPr>
            <p:ph type="sldNum" sz="quarter" idx="12"/>
          </p:nvPr>
        </p:nvSpPr>
        <p:spPr/>
        <p:txBody>
          <a:bodyPr/>
          <a:lstStyle/>
          <a:p>
            <a:fld id="{B5D6C1D8-B360-4DB9-9D72-DA780873BF92}" type="slidenum">
              <a:rPr lang="da-DK" smtClean="0"/>
              <a:t>‹nr.›</a:t>
            </a:fld>
            <a:endParaRPr lang="da-DK"/>
          </a:p>
        </p:txBody>
      </p:sp>
    </p:spTree>
    <p:extLst>
      <p:ext uri="{BB962C8B-B14F-4D97-AF65-F5344CB8AC3E}">
        <p14:creationId xmlns:p14="http://schemas.microsoft.com/office/powerpoint/2010/main" val="2003146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4070E0E6-942F-7F5F-6BF2-D92E93E82B05}"/>
              </a:ext>
            </a:extLst>
          </p:cNvPr>
          <p:cNvSpPr>
            <a:spLocks noGrp="1"/>
          </p:cNvSpPr>
          <p:nvPr>
            <p:ph type="dt" sz="half" idx="10"/>
          </p:nvPr>
        </p:nvSpPr>
        <p:spPr/>
        <p:txBody>
          <a:bodyPr/>
          <a:lstStyle/>
          <a:p>
            <a:fld id="{AA3D0638-8B36-44BF-ACDB-6C74D2B73B8A}" type="datetimeFigureOut">
              <a:rPr lang="da-DK" smtClean="0"/>
              <a:t>18-09-2026</a:t>
            </a:fld>
            <a:endParaRPr lang="da-DK"/>
          </a:p>
        </p:txBody>
      </p:sp>
      <p:sp>
        <p:nvSpPr>
          <p:cNvPr id="3" name="Pladsholder til sidefod 2">
            <a:extLst>
              <a:ext uri="{FF2B5EF4-FFF2-40B4-BE49-F238E27FC236}">
                <a16:creationId xmlns:a16="http://schemas.microsoft.com/office/drawing/2014/main" id="{520B37BF-B437-29C0-E31B-ECD284ADABE8}"/>
              </a:ext>
            </a:extLst>
          </p:cNvPr>
          <p:cNvSpPr>
            <a:spLocks noGrp="1"/>
          </p:cNvSpPr>
          <p:nvPr>
            <p:ph type="ftr" sz="quarter" idx="11"/>
          </p:nvPr>
        </p:nvSpPr>
        <p:spPr/>
        <p:txBody>
          <a:bodyPr/>
          <a:lstStyle/>
          <a:p>
            <a:endParaRPr lang="da-DK"/>
          </a:p>
        </p:txBody>
      </p:sp>
      <p:sp>
        <p:nvSpPr>
          <p:cNvPr id="4" name="Pladsholder til slidenummer 3">
            <a:extLst>
              <a:ext uri="{FF2B5EF4-FFF2-40B4-BE49-F238E27FC236}">
                <a16:creationId xmlns:a16="http://schemas.microsoft.com/office/drawing/2014/main" id="{74C1505C-3F1D-E256-0646-D9DDD9FA5398}"/>
              </a:ext>
            </a:extLst>
          </p:cNvPr>
          <p:cNvSpPr>
            <a:spLocks noGrp="1"/>
          </p:cNvSpPr>
          <p:nvPr>
            <p:ph type="sldNum" sz="quarter" idx="12"/>
          </p:nvPr>
        </p:nvSpPr>
        <p:spPr/>
        <p:txBody>
          <a:bodyPr/>
          <a:lstStyle/>
          <a:p>
            <a:fld id="{B5D6C1D8-B360-4DB9-9D72-DA780873BF92}" type="slidenum">
              <a:rPr lang="da-DK" smtClean="0"/>
              <a:t>‹nr.›</a:t>
            </a:fld>
            <a:endParaRPr lang="da-DK"/>
          </a:p>
        </p:txBody>
      </p:sp>
    </p:spTree>
    <p:extLst>
      <p:ext uri="{BB962C8B-B14F-4D97-AF65-F5344CB8AC3E}">
        <p14:creationId xmlns:p14="http://schemas.microsoft.com/office/powerpoint/2010/main" val="325113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07A2C3-EEF4-6A90-34B7-A0B904226FB4}"/>
              </a:ext>
            </a:extLst>
          </p:cNvPr>
          <p:cNvSpPr>
            <a:spLocks noGrp="1"/>
          </p:cNvSpPr>
          <p:nvPr>
            <p:ph type="title"/>
          </p:nvPr>
        </p:nvSpPr>
        <p:spPr>
          <a:xfrm>
            <a:off x="839788" y="457200"/>
            <a:ext cx="3932237" cy="1600200"/>
          </a:xfrm>
        </p:spPr>
        <p:txBody>
          <a:bodyPr anchor="b"/>
          <a:lstStyle>
            <a:lvl1pPr>
              <a:defRPr sz="3200"/>
            </a:lvl1pPr>
          </a:lstStyle>
          <a:p>
            <a:r>
              <a:rPr lang="da-DK"/>
              <a:t>Klik for at redigere titeltypografien i masteren</a:t>
            </a:r>
          </a:p>
        </p:txBody>
      </p:sp>
      <p:sp>
        <p:nvSpPr>
          <p:cNvPr id="3" name="Pladsholder til indhold 2">
            <a:extLst>
              <a:ext uri="{FF2B5EF4-FFF2-40B4-BE49-F238E27FC236}">
                <a16:creationId xmlns:a16="http://schemas.microsoft.com/office/drawing/2014/main" id="{AB969BAB-4F85-D45A-32D1-145BF4140E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tekst 3">
            <a:extLst>
              <a:ext uri="{FF2B5EF4-FFF2-40B4-BE49-F238E27FC236}">
                <a16:creationId xmlns:a16="http://schemas.microsoft.com/office/drawing/2014/main" id="{E04E3A6D-0BA0-E6FF-5DB2-D0537BADF9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Pladsholder til dato 4">
            <a:extLst>
              <a:ext uri="{FF2B5EF4-FFF2-40B4-BE49-F238E27FC236}">
                <a16:creationId xmlns:a16="http://schemas.microsoft.com/office/drawing/2014/main" id="{752E08F5-CA59-9DB0-4499-6DEA983C23C9}"/>
              </a:ext>
            </a:extLst>
          </p:cNvPr>
          <p:cNvSpPr>
            <a:spLocks noGrp="1"/>
          </p:cNvSpPr>
          <p:nvPr>
            <p:ph type="dt" sz="half" idx="10"/>
          </p:nvPr>
        </p:nvSpPr>
        <p:spPr/>
        <p:txBody>
          <a:bodyPr/>
          <a:lstStyle/>
          <a:p>
            <a:fld id="{AA3D0638-8B36-44BF-ACDB-6C74D2B73B8A}" type="datetimeFigureOut">
              <a:rPr lang="da-DK" smtClean="0"/>
              <a:t>18-09-2026</a:t>
            </a:fld>
            <a:endParaRPr lang="da-DK"/>
          </a:p>
        </p:txBody>
      </p:sp>
      <p:sp>
        <p:nvSpPr>
          <p:cNvPr id="6" name="Pladsholder til sidefod 5">
            <a:extLst>
              <a:ext uri="{FF2B5EF4-FFF2-40B4-BE49-F238E27FC236}">
                <a16:creationId xmlns:a16="http://schemas.microsoft.com/office/drawing/2014/main" id="{45E5F174-25FD-1759-C421-2D8700C7E2D6}"/>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08E6D37E-5589-B0B8-A24A-2EF2716353E7}"/>
              </a:ext>
            </a:extLst>
          </p:cNvPr>
          <p:cNvSpPr>
            <a:spLocks noGrp="1"/>
          </p:cNvSpPr>
          <p:nvPr>
            <p:ph type="sldNum" sz="quarter" idx="12"/>
          </p:nvPr>
        </p:nvSpPr>
        <p:spPr/>
        <p:txBody>
          <a:bodyPr/>
          <a:lstStyle/>
          <a:p>
            <a:fld id="{B5D6C1D8-B360-4DB9-9D72-DA780873BF92}" type="slidenum">
              <a:rPr lang="da-DK" smtClean="0"/>
              <a:t>‹nr.›</a:t>
            </a:fld>
            <a:endParaRPr lang="da-DK"/>
          </a:p>
        </p:txBody>
      </p:sp>
    </p:spTree>
    <p:extLst>
      <p:ext uri="{BB962C8B-B14F-4D97-AF65-F5344CB8AC3E}">
        <p14:creationId xmlns:p14="http://schemas.microsoft.com/office/powerpoint/2010/main" val="1992511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B96092-9DB7-4A80-5137-8DDBC0EBDDC6}"/>
              </a:ext>
            </a:extLst>
          </p:cNvPr>
          <p:cNvSpPr>
            <a:spLocks noGrp="1"/>
          </p:cNvSpPr>
          <p:nvPr>
            <p:ph type="title"/>
          </p:nvPr>
        </p:nvSpPr>
        <p:spPr>
          <a:xfrm>
            <a:off x="839788" y="457200"/>
            <a:ext cx="3932237" cy="1600200"/>
          </a:xfrm>
        </p:spPr>
        <p:txBody>
          <a:bodyPr anchor="b"/>
          <a:lstStyle>
            <a:lvl1pPr>
              <a:defRPr sz="3200"/>
            </a:lvl1pPr>
          </a:lstStyle>
          <a:p>
            <a:r>
              <a:rPr lang="da-DK"/>
              <a:t>Klik for at redigere titeltypografien i masteren</a:t>
            </a:r>
          </a:p>
        </p:txBody>
      </p:sp>
      <p:sp>
        <p:nvSpPr>
          <p:cNvPr id="3" name="Pladsholder til billede 2">
            <a:extLst>
              <a:ext uri="{FF2B5EF4-FFF2-40B4-BE49-F238E27FC236}">
                <a16:creationId xmlns:a16="http://schemas.microsoft.com/office/drawing/2014/main" id="{26D33F5E-18A9-5E02-5B28-C1714B50D4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Pladsholder til tekst 3">
            <a:extLst>
              <a:ext uri="{FF2B5EF4-FFF2-40B4-BE49-F238E27FC236}">
                <a16:creationId xmlns:a16="http://schemas.microsoft.com/office/drawing/2014/main" id="{8F1918C5-B45B-8B41-D373-5FA131A389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Pladsholder til dato 4">
            <a:extLst>
              <a:ext uri="{FF2B5EF4-FFF2-40B4-BE49-F238E27FC236}">
                <a16:creationId xmlns:a16="http://schemas.microsoft.com/office/drawing/2014/main" id="{D9F80B1E-FBF2-D393-0A69-0E3B5AE02A96}"/>
              </a:ext>
            </a:extLst>
          </p:cNvPr>
          <p:cNvSpPr>
            <a:spLocks noGrp="1"/>
          </p:cNvSpPr>
          <p:nvPr>
            <p:ph type="dt" sz="half" idx="10"/>
          </p:nvPr>
        </p:nvSpPr>
        <p:spPr/>
        <p:txBody>
          <a:bodyPr/>
          <a:lstStyle/>
          <a:p>
            <a:fld id="{AA3D0638-8B36-44BF-ACDB-6C74D2B73B8A}" type="datetimeFigureOut">
              <a:rPr lang="da-DK" smtClean="0"/>
              <a:t>18-09-2026</a:t>
            </a:fld>
            <a:endParaRPr lang="da-DK"/>
          </a:p>
        </p:txBody>
      </p:sp>
      <p:sp>
        <p:nvSpPr>
          <p:cNvPr id="6" name="Pladsholder til sidefod 5">
            <a:extLst>
              <a:ext uri="{FF2B5EF4-FFF2-40B4-BE49-F238E27FC236}">
                <a16:creationId xmlns:a16="http://schemas.microsoft.com/office/drawing/2014/main" id="{E5799114-AFFE-2A42-3180-EEDBF9697E4D}"/>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B0352735-F92F-2749-0E0D-699984B4C70A}"/>
              </a:ext>
            </a:extLst>
          </p:cNvPr>
          <p:cNvSpPr>
            <a:spLocks noGrp="1"/>
          </p:cNvSpPr>
          <p:nvPr>
            <p:ph type="sldNum" sz="quarter" idx="12"/>
          </p:nvPr>
        </p:nvSpPr>
        <p:spPr/>
        <p:txBody>
          <a:bodyPr/>
          <a:lstStyle/>
          <a:p>
            <a:fld id="{B5D6C1D8-B360-4DB9-9D72-DA780873BF92}" type="slidenum">
              <a:rPr lang="da-DK" smtClean="0"/>
              <a:t>‹nr.›</a:t>
            </a:fld>
            <a:endParaRPr lang="da-DK"/>
          </a:p>
        </p:txBody>
      </p:sp>
    </p:spTree>
    <p:extLst>
      <p:ext uri="{BB962C8B-B14F-4D97-AF65-F5344CB8AC3E}">
        <p14:creationId xmlns:p14="http://schemas.microsoft.com/office/powerpoint/2010/main" val="2619395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D8B506A-C0D0-5569-1508-177F70848778}"/>
              </a:ext>
            </a:extLst>
          </p:cNvPr>
          <p:cNvSpPr>
            <a:spLocks noGrp="1"/>
          </p:cNvSpPr>
          <p:nvPr>
            <p:ph type="title"/>
          </p:nvPr>
        </p:nvSpPr>
        <p:spPr/>
        <p:txBody>
          <a:bodyPr/>
          <a:lstStyle/>
          <a:p>
            <a:r>
              <a:rPr lang="da-DK"/>
              <a:t>Klik for at redigere titeltypografien i masteren</a:t>
            </a:r>
          </a:p>
        </p:txBody>
      </p:sp>
      <p:sp>
        <p:nvSpPr>
          <p:cNvPr id="3" name="Pladsholder til lodret titel 2">
            <a:extLst>
              <a:ext uri="{FF2B5EF4-FFF2-40B4-BE49-F238E27FC236}">
                <a16:creationId xmlns:a16="http://schemas.microsoft.com/office/drawing/2014/main" id="{D97A59A7-79D3-5F4D-037A-51042746778C}"/>
              </a:ext>
            </a:extLst>
          </p:cNvPr>
          <p:cNvSpPr>
            <a:spLocks noGrp="1"/>
          </p:cNvSpPr>
          <p:nvPr>
            <p:ph type="body" orient="vert" idx="1"/>
          </p:nvPr>
        </p:nvSpPr>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E054097F-66B8-8A9E-6A60-90BD91BFE7CB}"/>
              </a:ext>
            </a:extLst>
          </p:cNvPr>
          <p:cNvSpPr>
            <a:spLocks noGrp="1"/>
          </p:cNvSpPr>
          <p:nvPr>
            <p:ph type="dt" sz="half" idx="10"/>
          </p:nvPr>
        </p:nvSpPr>
        <p:spPr/>
        <p:txBody>
          <a:bodyPr/>
          <a:lstStyle/>
          <a:p>
            <a:fld id="{AA3D0638-8B36-44BF-ACDB-6C74D2B73B8A}" type="datetimeFigureOut">
              <a:rPr lang="da-DK" smtClean="0"/>
              <a:t>18-09-2026</a:t>
            </a:fld>
            <a:endParaRPr lang="da-DK"/>
          </a:p>
        </p:txBody>
      </p:sp>
      <p:sp>
        <p:nvSpPr>
          <p:cNvPr id="5" name="Pladsholder til sidefod 4">
            <a:extLst>
              <a:ext uri="{FF2B5EF4-FFF2-40B4-BE49-F238E27FC236}">
                <a16:creationId xmlns:a16="http://schemas.microsoft.com/office/drawing/2014/main" id="{B5A01BCE-BDA0-D9E5-BAC3-61178A95A6A0}"/>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F251C30B-3ACA-1951-FD3B-01F1F3CEBA14}"/>
              </a:ext>
            </a:extLst>
          </p:cNvPr>
          <p:cNvSpPr>
            <a:spLocks noGrp="1"/>
          </p:cNvSpPr>
          <p:nvPr>
            <p:ph type="sldNum" sz="quarter" idx="12"/>
          </p:nvPr>
        </p:nvSpPr>
        <p:spPr/>
        <p:txBody>
          <a:bodyPr/>
          <a:lstStyle/>
          <a:p>
            <a:fld id="{B5D6C1D8-B360-4DB9-9D72-DA780873BF92}" type="slidenum">
              <a:rPr lang="da-DK" smtClean="0"/>
              <a:t>‹nr.›</a:t>
            </a:fld>
            <a:endParaRPr lang="da-DK"/>
          </a:p>
        </p:txBody>
      </p:sp>
    </p:spTree>
    <p:extLst>
      <p:ext uri="{BB962C8B-B14F-4D97-AF65-F5344CB8AC3E}">
        <p14:creationId xmlns:p14="http://schemas.microsoft.com/office/powerpoint/2010/main" val="3997305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Lodret titel 1">
            <a:extLst>
              <a:ext uri="{FF2B5EF4-FFF2-40B4-BE49-F238E27FC236}">
                <a16:creationId xmlns:a16="http://schemas.microsoft.com/office/drawing/2014/main" id="{64034602-1FB2-00AD-1CA6-04602B33A641}"/>
              </a:ext>
            </a:extLst>
          </p:cNvPr>
          <p:cNvSpPr>
            <a:spLocks noGrp="1"/>
          </p:cNvSpPr>
          <p:nvPr>
            <p:ph type="title" orient="vert"/>
          </p:nvPr>
        </p:nvSpPr>
        <p:spPr>
          <a:xfrm>
            <a:off x="8724900" y="365125"/>
            <a:ext cx="2628900" cy="5811838"/>
          </a:xfrm>
        </p:spPr>
        <p:txBody>
          <a:bodyPr vert="eaVert"/>
          <a:lstStyle/>
          <a:p>
            <a:r>
              <a:rPr lang="da-DK"/>
              <a:t>Klik for at redigere titeltypografien i masteren</a:t>
            </a:r>
          </a:p>
        </p:txBody>
      </p:sp>
      <p:sp>
        <p:nvSpPr>
          <p:cNvPr id="3" name="Pladsholder til lodret titel 2">
            <a:extLst>
              <a:ext uri="{FF2B5EF4-FFF2-40B4-BE49-F238E27FC236}">
                <a16:creationId xmlns:a16="http://schemas.microsoft.com/office/drawing/2014/main" id="{93324086-DCB7-5A9A-6BA6-7C9831562F3E}"/>
              </a:ext>
            </a:extLst>
          </p:cNvPr>
          <p:cNvSpPr>
            <a:spLocks noGrp="1"/>
          </p:cNvSpPr>
          <p:nvPr>
            <p:ph type="body" orient="vert" idx="1"/>
          </p:nvPr>
        </p:nvSpPr>
        <p:spPr>
          <a:xfrm>
            <a:off x="838200" y="365125"/>
            <a:ext cx="7734300" cy="5811838"/>
          </a:xfrm>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F386DA97-2CA9-5E99-DBD7-A557871AF811}"/>
              </a:ext>
            </a:extLst>
          </p:cNvPr>
          <p:cNvSpPr>
            <a:spLocks noGrp="1"/>
          </p:cNvSpPr>
          <p:nvPr>
            <p:ph type="dt" sz="half" idx="10"/>
          </p:nvPr>
        </p:nvSpPr>
        <p:spPr/>
        <p:txBody>
          <a:bodyPr/>
          <a:lstStyle/>
          <a:p>
            <a:fld id="{AA3D0638-8B36-44BF-ACDB-6C74D2B73B8A}" type="datetimeFigureOut">
              <a:rPr lang="da-DK" smtClean="0"/>
              <a:t>18-09-2026</a:t>
            </a:fld>
            <a:endParaRPr lang="da-DK"/>
          </a:p>
        </p:txBody>
      </p:sp>
      <p:sp>
        <p:nvSpPr>
          <p:cNvPr id="5" name="Pladsholder til sidefod 4">
            <a:extLst>
              <a:ext uri="{FF2B5EF4-FFF2-40B4-BE49-F238E27FC236}">
                <a16:creationId xmlns:a16="http://schemas.microsoft.com/office/drawing/2014/main" id="{4D55E94B-75EC-9CAF-684B-00573DC95123}"/>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DF34F86E-05B6-66E7-4F14-35647893DA3D}"/>
              </a:ext>
            </a:extLst>
          </p:cNvPr>
          <p:cNvSpPr>
            <a:spLocks noGrp="1"/>
          </p:cNvSpPr>
          <p:nvPr>
            <p:ph type="sldNum" sz="quarter" idx="12"/>
          </p:nvPr>
        </p:nvSpPr>
        <p:spPr/>
        <p:txBody>
          <a:bodyPr/>
          <a:lstStyle/>
          <a:p>
            <a:fld id="{B5D6C1D8-B360-4DB9-9D72-DA780873BF92}" type="slidenum">
              <a:rPr lang="da-DK" smtClean="0"/>
              <a:t>‹nr.›</a:t>
            </a:fld>
            <a:endParaRPr lang="da-DK"/>
          </a:p>
        </p:txBody>
      </p:sp>
    </p:spTree>
    <p:extLst>
      <p:ext uri="{BB962C8B-B14F-4D97-AF65-F5344CB8AC3E}">
        <p14:creationId xmlns:p14="http://schemas.microsoft.com/office/powerpoint/2010/main" val="1437761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titel 1">
            <a:extLst>
              <a:ext uri="{FF2B5EF4-FFF2-40B4-BE49-F238E27FC236}">
                <a16:creationId xmlns:a16="http://schemas.microsoft.com/office/drawing/2014/main" id="{3C6B6445-A5E2-B34D-AC1A-14071944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a-DK"/>
              <a:t>Klik for at redigere titeltypografien i masteren</a:t>
            </a:r>
          </a:p>
        </p:txBody>
      </p:sp>
      <p:sp>
        <p:nvSpPr>
          <p:cNvPr id="3" name="Pladsholder til tekst 2">
            <a:extLst>
              <a:ext uri="{FF2B5EF4-FFF2-40B4-BE49-F238E27FC236}">
                <a16:creationId xmlns:a16="http://schemas.microsoft.com/office/drawing/2014/main" id="{005ECC33-ACDC-A15E-CEDB-369F63B398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BCADB92B-7BA1-0E4D-D861-A3E80713EE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3D0638-8B36-44BF-ACDB-6C74D2B73B8A}" type="datetimeFigureOut">
              <a:rPr lang="da-DK" smtClean="0"/>
              <a:t>18-09-2026</a:t>
            </a:fld>
            <a:endParaRPr lang="da-DK"/>
          </a:p>
        </p:txBody>
      </p:sp>
      <p:sp>
        <p:nvSpPr>
          <p:cNvPr id="5" name="Pladsholder til sidefod 4">
            <a:extLst>
              <a:ext uri="{FF2B5EF4-FFF2-40B4-BE49-F238E27FC236}">
                <a16:creationId xmlns:a16="http://schemas.microsoft.com/office/drawing/2014/main" id="{43AE89C4-C1D5-68C5-0C2B-DF6AAAC1AE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a-DK"/>
          </a:p>
        </p:txBody>
      </p:sp>
      <p:sp>
        <p:nvSpPr>
          <p:cNvPr id="6" name="Pladsholder til slidenummer 5">
            <a:extLst>
              <a:ext uri="{FF2B5EF4-FFF2-40B4-BE49-F238E27FC236}">
                <a16:creationId xmlns:a16="http://schemas.microsoft.com/office/drawing/2014/main" id="{FAA67500-D0C5-AF73-8A2C-421F4407DC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D6C1D8-B360-4DB9-9D72-DA780873BF92}" type="slidenum">
              <a:rPr lang="da-DK" smtClean="0"/>
              <a:t>‹nr.›</a:t>
            </a:fld>
            <a:endParaRPr lang="da-DK"/>
          </a:p>
        </p:txBody>
      </p:sp>
    </p:spTree>
    <p:extLst>
      <p:ext uri="{BB962C8B-B14F-4D97-AF65-F5344CB8AC3E}">
        <p14:creationId xmlns:p14="http://schemas.microsoft.com/office/powerpoint/2010/main" val="41348323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6" Type="http://schemas.openxmlformats.org/officeDocument/2006/relationships/image" Target="../media/image13.png"/><Relationship Id="rId21" Type="http://schemas.openxmlformats.org/officeDocument/2006/relationships/customXml" Target="../ink/ink10.xml"/><Relationship Id="rId42" Type="http://schemas.openxmlformats.org/officeDocument/2006/relationships/image" Target="../media/image21.png"/><Relationship Id="rId47" Type="http://schemas.openxmlformats.org/officeDocument/2006/relationships/customXml" Target="../ink/ink23.xml"/><Relationship Id="rId63" Type="http://schemas.openxmlformats.org/officeDocument/2006/relationships/customXml" Target="../ink/ink31.xml"/><Relationship Id="rId68" Type="http://schemas.openxmlformats.org/officeDocument/2006/relationships/image" Target="../media/image34.png"/><Relationship Id="rId84" Type="http://schemas.openxmlformats.org/officeDocument/2006/relationships/image" Target="../media/image42.png"/><Relationship Id="rId16" Type="http://schemas.openxmlformats.org/officeDocument/2006/relationships/image" Target="../media/image8.png"/><Relationship Id="rId11" Type="http://schemas.openxmlformats.org/officeDocument/2006/relationships/customXml" Target="../ink/ink5.xml"/><Relationship Id="rId32" Type="http://schemas.openxmlformats.org/officeDocument/2006/relationships/image" Target="../media/image16.png"/><Relationship Id="rId37" Type="http://schemas.openxmlformats.org/officeDocument/2006/relationships/customXml" Target="../ink/ink18.xml"/><Relationship Id="rId53" Type="http://schemas.openxmlformats.org/officeDocument/2006/relationships/customXml" Target="../ink/ink26.xml"/><Relationship Id="rId58" Type="http://schemas.openxmlformats.org/officeDocument/2006/relationships/image" Target="../media/image29.png"/><Relationship Id="rId74" Type="http://schemas.openxmlformats.org/officeDocument/2006/relationships/image" Target="../media/image37.png"/><Relationship Id="rId79" Type="http://schemas.openxmlformats.org/officeDocument/2006/relationships/customXml" Target="../ink/ink39.xml"/><Relationship Id="rId5" Type="http://schemas.openxmlformats.org/officeDocument/2006/relationships/customXml" Target="../ink/ink2.xml"/><Relationship Id="rId61" Type="http://schemas.openxmlformats.org/officeDocument/2006/relationships/customXml" Target="../ink/ink30.xml"/><Relationship Id="rId82" Type="http://schemas.openxmlformats.org/officeDocument/2006/relationships/image" Target="../media/image41.png"/><Relationship Id="rId19" Type="http://schemas.openxmlformats.org/officeDocument/2006/relationships/customXml" Target="../ink/ink9.xml"/><Relationship Id="rId14" Type="http://schemas.openxmlformats.org/officeDocument/2006/relationships/image" Target="../media/image7.png"/><Relationship Id="rId22" Type="http://schemas.openxmlformats.org/officeDocument/2006/relationships/image" Target="../media/image11.png"/><Relationship Id="rId27" Type="http://schemas.openxmlformats.org/officeDocument/2006/relationships/customXml" Target="../ink/ink13.xml"/><Relationship Id="rId30" Type="http://schemas.openxmlformats.org/officeDocument/2006/relationships/image" Target="../media/image15.png"/><Relationship Id="rId35" Type="http://schemas.openxmlformats.org/officeDocument/2006/relationships/customXml" Target="../ink/ink17.xml"/><Relationship Id="rId43" Type="http://schemas.openxmlformats.org/officeDocument/2006/relationships/customXml" Target="../ink/ink21.xml"/><Relationship Id="rId48" Type="http://schemas.openxmlformats.org/officeDocument/2006/relationships/image" Target="../media/image24.png"/><Relationship Id="rId56" Type="http://schemas.openxmlformats.org/officeDocument/2006/relationships/image" Target="../media/image28.png"/><Relationship Id="rId64" Type="http://schemas.openxmlformats.org/officeDocument/2006/relationships/image" Target="../media/image32.png"/><Relationship Id="rId69" Type="http://schemas.openxmlformats.org/officeDocument/2006/relationships/customXml" Target="../ink/ink34.xml"/><Relationship Id="rId77" Type="http://schemas.openxmlformats.org/officeDocument/2006/relationships/customXml" Target="../ink/ink38.xml"/><Relationship Id="rId8" Type="http://schemas.openxmlformats.org/officeDocument/2006/relationships/image" Target="../media/image4.png"/><Relationship Id="rId51" Type="http://schemas.openxmlformats.org/officeDocument/2006/relationships/customXml" Target="../ink/ink25.xml"/><Relationship Id="rId72" Type="http://schemas.openxmlformats.org/officeDocument/2006/relationships/image" Target="../media/image36.png"/><Relationship Id="rId80" Type="http://schemas.openxmlformats.org/officeDocument/2006/relationships/image" Target="../media/image40.png"/><Relationship Id="rId3" Type="http://schemas.openxmlformats.org/officeDocument/2006/relationships/customXml" Target="../ink/ink1.xml"/><Relationship Id="rId12" Type="http://schemas.openxmlformats.org/officeDocument/2006/relationships/image" Target="../media/image6.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19.png"/><Relationship Id="rId46" Type="http://schemas.openxmlformats.org/officeDocument/2006/relationships/image" Target="../media/image23.png"/><Relationship Id="rId59" Type="http://schemas.openxmlformats.org/officeDocument/2006/relationships/customXml" Target="../ink/ink29.xml"/><Relationship Id="rId67" Type="http://schemas.openxmlformats.org/officeDocument/2006/relationships/customXml" Target="../ink/ink33.xml"/><Relationship Id="rId20" Type="http://schemas.openxmlformats.org/officeDocument/2006/relationships/image" Target="../media/image10.png"/><Relationship Id="rId41" Type="http://schemas.openxmlformats.org/officeDocument/2006/relationships/customXml" Target="../ink/ink20.xml"/><Relationship Id="rId54" Type="http://schemas.openxmlformats.org/officeDocument/2006/relationships/image" Target="../media/image27.png"/><Relationship Id="rId62" Type="http://schemas.openxmlformats.org/officeDocument/2006/relationships/image" Target="../media/image31.png"/><Relationship Id="rId70" Type="http://schemas.openxmlformats.org/officeDocument/2006/relationships/image" Target="../media/image35.png"/><Relationship Id="rId75" Type="http://schemas.openxmlformats.org/officeDocument/2006/relationships/customXml" Target="../ink/ink37.xml"/><Relationship Id="rId83" Type="http://schemas.openxmlformats.org/officeDocument/2006/relationships/customXml" Target="../ink/ink41.xml"/><Relationship Id="rId1" Type="http://schemas.openxmlformats.org/officeDocument/2006/relationships/slideLayout" Target="../slideLayouts/slideLayout8.xml"/><Relationship Id="rId6" Type="http://schemas.openxmlformats.org/officeDocument/2006/relationships/image" Target="../media/image3.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4.png"/><Relationship Id="rId36" Type="http://schemas.openxmlformats.org/officeDocument/2006/relationships/image" Target="../media/image18.png"/><Relationship Id="rId49" Type="http://schemas.openxmlformats.org/officeDocument/2006/relationships/customXml" Target="../ink/ink24.xml"/><Relationship Id="rId57" Type="http://schemas.openxmlformats.org/officeDocument/2006/relationships/customXml" Target="../ink/ink28.xml"/><Relationship Id="rId10" Type="http://schemas.openxmlformats.org/officeDocument/2006/relationships/image" Target="../media/image5.png"/><Relationship Id="rId31" Type="http://schemas.openxmlformats.org/officeDocument/2006/relationships/customXml" Target="../ink/ink15.xml"/><Relationship Id="rId44" Type="http://schemas.openxmlformats.org/officeDocument/2006/relationships/image" Target="../media/image22.png"/><Relationship Id="rId52" Type="http://schemas.openxmlformats.org/officeDocument/2006/relationships/image" Target="../media/image26.png"/><Relationship Id="rId60" Type="http://schemas.openxmlformats.org/officeDocument/2006/relationships/image" Target="../media/image30.png"/><Relationship Id="rId65" Type="http://schemas.openxmlformats.org/officeDocument/2006/relationships/customXml" Target="../ink/ink32.xml"/><Relationship Id="rId73" Type="http://schemas.openxmlformats.org/officeDocument/2006/relationships/customXml" Target="../ink/ink36.xml"/><Relationship Id="rId78" Type="http://schemas.openxmlformats.org/officeDocument/2006/relationships/image" Target="../media/image39.png"/><Relationship Id="rId81" Type="http://schemas.openxmlformats.org/officeDocument/2006/relationships/customXml" Target="../ink/ink40.xml"/><Relationship Id="rId4" Type="http://schemas.openxmlformats.org/officeDocument/2006/relationships/image" Target="../media/image2.png"/><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9.png"/><Relationship Id="rId39" Type="http://schemas.openxmlformats.org/officeDocument/2006/relationships/customXml" Target="../ink/ink19.xml"/><Relationship Id="rId34" Type="http://schemas.openxmlformats.org/officeDocument/2006/relationships/image" Target="../media/image17.png"/><Relationship Id="rId50" Type="http://schemas.openxmlformats.org/officeDocument/2006/relationships/image" Target="../media/image25.png"/><Relationship Id="rId55" Type="http://schemas.openxmlformats.org/officeDocument/2006/relationships/customXml" Target="../ink/ink27.xml"/><Relationship Id="rId76" Type="http://schemas.openxmlformats.org/officeDocument/2006/relationships/image" Target="../media/image38.png"/><Relationship Id="rId7" Type="http://schemas.openxmlformats.org/officeDocument/2006/relationships/customXml" Target="../ink/ink3.xml"/><Relationship Id="rId71" Type="http://schemas.openxmlformats.org/officeDocument/2006/relationships/customXml" Target="../ink/ink35.xml"/><Relationship Id="rId2" Type="http://schemas.openxmlformats.org/officeDocument/2006/relationships/image" Target="../media/image1.png"/><Relationship Id="rId29" Type="http://schemas.openxmlformats.org/officeDocument/2006/relationships/customXml" Target="../ink/ink14.xml"/><Relationship Id="rId24" Type="http://schemas.openxmlformats.org/officeDocument/2006/relationships/image" Target="../media/image12.png"/><Relationship Id="rId40" Type="http://schemas.openxmlformats.org/officeDocument/2006/relationships/image" Target="../media/image20.png"/><Relationship Id="rId45" Type="http://schemas.openxmlformats.org/officeDocument/2006/relationships/customXml" Target="../ink/ink22.xml"/><Relationship Id="rId66" Type="http://schemas.openxmlformats.org/officeDocument/2006/relationships/image" Target="../media/image33.png"/></Relationships>
</file>

<file path=ppt/slides/_rels/slide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8.xml"/><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8.xml"/><Relationship Id="rId5" Type="http://schemas.openxmlformats.org/officeDocument/2006/relationships/image" Target="../media/image51.png"/><Relationship Id="rId4" Type="http://schemas.openxmlformats.org/officeDocument/2006/relationships/image" Target="../media/image50.png"/></Relationships>
</file>

<file path=ppt/slides/_rels/slide6.xml.rels><?xml version="1.0" encoding="UTF-8" standalone="yes"?>
<Relationships xmlns="http://schemas.openxmlformats.org/package/2006/relationships"><Relationship Id="rId117" Type="http://schemas.openxmlformats.org/officeDocument/2006/relationships/image" Target="../media/image106.png"/><Relationship Id="rId21" Type="http://schemas.openxmlformats.org/officeDocument/2006/relationships/customXml" Target="../ink/ink50.xml"/><Relationship Id="rId42" Type="http://schemas.openxmlformats.org/officeDocument/2006/relationships/image" Target="../media/image72.png"/><Relationship Id="rId63" Type="http://schemas.openxmlformats.org/officeDocument/2006/relationships/customXml" Target="../ink/ink72.xml"/><Relationship Id="rId84" Type="http://schemas.openxmlformats.org/officeDocument/2006/relationships/customXml" Target="../ink/ink83.xml"/><Relationship Id="rId138" Type="http://schemas.openxmlformats.org/officeDocument/2006/relationships/image" Target="../media/image115.png"/><Relationship Id="rId107" Type="http://schemas.openxmlformats.org/officeDocument/2006/relationships/image" Target="../media/image101.png"/><Relationship Id="rId11" Type="http://schemas.openxmlformats.org/officeDocument/2006/relationships/customXml" Target="../ink/ink45.xml"/><Relationship Id="rId32" Type="http://schemas.openxmlformats.org/officeDocument/2006/relationships/image" Target="../media/image67.png"/><Relationship Id="rId37" Type="http://schemas.openxmlformats.org/officeDocument/2006/relationships/customXml" Target="../ink/ink59.xml"/><Relationship Id="rId53" Type="http://schemas.openxmlformats.org/officeDocument/2006/relationships/customXml" Target="../ink/ink67.xml"/><Relationship Id="rId58" Type="http://schemas.openxmlformats.org/officeDocument/2006/relationships/image" Target="../media/image80.png"/><Relationship Id="rId74" Type="http://schemas.openxmlformats.org/officeDocument/2006/relationships/image" Target="../media/image88.png"/><Relationship Id="rId79" Type="http://schemas.openxmlformats.org/officeDocument/2006/relationships/customXml" Target="../ink/ink80.xml"/><Relationship Id="rId102" Type="http://schemas.openxmlformats.org/officeDocument/2006/relationships/customXml" Target="../ink/ink95.xml"/><Relationship Id="rId123" Type="http://schemas.openxmlformats.org/officeDocument/2006/relationships/image" Target="../media/image108.png"/><Relationship Id="rId128" Type="http://schemas.openxmlformats.org/officeDocument/2006/relationships/image" Target="../media/image110.png"/><Relationship Id="rId5" Type="http://schemas.openxmlformats.org/officeDocument/2006/relationships/customXml" Target="../ink/ink42.xml"/><Relationship Id="rId90" Type="http://schemas.openxmlformats.org/officeDocument/2006/relationships/customXml" Target="../ink/ink87.xml"/><Relationship Id="rId95" Type="http://schemas.openxmlformats.org/officeDocument/2006/relationships/customXml" Target="../ink/ink90.xml"/><Relationship Id="rId22" Type="http://schemas.openxmlformats.org/officeDocument/2006/relationships/customXml" Target="../ink/ink51.xml"/><Relationship Id="rId27" Type="http://schemas.openxmlformats.org/officeDocument/2006/relationships/customXml" Target="../ink/ink54.xml"/><Relationship Id="rId43" Type="http://schemas.openxmlformats.org/officeDocument/2006/relationships/customXml" Target="../ink/ink62.xml"/><Relationship Id="rId48" Type="http://schemas.openxmlformats.org/officeDocument/2006/relationships/image" Target="../media/image75.png"/><Relationship Id="rId64" Type="http://schemas.openxmlformats.org/officeDocument/2006/relationships/image" Target="../media/image83.png"/><Relationship Id="rId69" Type="http://schemas.openxmlformats.org/officeDocument/2006/relationships/customXml" Target="../ink/ink75.xml"/><Relationship Id="rId113" Type="http://schemas.openxmlformats.org/officeDocument/2006/relationships/image" Target="../media/image104.png"/><Relationship Id="rId118" Type="http://schemas.openxmlformats.org/officeDocument/2006/relationships/customXml" Target="../ink/ink103.xml"/><Relationship Id="rId134" Type="http://schemas.openxmlformats.org/officeDocument/2006/relationships/image" Target="../media/image113.png"/><Relationship Id="rId139" Type="http://schemas.openxmlformats.org/officeDocument/2006/relationships/customXml" Target="../ink/ink115.xml"/><Relationship Id="rId80" Type="http://schemas.openxmlformats.org/officeDocument/2006/relationships/image" Target="../media/image91.png"/><Relationship Id="rId85" Type="http://schemas.openxmlformats.org/officeDocument/2006/relationships/customXml" Target="../ink/ink84.xml"/><Relationship Id="rId12" Type="http://schemas.openxmlformats.org/officeDocument/2006/relationships/image" Target="../media/image58.png"/><Relationship Id="rId17" Type="http://schemas.openxmlformats.org/officeDocument/2006/relationships/customXml" Target="../ink/ink48.xml"/><Relationship Id="rId33" Type="http://schemas.openxmlformats.org/officeDocument/2006/relationships/customXml" Target="../ink/ink57.xml"/><Relationship Id="rId38" Type="http://schemas.openxmlformats.org/officeDocument/2006/relationships/image" Target="../media/image70.png"/><Relationship Id="rId59" Type="http://schemas.openxmlformats.org/officeDocument/2006/relationships/customXml" Target="../ink/ink70.xml"/><Relationship Id="rId103" Type="http://schemas.openxmlformats.org/officeDocument/2006/relationships/image" Target="../media/image99.png"/><Relationship Id="rId108" Type="http://schemas.openxmlformats.org/officeDocument/2006/relationships/customXml" Target="../ink/ink98.xml"/><Relationship Id="rId124" Type="http://schemas.openxmlformats.org/officeDocument/2006/relationships/customXml" Target="../ink/ink107.xml"/><Relationship Id="rId129" Type="http://schemas.openxmlformats.org/officeDocument/2006/relationships/customXml" Target="../ink/ink110.xml"/><Relationship Id="rId54" Type="http://schemas.openxmlformats.org/officeDocument/2006/relationships/image" Target="../media/image78.png"/><Relationship Id="rId70" Type="http://schemas.openxmlformats.org/officeDocument/2006/relationships/image" Target="../media/image86.png"/><Relationship Id="rId75" Type="http://schemas.openxmlformats.org/officeDocument/2006/relationships/customXml" Target="../ink/ink78.xml"/><Relationship Id="rId91" Type="http://schemas.openxmlformats.org/officeDocument/2006/relationships/image" Target="../media/image95.png"/><Relationship Id="rId96" Type="http://schemas.openxmlformats.org/officeDocument/2006/relationships/customXml" Target="../ink/ink91.xml"/><Relationship Id="rId140" Type="http://schemas.openxmlformats.org/officeDocument/2006/relationships/image" Target="../media/image116.png"/><Relationship Id="rId1" Type="http://schemas.openxmlformats.org/officeDocument/2006/relationships/slideLayout" Target="../slideLayouts/slideLayout8.xml"/><Relationship Id="rId6" Type="http://schemas.openxmlformats.org/officeDocument/2006/relationships/image" Target="../media/image55.png"/><Relationship Id="rId23" Type="http://schemas.openxmlformats.org/officeDocument/2006/relationships/customXml" Target="../ink/ink52.xml"/><Relationship Id="rId28" Type="http://schemas.openxmlformats.org/officeDocument/2006/relationships/image" Target="../media/image65.png"/><Relationship Id="rId49" Type="http://schemas.openxmlformats.org/officeDocument/2006/relationships/customXml" Target="../ink/ink65.xml"/><Relationship Id="rId114" Type="http://schemas.openxmlformats.org/officeDocument/2006/relationships/customXml" Target="../ink/ink101.xml"/><Relationship Id="rId119" Type="http://schemas.openxmlformats.org/officeDocument/2006/relationships/image" Target="../media/image107.png"/><Relationship Id="rId44" Type="http://schemas.openxmlformats.org/officeDocument/2006/relationships/image" Target="../media/image73.png"/><Relationship Id="rId60" Type="http://schemas.openxmlformats.org/officeDocument/2006/relationships/image" Target="../media/image81.png"/><Relationship Id="rId65" Type="http://schemas.openxmlformats.org/officeDocument/2006/relationships/customXml" Target="../ink/ink73.xml"/><Relationship Id="rId81" Type="http://schemas.openxmlformats.org/officeDocument/2006/relationships/customXml" Target="../ink/ink81.xml"/><Relationship Id="rId86" Type="http://schemas.openxmlformats.org/officeDocument/2006/relationships/image" Target="../media/image93.png"/><Relationship Id="rId130" Type="http://schemas.openxmlformats.org/officeDocument/2006/relationships/image" Target="../media/image111.png"/><Relationship Id="rId135" Type="http://schemas.openxmlformats.org/officeDocument/2006/relationships/customXml" Target="../ink/ink113.xml"/><Relationship Id="rId13" Type="http://schemas.openxmlformats.org/officeDocument/2006/relationships/customXml" Target="../ink/ink46.xml"/><Relationship Id="rId18" Type="http://schemas.openxmlformats.org/officeDocument/2006/relationships/image" Target="../media/image61.png"/><Relationship Id="rId39" Type="http://schemas.openxmlformats.org/officeDocument/2006/relationships/customXml" Target="../ink/ink60.xml"/><Relationship Id="rId109" Type="http://schemas.openxmlformats.org/officeDocument/2006/relationships/image" Target="../media/image102.png"/><Relationship Id="rId34" Type="http://schemas.openxmlformats.org/officeDocument/2006/relationships/image" Target="../media/image68.png"/><Relationship Id="rId50" Type="http://schemas.openxmlformats.org/officeDocument/2006/relationships/image" Target="../media/image76.png"/><Relationship Id="rId55" Type="http://schemas.openxmlformats.org/officeDocument/2006/relationships/customXml" Target="../ink/ink68.xml"/><Relationship Id="rId76" Type="http://schemas.openxmlformats.org/officeDocument/2006/relationships/image" Target="../media/image89.png"/><Relationship Id="rId97" Type="http://schemas.openxmlformats.org/officeDocument/2006/relationships/customXml" Target="../ink/ink92.xml"/><Relationship Id="rId104" Type="http://schemas.openxmlformats.org/officeDocument/2006/relationships/customXml" Target="../ink/ink96.xml"/><Relationship Id="rId120" Type="http://schemas.openxmlformats.org/officeDocument/2006/relationships/customXml" Target="../ink/ink104.xml"/><Relationship Id="rId125" Type="http://schemas.openxmlformats.org/officeDocument/2006/relationships/customXml" Target="../ink/ink108.xml"/><Relationship Id="rId141" Type="http://schemas.openxmlformats.org/officeDocument/2006/relationships/customXml" Target="../ink/ink116.xml"/><Relationship Id="rId7" Type="http://schemas.openxmlformats.org/officeDocument/2006/relationships/customXml" Target="../ink/ink43.xml"/><Relationship Id="rId71" Type="http://schemas.openxmlformats.org/officeDocument/2006/relationships/customXml" Target="../ink/ink76.xml"/><Relationship Id="rId92" Type="http://schemas.openxmlformats.org/officeDocument/2006/relationships/customXml" Target="../ink/ink88.xml"/><Relationship Id="rId2" Type="http://schemas.openxmlformats.org/officeDocument/2006/relationships/image" Target="../media/image52.png"/><Relationship Id="rId29" Type="http://schemas.openxmlformats.org/officeDocument/2006/relationships/customXml" Target="../ink/ink55.xml"/><Relationship Id="rId24" Type="http://schemas.openxmlformats.org/officeDocument/2006/relationships/image" Target="../media/image63.png"/><Relationship Id="rId40" Type="http://schemas.openxmlformats.org/officeDocument/2006/relationships/image" Target="../media/image71.png"/><Relationship Id="rId45" Type="http://schemas.openxmlformats.org/officeDocument/2006/relationships/customXml" Target="../ink/ink63.xml"/><Relationship Id="rId66" Type="http://schemas.openxmlformats.org/officeDocument/2006/relationships/image" Target="../media/image84.png"/><Relationship Id="rId87" Type="http://schemas.openxmlformats.org/officeDocument/2006/relationships/customXml" Target="../ink/ink85.xml"/><Relationship Id="rId110" Type="http://schemas.openxmlformats.org/officeDocument/2006/relationships/customXml" Target="../ink/ink99.xml"/><Relationship Id="rId115" Type="http://schemas.openxmlformats.org/officeDocument/2006/relationships/image" Target="../media/image105.png"/><Relationship Id="rId131" Type="http://schemas.openxmlformats.org/officeDocument/2006/relationships/customXml" Target="../ink/ink111.xml"/><Relationship Id="rId136" Type="http://schemas.openxmlformats.org/officeDocument/2006/relationships/image" Target="../media/image114.png"/><Relationship Id="rId61" Type="http://schemas.openxmlformats.org/officeDocument/2006/relationships/customXml" Target="../ink/ink71.xml"/><Relationship Id="rId82" Type="http://schemas.openxmlformats.org/officeDocument/2006/relationships/customXml" Target="../ink/ink82.xml"/><Relationship Id="rId19" Type="http://schemas.openxmlformats.org/officeDocument/2006/relationships/customXml" Target="../ink/ink49.xml"/><Relationship Id="rId14" Type="http://schemas.openxmlformats.org/officeDocument/2006/relationships/image" Target="../media/image59.png"/><Relationship Id="rId30" Type="http://schemas.openxmlformats.org/officeDocument/2006/relationships/image" Target="../media/image66.png"/><Relationship Id="rId35" Type="http://schemas.openxmlformats.org/officeDocument/2006/relationships/customXml" Target="../ink/ink58.xml"/><Relationship Id="rId56" Type="http://schemas.openxmlformats.org/officeDocument/2006/relationships/image" Target="../media/image79.png"/><Relationship Id="rId77" Type="http://schemas.openxmlformats.org/officeDocument/2006/relationships/customXml" Target="../ink/ink79.xml"/><Relationship Id="rId100" Type="http://schemas.openxmlformats.org/officeDocument/2006/relationships/customXml" Target="../ink/ink94.xml"/><Relationship Id="rId105" Type="http://schemas.openxmlformats.org/officeDocument/2006/relationships/image" Target="../media/image100.png"/><Relationship Id="rId126" Type="http://schemas.openxmlformats.org/officeDocument/2006/relationships/image" Target="../media/image109.png"/><Relationship Id="rId8" Type="http://schemas.openxmlformats.org/officeDocument/2006/relationships/image" Target="../media/image56.png"/><Relationship Id="rId51" Type="http://schemas.openxmlformats.org/officeDocument/2006/relationships/customXml" Target="../ink/ink66.xml"/><Relationship Id="rId72" Type="http://schemas.openxmlformats.org/officeDocument/2006/relationships/image" Target="../media/image87.png"/><Relationship Id="rId93" Type="http://schemas.openxmlformats.org/officeDocument/2006/relationships/image" Target="../media/image96.png"/><Relationship Id="rId98" Type="http://schemas.openxmlformats.org/officeDocument/2006/relationships/customXml" Target="../ink/ink93.xml"/><Relationship Id="rId121" Type="http://schemas.openxmlformats.org/officeDocument/2006/relationships/customXml" Target="../ink/ink105.xml"/><Relationship Id="rId142" Type="http://schemas.openxmlformats.org/officeDocument/2006/relationships/image" Target="../media/image117.png"/><Relationship Id="rId3" Type="http://schemas.openxmlformats.org/officeDocument/2006/relationships/image" Target="../media/image53.png"/><Relationship Id="rId25" Type="http://schemas.openxmlformats.org/officeDocument/2006/relationships/customXml" Target="../ink/ink53.xml"/><Relationship Id="rId46" Type="http://schemas.openxmlformats.org/officeDocument/2006/relationships/image" Target="../media/image74.png"/><Relationship Id="rId67" Type="http://schemas.openxmlformats.org/officeDocument/2006/relationships/customXml" Target="../ink/ink74.xml"/><Relationship Id="rId116" Type="http://schemas.openxmlformats.org/officeDocument/2006/relationships/customXml" Target="../ink/ink102.xml"/><Relationship Id="rId137" Type="http://schemas.openxmlformats.org/officeDocument/2006/relationships/customXml" Target="../ink/ink114.xml"/><Relationship Id="rId20" Type="http://schemas.openxmlformats.org/officeDocument/2006/relationships/image" Target="../media/image62.png"/><Relationship Id="rId41" Type="http://schemas.openxmlformats.org/officeDocument/2006/relationships/customXml" Target="../ink/ink61.xml"/><Relationship Id="rId62" Type="http://schemas.openxmlformats.org/officeDocument/2006/relationships/image" Target="../media/image82.png"/><Relationship Id="rId83" Type="http://schemas.openxmlformats.org/officeDocument/2006/relationships/image" Target="../media/image92.png"/><Relationship Id="rId88" Type="http://schemas.openxmlformats.org/officeDocument/2006/relationships/image" Target="../media/image94.png"/><Relationship Id="rId111" Type="http://schemas.openxmlformats.org/officeDocument/2006/relationships/image" Target="../media/image103.png"/><Relationship Id="rId132" Type="http://schemas.openxmlformats.org/officeDocument/2006/relationships/image" Target="../media/image112.png"/><Relationship Id="rId15" Type="http://schemas.openxmlformats.org/officeDocument/2006/relationships/customXml" Target="../ink/ink47.xml"/><Relationship Id="rId36" Type="http://schemas.openxmlformats.org/officeDocument/2006/relationships/image" Target="../media/image69.png"/><Relationship Id="rId57" Type="http://schemas.openxmlformats.org/officeDocument/2006/relationships/customXml" Target="../ink/ink69.xml"/><Relationship Id="rId106" Type="http://schemas.openxmlformats.org/officeDocument/2006/relationships/customXml" Target="../ink/ink97.xml"/><Relationship Id="rId127" Type="http://schemas.openxmlformats.org/officeDocument/2006/relationships/customXml" Target="../ink/ink109.xml"/><Relationship Id="rId10" Type="http://schemas.openxmlformats.org/officeDocument/2006/relationships/image" Target="../media/image57.png"/><Relationship Id="rId31" Type="http://schemas.openxmlformats.org/officeDocument/2006/relationships/customXml" Target="../ink/ink56.xml"/><Relationship Id="rId52" Type="http://schemas.openxmlformats.org/officeDocument/2006/relationships/image" Target="../media/image77.png"/><Relationship Id="rId73" Type="http://schemas.openxmlformats.org/officeDocument/2006/relationships/customXml" Target="../ink/ink77.xml"/><Relationship Id="rId78" Type="http://schemas.openxmlformats.org/officeDocument/2006/relationships/image" Target="../media/image90.png"/><Relationship Id="rId94" Type="http://schemas.openxmlformats.org/officeDocument/2006/relationships/customXml" Target="../ink/ink89.xml"/><Relationship Id="rId99" Type="http://schemas.openxmlformats.org/officeDocument/2006/relationships/image" Target="../media/image97.png"/><Relationship Id="rId101" Type="http://schemas.openxmlformats.org/officeDocument/2006/relationships/image" Target="../media/image98.png"/><Relationship Id="rId122" Type="http://schemas.openxmlformats.org/officeDocument/2006/relationships/customXml" Target="../ink/ink106.xml"/><Relationship Id="rId4" Type="http://schemas.openxmlformats.org/officeDocument/2006/relationships/image" Target="../media/image54.png"/><Relationship Id="rId9" Type="http://schemas.openxmlformats.org/officeDocument/2006/relationships/customXml" Target="../ink/ink44.xml"/><Relationship Id="rId26" Type="http://schemas.openxmlformats.org/officeDocument/2006/relationships/image" Target="../media/image64.png"/><Relationship Id="rId47" Type="http://schemas.openxmlformats.org/officeDocument/2006/relationships/customXml" Target="../ink/ink64.xml"/><Relationship Id="rId68" Type="http://schemas.openxmlformats.org/officeDocument/2006/relationships/image" Target="../media/image85.png"/><Relationship Id="rId89" Type="http://schemas.openxmlformats.org/officeDocument/2006/relationships/customXml" Target="../ink/ink86.xml"/><Relationship Id="rId112" Type="http://schemas.openxmlformats.org/officeDocument/2006/relationships/customXml" Target="../ink/ink100.xml"/><Relationship Id="rId133" Type="http://schemas.openxmlformats.org/officeDocument/2006/relationships/customXml" Target="../ink/ink112.xml"/><Relationship Id="rId16" Type="http://schemas.openxmlformats.org/officeDocument/2006/relationships/image" Target="../media/image60.png"/></Relationships>
</file>

<file path=ppt/slides/_rels/slide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8.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s>
</file>

<file path=ppt/slides/_rels/slide8.xml.rels><?xml version="1.0" encoding="UTF-8" standalone="yes"?>
<Relationships xmlns="http://schemas.openxmlformats.org/package/2006/relationships"><Relationship Id="rId2" Type="http://schemas.openxmlformats.org/officeDocument/2006/relationships/image" Target="../media/image122.gif"/><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23.gif"/><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6" Type="http://schemas.openxmlformats.org/officeDocument/2006/relationships/customXml" Target="../ink/ink129.xml"/><Relationship Id="rId21" Type="http://schemas.openxmlformats.org/officeDocument/2006/relationships/image" Target="../media/image560.png"/><Relationship Id="rId42" Type="http://schemas.openxmlformats.org/officeDocument/2006/relationships/customXml" Target="../ink/ink137.xml"/><Relationship Id="rId47" Type="http://schemas.openxmlformats.org/officeDocument/2006/relationships/image" Target="../media/image690.png"/><Relationship Id="rId63" Type="http://schemas.openxmlformats.org/officeDocument/2006/relationships/customXml" Target="../ink/ink148.xml"/><Relationship Id="rId68" Type="http://schemas.openxmlformats.org/officeDocument/2006/relationships/image" Target="../media/image790.png"/><Relationship Id="rId84" Type="http://schemas.openxmlformats.org/officeDocument/2006/relationships/customXml" Target="../ink/ink160.xml"/><Relationship Id="rId89" Type="http://schemas.openxmlformats.org/officeDocument/2006/relationships/image" Target="../media/image880.png"/><Relationship Id="rId16" Type="http://schemas.openxmlformats.org/officeDocument/2006/relationships/customXml" Target="../ink/ink124.xml"/><Relationship Id="rId11" Type="http://schemas.openxmlformats.org/officeDocument/2006/relationships/customXml" Target="../ink/ink121.xml"/><Relationship Id="rId32" Type="http://schemas.openxmlformats.org/officeDocument/2006/relationships/customXml" Target="../ink/ink132.xml"/><Relationship Id="rId37" Type="http://schemas.openxmlformats.org/officeDocument/2006/relationships/image" Target="../media/image640.png"/><Relationship Id="rId53" Type="http://schemas.openxmlformats.org/officeDocument/2006/relationships/customXml" Target="../ink/ink143.xml"/><Relationship Id="rId58" Type="http://schemas.openxmlformats.org/officeDocument/2006/relationships/image" Target="../media/image740.png"/><Relationship Id="rId74" Type="http://schemas.openxmlformats.org/officeDocument/2006/relationships/image" Target="../media/image810.png"/><Relationship Id="rId79" Type="http://schemas.openxmlformats.org/officeDocument/2006/relationships/image" Target="../media/image830.png"/><Relationship Id="rId5" Type="http://schemas.openxmlformats.org/officeDocument/2006/relationships/customXml" Target="../ink/ink118.xml"/><Relationship Id="rId90" Type="http://schemas.openxmlformats.org/officeDocument/2006/relationships/customXml" Target="../ink/ink163.xml"/><Relationship Id="rId95" Type="http://schemas.openxmlformats.org/officeDocument/2006/relationships/image" Target="../media/image910.png"/><Relationship Id="rId22" Type="http://schemas.openxmlformats.org/officeDocument/2006/relationships/customXml" Target="../ink/ink127.xml"/><Relationship Id="rId27" Type="http://schemas.openxmlformats.org/officeDocument/2006/relationships/image" Target="../media/image590.png"/><Relationship Id="rId43" Type="http://schemas.openxmlformats.org/officeDocument/2006/relationships/image" Target="../media/image670.png"/><Relationship Id="rId48" Type="http://schemas.openxmlformats.org/officeDocument/2006/relationships/customXml" Target="../ink/ink140.xml"/><Relationship Id="rId64" Type="http://schemas.openxmlformats.org/officeDocument/2006/relationships/image" Target="../media/image770.png"/><Relationship Id="rId69" Type="http://schemas.openxmlformats.org/officeDocument/2006/relationships/customXml" Target="../ink/ink151.xml"/><Relationship Id="rId80" Type="http://schemas.openxmlformats.org/officeDocument/2006/relationships/customXml" Target="../ink/ink158.xml"/><Relationship Id="rId85" Type="http://schemas.openxmlformats.org/officeDocument/2006/relationships/image" Target="../media/image860.png"/><Relationship Id="rId3" Type="http://schemas.openxmlformats.org/officeDocument/2006/relationships/customXml" Target="../ink/ink117.xml"/><Relationship Id="rId12" Type="http://schemas.openxmlformats.org/officeDocument/2006/relationships/image" Target="../media/image520.png"/><Relationship Id="rId17" Type="http://schemas.openxmlformats.org/officeDocument/2006/relationships/image" Target="../media/image540.png"/><Relationship Id="rId25" Type="http://schemas.openxmlformats.org/officeDocument/2006/relationships/image" Target="../media/image580.png"/><Relationship Id="rId33" Type="http://schemas.openxmlformats.org/officeDocument/2006/relationships/image" Target="../media/image620.png"/><Relationship Id="rId38" Type="http://schemas.openxmlformats.org/officeDocument/2006/relationships/customXml" Target="../ink/ink135.xml"/><Relationship Id="rId46" Type="http://schemas.openxmlformats.org/officeDocument/2006/relationships/customXml" Target="../ink/ink139.xml"/><Relationship Id="rId59" Type="http://schemas.openxmlformats.org/officeDocument/2006/relationships/customXml" Target="../ink/ink146.xml"/><Relationship Id="rId67" Type="http://schemas.openxmlformats.org/officeDocument/2006/relationships/customXml" Target="../ink/ink150.xml"/><Relationship Id="rId20" Type="http://schemas.openxmlformats.org/officeDocument/2006/relationships/customXml" Target="../ink/ink126.xml"/><Relationship Id="rId41" Type="http://schemas.openxmlformats.org/officeDocument/2006/relationships/image" Target="../media/image660.png"/><Relationship Id="rId54" Type="http://schemas.openxmlformats.org/officeDocument/2006/relationships/image" Target="../media/image720.png"/><Relationship Id="rId62" Type="http://schemas.openxmlformats.org/officeDocument/2006/relationships/image" Target="../media/image760.png"/><Relationship Id="rId70" Type="http://schemas.openxmlformats.org/officeDocument/2006/relationships/image" Target="../media/image800.png"/><Relationship Id="rId75" Type="http://schemas.openxmlformats.org/officeDocument/2006/relationships/customXml" Target="../ink/ink155.xml"/><Relationship Id="rId83" Type="http://schemas.openxmlformats.org/officeDocument/2006/relationships/image" Target="../media/image850.png"/><Relationship Id="rId88" Type="http://schemas.openxmlformats.org/officeDocument/2006/relationships/customXml" Target="../ink/ink162.xml"/><Relationship Id="rId91" Type="http://schemas.openxmlformats.org/officeDocument/2006/relationships/image" Target="../media/image890.png"/><Relationship Id="rId96" Type="http://schemas.openxmlformats.org/officeDocument/2006/relationships/customXml" Target="../ink/ink166.xml"/><Relationship Id="rId1" Type="http://schemas.openxmlformats.org/officeDocument/2006/relationships/slideLayout" Target="../slideLayouts/slideLayout8.xml"/><Relationship Id="rId6" Type="http://schemas.openxmlformats.org/officeDocument/2006/relationships/image" Target="../media/image490.png"/><Relationship Id="rId15" Type="http://schemas.openxmlformats.org/officeDocument/2006/relationships/customXml" Target="../ink/ink123.xml"/><Relationship Id="rId23" Type="http://schemas.openxmlformats.org/officeDocument/2006/relationships/image" Target="../media/image570.png"/><Relationship Id="rId28" Type="http://schemas.openxmlformats.org/officeDocument/2006/relationships/customXml" Target="../ink/ink130.xml"/><Relationship Id="rId36" Type="http://schemas.openxmlformats.org/officeDocument/2006/relationships/customXml" Target="../ink/ink134.xml"/><Relationship Id="rId49" Type="http://schemas.openxmlformats.org/officeDocument/2006/relationships/image" Target="../media/image700.png"/><Relationship Id="rId57" Type="http://schemas.openxmlformats.org/officeDocument/2006/relationships/customXml" Target="../ink/ink145.xml"/><Relationship Id="rId10" Type="http://schemas.openxmlformats.org/officeDocument/2006/relationships/image" Target="../media/image510.png"/><Relationship Id="rId31" Type="http://schemas.openxmlformats.org/officeDocument/2006/relationships/image" Target="../media/image610.png"/><Relationship Id="rId44" Type="http://schemas.openxmlformats.org/officeDocument/2006/relationships/customXml" Target="../ink/ink138.xml"/><Relationship Id="rId52" Type="http://schemas.openxmlformats.org/officeDocument/2006/relationships/image" Target="../media/image710.png"/><Relationship Id="rId60" Type="http://schemas.openxmlformats.org/officeDocument/2006/relationships/image" Target="../media/image750.png"/><Relationship Id="rId65" Type="http://schemas.openxmlformats.org/officeDocument/2006/relationships/customXml" Target="../ink/ink149.xml"/><Relationship Id="rId73" Type="http://schemas.openxmlformats.org/officeDocument/2006/relationships/customXml" Target="../ink/ink154.xml"/><Relationship Id="rId78" Type="http://schemas.openxmlformats.org/officeDocument/2006/relationships/customXml" Target="../ink/ink157.xml"/><Relationship Id="rId81" Type="http://schemas.openxmlformats.org/officeDocument/2006/relationships/image" Target="../media/image840.png"/><Relationship Id="rId86" Type="http://schemas.openxmlformats.org/officeDocument/2006/relationships/customXml" Target="../ink/ink161.xml"/><Relationship Id="rId94" Type="http://schemas.openxmlformats.org/officeDocument/2006/relationships/customXml" Target="../ink/ink165.xml"/><Relationship Id="rId4" Type="http://schemas.openxmlformats.org/officeDocument/2006/relationships/image" Target="../media/image480.png"/><Relationship Id="rId9" Type="http://schemas.openxmlformats.org/officeDocument/2006/relationships/customXml" Target="../ink/ink120.xml"/><Relationship Id="rId13" Type="http://schemas.openxmlformats.org/officeDocument/2006/relationships/customXml" Target="../ink/ink122.xml"/><Relationship Id="rId18" Type="http://schemas.openxmlformats.org/officeDocument/2006/relationships/customXml" Target="../ink/ink125.xml"/><Relationship Id="rId39" Type="http://schemas.openxmlformats.org/officeDocument/2006/relationships/image" Target="../media/image650.png"/><Relationship Id="rId34" Type="http://schemas.openxmlformats.org/officeDocument/2006/relationships/customXml" Target="../ink/ink133.xml"/><Relationship Id="rId50" Type="http://schemas.openxmlformats.org/officeDocument/2006/relationships/customXml" Target="../ink/ink141.xml"/><Relationship Id="rId55" Type="http://schemas.openxmlformats.org/officeDocument/2006/relationships/customXml" Target="../ink/ink144.xml"/><Relationship Id="rId76" Type="http://schemas.openxmlformats.org/officeDocument/2006/relationships/customXml" Target="../ink/ink156.xml"/><Relationship Id="rId97" Type="http://schemas.openxmlformats.org/officeDocument/2006/relationships/image" Target="../media/image920.png"/><Relationship Id="rId7" Type="http://schemas.openxmlformats.org/officeDocument/2006/relationships/customXml" Target="../ink/ink119.xml"/><Relationship Id="rId71" Type="http://schemas.openxmlformats.org/officeDocument/2006/relationships/customXml" Target="../ink/ink152.xml"/><Relationship Id="rId92" Type="http://schemas.openxmlformats.org/officeDocument/2006/relationships/customXml" Target="../ink/ink164.xml"/><Relationship Id="rId2" Type="http://schemas.openxmlformats.org/officeDocument/2006/relationships/image" Target="../media/image125.png"/><Relationship Id="rId29" Type="http://schemas.openxmlformats.org/officeDocument/2006/relationships/image" Target="../media/image600.png"/><Relationship Id="rId24" Type="http://schemas.openxmlformats.org/officeDocument/2006/relationships/customXml" Target="../ink/ink128.xml"/><Relationship Id="rId40" Type="http://schemas.openxmlformats.org/officeDocument/2006/relationships/customXml" Target="../ink/ink136.xml"/><Relationship Id="rId45" Type="http://schemas.openxmlformats.org/officeDocument/2006/relationships/image" Target="../media/image680.png"/><Relationship Id="rId66" Type="http://schemas.openxmlformats.org/officeDocument/2006/relationships/image" Target="../media/image780.png"/><Relationship Id="rId87" Type="http://schemas.openxmlformats.org/officeDocument/2006/relationships/image" Target="../media/image870.png"/><Relationship Id="rId61" Type="http://schemas.openxmlformats.org/officeDocument/2006/relationships/customXml" Target="../ink/ink147.xml"/><Relationship Id="rId82" Type="http://schemas.openxmlformats.org/officeDocument/2006/relationships/customXml" Target="../ink/ink159.xml"/><Relationship Id="rId19" Type="http://schemas.openxmlformats.org/officeDocument/2006/relationships/image" Target="../media/image550.png"/><Relationship Id="rId14" Type="http://schemas.openxmlformats.org/officeDocument/2006/relationships/image" Target="../media/image530.png"/><Relationship Id="rId30" Type="http://schemas.openxmlformats.org/officeDocument/2006/relationships/customXml" Target="../ink/ink131.xml"/><Relationship Id="rId35" Type="http://schemas.openxmlformats.org/officeDocument/2006/relationships/image" Target="../media/image630.png"/><Relationship Id="rId56" Type="http://schemas.openxmlformats.org/officeDocument/2006/relationships/image" Target="../media/image730.png"/><Relationship Id="rId77" Type="http://schemas.openxmlformats.org/officeDocument/2006/relationships/image" Target="../media/image820.png"/><Relationship Id="rId8" Type="http://schemas.openxmlformats.org/officeDocument/2006/relationships/image" Target="../media/image500.png"/><Relationship Id="rId51" Type="http://schemas.openxmlformats.org/officeDocument/2006/relationships/customXml" Target="../ink/ink142.xml"/><Relationship Id="rId72" Type="http://schemas.openxmlformats.org/officeDocument/2006/relationships/customXml" Target="../ink/ink153.xml"/><Relationship Id="rId93" Type="http://schemas.openxmlformats.org/officeDocument/2006/relationships/image" Target="../media/image900.png"/><Relationship Id="rId98" Type="http://schemas.openxmlformats.org/officeDocument/2006/relationships/image" Target="../media/image124.png"/></Relationships>
</file>

<file path=ppt/slides/_rels/slide11.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516B48-61CC-00CE-C222-B20FD9D11DB2}"/>
              </a:ext>
            </a:extLst>
          </p:cNvPr>
          <p:cNvSpPr>
            <a:spLocks noGrp="1"/>
          </p:cNvSpPr>
          <p:nvPr>
            <p:ph type="ctrTitle"/>
          </p:nvPr>
        </p:nvSpPr>
        <p:spPr>
          <a:xfrm>
            <a:off x="1524000" y="2089014"/>
            <a:ext cx="9144000" cy="2387600"/>
          </a:xfrm>
        </p:spPr>
        <p:txBody>
          <a:bodyPr>
            <a:normAutofit fontScale="90000"/>
          </a:bodyPr>
          <a:lstStyle/>
          <a:p>
            <a:r>
              <a:rPr lang="en-US" noProof="0" dirty="0"/>
              <a:t>Week4</a:t>
            </a:r>
            <a:br>
              <a:rPr lang="en-US" noProof="0" dirty="0"/>
            </a:br>
            <a:br>
              <a:rPr lang="en-US" noProof="0" dirty="0"/>
            </a:br>
            <a:r>
              <a:rPr lang="en-US" noProof="0" dirty="0"/>
              <a:t>Molecular Dynamics</a:t>
            </a:r>
          </a:p>
        </p:txBody>
      </p:sp>
    </p:spTree>
    <p:extLst>
      <p:ext uri="{BB962C8B-B14F-4D97-AF65-F5344CB8AC3E}">
        <p14:creationId xmlns:p14="http://schemas.microsoft.com/office/powerpoint/2010/main" val="2944542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03CAB5-4BF2-AEC8-4D70-DFE421A83E25}"/>
              </a:ext>
            </a:extLst>
          </p:cNvPr>
          <p:cNvSpPr>
            <a:spLocks noGrp="1"/>
          </p:cNvSpPr>
          <p:nvPr>
            <p:ph type="title"/>
          </p:nvPr>
        </p:nvSpPr>
        <p:spPr>
          <a:xfrm>
            <a:off x="839788" y="457200"/>
            <a:ext cx="3932237" cy="986589"/>
          </a:xfrm>
        </p:spPr>
        <p:txBody>
          <a:bodyPr/>
          <a:lstStyle/>
          <a:p>
            <a:r>
              <a:rPr lang="en-US" noProof="0" dirty="0"/>
              <a:t>Integration</a:t>
            </a:r>
          </a:p>
        </p:txBody>
      </p:sp>
      <mc:AlternateContent xmlns:mc="http://schemas.openxmlformats.org/markup-compatibility/2006" xmlns:a14="http://schemas.microsoft.com/office/drawing/2010/main">
        <mc:Choice Requires="a14">
          <p:sp>
            <p:nvSpPr>
              <p:cNvPr id="4" name="Pladsholder til tekst 3">
                <a:extLst>
                  <a:ext uri="{FF2B5EF4-FFF2-40B4-BE49-F238E27FC236}">
                    <a16:creationId xmlns:a16="http://schemas.microsoft.com/office/drawing/2014/main" id="{A24802F9-A79C-A047-D5B1-75FEFC7706D0}"/>
                  </a:ext>
                </a:extLst>
              </p:cNvPr>
              <p:cNvSpPr>
                <a:spLocks noGrp="1"/>
              </p:cNvSpPr>
              <p:nvPr>
                <p:ph type="body" sz="half" idx="2"/>
              </p:nvPr>
            </p:nvSpPr>
            <p:spPr>
              <a:xfrm>
                <a:off x="839788" y="2057399"/>
                <a:ext cx="4712786" cy="4534989"/>
              </a:xfrm>
            </p:spPr>
            <p:txBody>
              <a:bodyPr>
                <a:normAutofit/>
              </a:bodyPr>
              <a:lstStyle/>
              <a:p>
                <a:pPr/>
                <a14:m>
                  <m:oMathPara xmlns:m="http://schemas.openxmlformats.org/officeDocument/2006/math">
                    <m:oMath>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𝑑𝑥</m:t>
                          </m:r>
                        </m:num>
                        <m:den>
                          <m:r>
                            <a:rPr lang="en-US" b="0" i="1" noProof="0" smtClean="0">
                              <a:latin typeface="Cambria Math" panose="02040503050406030204" pitchFamily="18" charset="0"/>
                            </a:rPr>
                            <m:t>𝑑𝑡</m:t>
                          </m:r>
                        </m:den>
                      </m:f>
                      <m:r>
                        <a:rPr lang="en-US" b="0" i="1" noProof="0" smtClean="0">
                          <a:latin typeface="Cambria Math" panose="02040503050406030204" pitchFamily="18" charset="0"/>
                        </a:rPr>
                        <m:t>=</m:t>
                      </m:r>
                      <m:r>
                        <a:rPr lang="en-US" b="0" i="1" noProof="0" smtClean="0">
                          <a:latin typeface="Cambria Math" panose="02040503050406030204" pitchFamily="18" charset="0"/>
                        </a:rPr>
                        <m:t>𝑣</m:t>
                      </m:r>
                      <m:r>
                        <a:rPr lang="en-US" b="0" i="1" noProof="0" smtClean="0">
                          <a:latin typeface="Cambria Math" panose="02040503050406030204" pitchFamily="18" charset="0"/>
                        </a:rPr>
                        <m:t>,  </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𝑑𝑣</m:t>
                          </m:r>
                        </m:num>
                        <m:den>
                          <m:r>
                            <a:rPr lang="en-US" b="0" i="1" noProof="0" smtClean="0">
                              <a:latin typeface="Cambria Math" panose="02040503050406030204" pitchFamily="18" charset="0"/>
                            </a:rPr>
                            <m:t>𝑑𝑡</m:t>
                          </m:r>
                        </m:den>
                      </m:f>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𝐹</m:t>
                              </m:r>
                            </m:e>
                            <m:sub>
                              <m:r>
                                <a:rPr lang="en-US" b="0" i="1" noProof="0" smtClean="0">
                                  <a:latin typeface="Cambria Math" panose="02040503050406030204" pitchFamily="18" charset="0"/>
                                </a:rPr>
                                <m:t>𝑟𝑒𝑠</m:t>
                              </m:r>
                            </m:sub>
                          </m:sSub>
                        </m:num>
                        <m:den>
                          <m:r>
                            <a:rPr lang="en-US" b="0" i="1" noProof="0" smtClean="0">
                              <a:latin typeface="Cambria Math" panose="02040503050406030204" pitchFamily="18" charset="0"/>
                            </a:rPr>
                            <m:t>𝑚</m:t>
                          </m:r>
                        </m:den>
                      </m:f>
                      <m:r>
                        <a:rPr lang="en-US" b="0" i="1" noProof="0" smtClean="0">
                          <a:latin typeface="Cambria Math" panose="02040503050406030204" pitchFamily="18" charset="0"/>
                        </a:rPr>
                        <m:t>=</m:t>
                      </m:r>
                      <m:r>
                        <a:rPr lang="en-US" b="0" i="1" noProof="0" smtClean="0">
                          <a:latin typeface="Cambria Math" panose="02040503050406030204" pitchFamily="18" charset="0"/>
                        </a:rPr>
                        <m:t>𝑎</m:t>
                      </m:r>
                    </m:oMath>
                  </m:oMathPara>
                </a14:m>
                <a:endParaRPr lang="en-US" b="0" noProof="0" dirty="0"/>
              </a:p>
              <a:p>
                <a:r>
                  <a:rPr lang="en-US" b="0" noProof="0" dirty="0"/>
                  <a:t>We can solve these coupled differential equations with Runge-</a:t>
                </a:r>
                <a:r>
                  <a:rPr lang="en-US" b="0" noProof="0" dirty="0" err="1"/>
                  <a:t>Kutta</a:t>
                </a:r>
                <a:r>
                  <a:rPr lang="en-US" b="0" noProof="0" dirty="0"/>
                  <a:t> method. In python: </a:t>
                </a:r>
                <a:r>
                  <a:rPr lang="en-US" b="0" noProof="0" dirty="0" err="1"/>
                  <a:t>scipy.solve_ivp</a:t>
                </a:r>
                <a:endParaRPr lang="en-US" b="0" noProof="0" dirty="0"/>
              </a:p>
              <a:p>
                <a:endParaRPr lang="en-US" noProof="0" dirty="0"/>
              </a:p>
              <a:p>
                <a:r>
                  <a:rPr lang="en-US" b="0" u="sng" noProof="0" dirty="0"/>
                  <a:t>Euler:</a:t>
                </a:r>
              </a:p>
              <a:p>
                <a:pPr/>
                <a14:m>
                  <m:oMathPara xmlns:m="http://schemas.openxmlformats.org/officeDocument/2006/math">
                    <m:oMath>
                      <m:r>
                        <a:rPr lang="en-US" b="0" i="1" noProof="0" smtClean="0">
                          <a:latin typeface="Cambria Math" panose="02040503050406030204" pitchFamily="18" charset="0"/>
                        </a:rPr>
                        <m:t>𝑥</m:t>
                      </m:r>
                      <m:r>
                        <a:rPr lang="en-US" b="0" i="1" noProof="0" smtClean="0">
                          <a:latin typeface="Cambria Math" panose="02040503050406030204" pitchFamily="18" charset="0"/>
                        </a:rPr>
                        <m:t>→</m:t>
                      </m:r>
                      <m:r>
                        <a:rPr lang="en-US" b="0" i="1" noProof="0" smtClean="0">
                          <a:latin typeface="Cambria Math" panose="02040503050406030204" pitchFamily="18" charset="0"/>
                        </a:rPr>
                        <m:t>𝑥</m:t>
                      </m:r>
                      <m:r>
                        <a:rPr lang="en-US" b="0" i="1" noProof="0" smtClean="0">
                          <a:latin typeface="Cambria Math" panose="02040503050406030204" pitchFamily="18" charset="0"/>
                        </a:rPr>
                        <m:t>+</m:t>
                      </m:r>
                      <m:r>
                        <a:rPr lang="en-US" b="0" i="1" noProof="0" smtClean="0">
                          <a:latin typeface="Cambria Math" panose="02040503050406030204" pitchFamily="18" charset="0"/>
                        </a:rPr>
                        <m:t>𝑣</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oMath>
                  </m:oMathPara>
                </a14:m>
                <a:endParaRPr lang="en-US" b="0" i="1" noProof="0" dirty="0"/>
              </a:p>
              <a:p>
                <a:pPr/>
                <a14:m>
                  <m:oMathPara xmlns:m="http://schemas.openxmlformats.org/officeDocument/2006/math">
                    <m:oMath>
                      <m:r>
                        <a:rPr lang="en-US" b="0" i="1" noProof="0" smtClean="0">
                          <a:latin typeface="Cambria Math" panose="02040503050406030204" pitchFamily="18" charset="0"/>
                        </a:rPr>
                        <m:t>𝑣</m:t>
                      </m:r>
                      <m:r>
                        <a:rPr lang="en-US" b="0" i="1" noProof="0" smtClean="0">
                          <a:latin typeface="Cambria Math" panose="02040503050406030204" pitchFamily="18" charset="0"/>
                        </a:rPr>
                        <m:t>→</m:t>
                      </m:r>
                      <m:r>
                        <a:rPr lang="en-US" b="0" i="1" noProof="0" smtClean="0">
                          <a:latin typeface="Cambria Math" panose="02040503050406030204" pitchFamily="18" charset="0"/>
                        </a:rPr>
                        <m:t>𝑣</m:t>
                      </m:r>
                      <m:r>
                        <a:rPr lang="en-US" b="0" i="1" noProof="0" smtClean="0">
                          <a:latin typeface="Cambria Math" panose="02040503050406030204" pitchFamily="18" charset="0"/>
                        </a:rPr>
                        <m:t>+</m:t>
                      </m:r>
                      <m:r>
                        <a:rPr lang="en-US" b="0" i="1" noProof="0" smtClean="0">
                          <a:latin typeface="Cambria Math" panose="02040503050406030204" pitchFamily="18" charset="0"/>
                        </a:rPr>
                        <m:t>𝑎</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oMath>
                  </m:oMathPara>
                </a14:m>
                <a:endParaRPr lang="en-US" b="0" i="1" noProof="0" dirty="0"/>
              </a:p>
              <a:p>
                <a:pPr/>
                <a14:m>
                  <m:oMathPara xmlns:m="http://schemas.openxmlformats.org/officeDocument/2006/math">
                    <m:oMath>
                      <m:r>
                        <a:rPr lang="en-US" b="0" i="1" noProof="0" smtClean="0">
                          <a:latin typeface="Cambria Math" panose="02040503050406030204" pitchFamily="18" charset="0"/>
                        </a:rPr>
                        <m:t>𝑥</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e>
                      </m:d>
                      <m:r>
                        <a:rPr lang="en-US" b="0" i="1" noProof="0" smtClean="0">
                          <a:latin typeface="Cambria Math" panose="02040503050406030204" pitchFamily="18" charset="0"/>
                        </a:rPr>
                        <m:t>=</m:t>
                      </m:r>
                      <m:r>
                        <a:rPr lang="en-US" b="0" i="1" noProof="0" smtClean="0">
                          <a:latin typeface="Cambria Math" panose="02040503050406030204" pitchFamily="18" charset="0"/>
                        </a:rPr>
                        <m:t>𝑥</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𝑑𝑥</m:t>
                          </m:r>
                        </m:num>
                        <m:den>
                          <m:r>
                            <a:rPr lang="en-US" b="0" i="1" noProof="0" smtClean="0">
                              <a:latin typeface="Cambria Math" panose="02040503050406030204" pitchFamily="18" charset="0"/>
                            </a:rPr>
                            <m:t>𝑑𝑡</m:t>
                          </m:r>
                        </m:den>
                      </m:f>
                      <m:r>
                        <m:rPr>
                          <m:sty m:val="p"/>
                        </m:rPr>
                        <a:rPr lang="en-US" b="0" i="0" noProof="0" smtClean="0">
                          <a:latin typeface="Cambria Math" panose="02040503050406030204" pitchFamily="18" charset="0"/>
                        </a:rPr>
                        <m:t>Δt</m:t>
                      </m:r>
                      <m:r>
                        <a:rPr lang="en-US" b="0" i="0" noProof="0" smtClean="0">
                          <a:latin typeface="Cambria Math" panose="02040503050406030204" pitchFamily="18" charset="0"/>
                        </a:rPr>
                        <m:t>+</m:t>
                      </m:r>
                      <m:f>
                        <m:fPr>
                          <m:ctrlPr>
                            <a:rPr lang="en-US" b="0" i="0" noProof="0" smtClean="0">
                              <a:latin typeface="Cambria Math" panose="02040503050406030204" pitchFamily="18" charset="0"/>
                            </a:rPr>
                          </m:ctrlPr>
                        </m:fPr>
                        <m:num>
                          <m:r>
                            <a:rPr lang="en-US" b="0" i="0" noProof="0" smtClean="0">
                              <a:latin typeface="Cambria Math" panose="02040503050406030204" pitchFamily="18" charset="0"/>
                            </a:rPr>
                            <m:t>1</m:t>
                          </m:r>
                        </m:num>
                        <m:den>
                          <m:r>
                            <a:rPr lang="en-US" b="0" i="0" noProof="0" smtClean="0">
                              <a:latin typeface="Cambria Math" panose="02040503050406030204" pitchFamily="18" charset="0"/>
                            </a:rPr>
                            <m:t>2</m:t>
                          </m:r>
                        </m:den>
                      </m:f>
                      <m:f>
                        <m:fPr>
                          <m:ctrlPr>
                            <a:rPr lang="en-US" b="0" i="1" noProof="0" smtClean="0">
                              <a:latin typeface="Cambria Math" panose="02040503050406030204" pitchFamily="18" charset="0"/>
                            </a:rPr>
                          </m:ctrlPr>
                        </m:fPr>
                        <m:num>
                          <m:sSup>
                            <m:sSupPr>
                              <m:ctrlPr>
                                <a:rPr lang="en-US" b="0" i="0" noProof="0" smtClean="0">
                                  <a:latin typeface="Cambria Math" panose="02040503050406030204" pitchFamily="18" charset="0"/>
                                </a:rPr>
                              </m:ctrlPr>
                            </m:sSupPr>
                            <m:e>
                              <m:r>
                                <m:rPr>
                                  <m:sty m:val="p"/>
                                </m:rPr>
                                <a:rPr lang="en-US" b="0" i="0" noProof="0" smtClean="0">
                                  <a:latin typeface="Cambria Math" panose="02040503050406030204" pitchFamily="18" charset="0"/>
                                </a:rPr>
                                <m:t>d</m:t>
                              </m:r>
                            </m:e>
                            <m:sup>
                              <m:r>
                                <a:rPr lang="en-US" b="0" i="0" noProof="0" smtClean="0">
                                  <a:latin typeface="Cambria Math" panose="02040503050406030204" pitchFamily="18" charset="0"/>
                                </a:rPr>
                                <m:t>2</m:t>
                              </m:r>
                            </m:sup>
                          </m:sSup>
                        </m:num>
                        <m:den>
                          <m:r>
                            <a:rPr lang="en-US" b="0" i="1" noProof="0" smtClean="0">
                              <a:latin typeface="Cambria Math" panose="02040503050406030204" pitchFamily="18" charset="0"/>
                            </a:rPr>
                            <m:t>𝑑</m:t>
                          </m:r>
                          <m:sSup>
                            <m:sSupPr>
                              <m:ctrlPr>
                                <a:rPr lang="en-US" b="0" i="1" noProof="0" smtClean="0">
                                  <a:latin typeface="Cambria Math" panose="02040503050406030204" pitchFamily="18" charset="0"/>
                                </a:rPr>
                              </m:ctrlPr>
                            </m:sSupPr>
                            <m:e>
                              <m:r>
                                <a:rPr lang="en-US" b="0" i="1" noProof="0" smtClean="0">
                                  <a:latin typeface="Cambria Math" panose="02040503050406030204" pitchFamily="18" charset="0"/>
                                </a:rPr>
                                <m:t>𝑡</m:t>
                              </m:r>
                            </m:e>
                            <m:sup>
                              <m:r>
                                <a:rPr lang="en-US" b="0" i="1" noProof="0" smtClean="0">
                                  <a:latin typeface="Cambria Math" panose="02040503050406030204" pitchFamily="18" charset="0"/>
                                </a:rPr>
                                <m:t>2</m:t>
                              </m:r>
                            </m:sup>
                          </m:sSup>
                        </m:den>
                      </m:f>
                      <m:r>
                        <m:rPr>
                          <m:sty m:val="p"/>
                        </m:rPr>
                        <a:rPr lang="en-US" b="0" i="0" noProof="0" smtClean="0">
                          <a:latin typeface="Cambria Math" panose="02040503050406030204" pitchFamily="18" charset="0"/>
                        </a:rPr>
                        <m:t>Δ</m:t>
                      </m:r>
                      <m:sSup>
                        <m:sSupPr>
                          <m:ctrlPr>
                            <a:rPr lang="en-US" b="0" i="0" noProof="0" smtClean="0">
                              <a:latin typeface="Cambria Math" panose="02040503050406030204" pitchFamily="18" charset="0"/>
                            </a:rPr>
                          </m:ctrlPr>
                        </m:sSupPr>
                        <m:e>
                          <m:r>
                            <m:rPr>
                              <m:sty m:val="p"/>
                            </m:rPr>
                            <a:rPr lang="en-US" b="0" i="0" noProof="0" smtClean="0">
                              <a:latin typeface="Cambria Math" panose="02040503050406030204" pitchFamily="18" charset="0"/>
                            </a:rPr>
                            <m:t>t</m:t>
                          </m:r>
                        </m:e>
                        <m:sup>
                          <m:r>
                            <a:rPr lang="en-US" b="0" i="0" noProof="0" smtClean="0">
                              <a:latin typeface="Cambria Math" panose="02040503050406030204" pitchFamily="18" charset="0"/>
                            </a:rPr>
                            <m:t>2</m:t>
                          </m:r>
                        </m:sup>
                      </m:sSup>
                      <m:r>
                        <a:rPr lang="en-US" b="0" i="0" noProof="0" smtClean="0">
                          <a:latin typeface="Cambria Math" panose="02040503050406030204" pitchFamily="18" charset="0"/>
                        </a:rPr>
                        <m:t>+</m:t>
                      </m:r>
                      <m:r>
                        <m:rPr>
                          <m:sty m:val="p"/>
                        </m:rPr>
                        <a:rPr lang="en-US" b="0" i="0" noProof="0" smtClean="0">
                          <a:latin typeface="Cambria Math" panose="02040503050406030204" pitchFamily="18" charset="0"/>
                        </a:rPr>
                        <m:t>O</m:t>
                      </m:r>
                      <m:d>
                        <m:dPr>
                          <m:ctrlPr>
                            <a:rPr lang="en-US" b="0" i="0" noProof="0" smtClean="0">
                              <a:latin typeface="Cambria Math" panose="02040503050406030204" pitchFamily="18" charset="0"/>
                            </a:rPr>
                          </m:ctrlPr>
                        </m:dPr>
                        <m:e>
                          <m:r>
                            <m:rPr>
                              <m:sty m:val="p"/>
                            </m:rPr>
                            <a:rPr lang="en-US" b="0" i="0" noProof="0" smtClean="0">
                              <a:latin typeface="Cambria Math" panose="02040503050406030204" pitchFamily="18" charset="0"/>
                            </a:rPr>
                            <m:t>Δ</m:t>
                          </m:r>
                          <m:sSup>
                            <m:sSupPr>
                              <m:ctrlPr>
                                <a:rPr lang="en-US" b="0" i="1" noProof="0" smtClean="0">
                                  <a:latin typeface="Cambria Math" panose="02040503050406030204" pitchFamily="18" charset="0"/>
                                </a:rPr>
                              </m:ctrlPr>
                            </m:sSupPr>
                            <m:e>
                              <m:r>
                                <a:rPr lang="en-US" b="0" i="1" noProof="0" smtClean="0">
                                  <a:latin typeface="Cambria Math" panose="02040503050406030204" pitchFamily="18" charset="0"/>
                                </a:rPr>
                                <m:t>𝑡</m:t>
                              </m:r>
                            </m:e>
                            <m:sup>
                              <m:r>
                                <a:rPr lang="en-US" b="0" i="1" noProof="0" smtClean="0">
                                  <a:latin typeface="Cambria Math" panose="02040503050406030204" pitchFamily="18" charset="0"/>
                                </a:rPr>
                                <m:t>3</m:t>
                              </m:r>
                            </m:sup>
                          </m:sSup>
                        </m:e>
                      </m:d>
                    </m:oMath>
                  </m:oMathPara>
                </a14:m>
                <a:endParaRPr lang="en-US" b="0" i="1" noProof="0" dirty="0"/>
              </a:p>
              <a:p>
                <a:endParaRPr lang="en-US" noProof="0" dirty="0"/>
              </a:p>
              <a:p>
                <a:r>
                  <a:rPr lang="en-US" noProof="0" dirty="0"/>
                  <a:t>	            Euler	Local error in Euler</a:t>
                </a:r>
              </a:p>
              <a:p>
                <a:r>
                  <a:rPr lang="en-US" noProof="0" dirty="0"/>
                  <a:t>Global error after period T: </a:t>
                </a:r>
                <a14:m>
                  <m:oMath xmlns:m="http://schemas.openxmlformats.org/officeDocument/2006/math">
                    <m:r>
                      <a:rPr lang="en-US" b="0" i="1" noProof="0" smtClean="0">
                        <a:latin typeface="Cambria Math" panose="02040503050406030204" pitchFamily="18" charset="0"/>
                      </a:rPr>
                      <m:t>𝑁</m:t>
                    </m:r>
                    <m:r>
                      <a:rPr lang="en-US" b="0" i="1" noProof="0" smtClean="0">
                        <a:latin typeface="Cambria Math" panose="02040503050406030204" pitchFamily="18" charset="0"/>
                      </a:rPr>
                      <m:t>⋅</m:t>
                    </m:r>
                    <m:r>
                      <a:rPr lang="en-US" b="0" i="1" noProof="0" smtClean="0">
                        <a:latin typeface="Cambria Math" panose="02040503050406030204" pitchFamily="18" charset="0"/>
                      </a:rPr>
                      <m:t>𝑂</m:t>
                    </m:r>
                    <m:d>
                      <m:dPr>
                        <m:ctrlPr>
                          <a:rPr lang="en-US" b="0" i="0" noProof="0" smtClean="0">
                            <a:latin typeface="Cambria Math" panose="02040503050406030204" pitchFamily="18" charset="0"/>
                          </a:rPr>
                        </m:ctrlPr>
                      </m:dPr>
                      <m:e>
                        <m:r>
                          <m:rPr>
                            <m:sty m:val="p"/>
                          </m:rPr>
                          <a:rPr lang="en-US" b="0" i="0" noProof="0" smtClean="0">
                            <a:latin typeface="Cambria Math" panose="02040503050406030204" pitchFamily="18" charset="0"/>
                          </a:rPr>
                          <m:t>Δ</m:t>
                        </m:r>
                        <m:sSup>
                          <m:sSupPr>
                            <m:ctrlPr>
                              <a:rPr lang="en-US" b="0" i="1" noProof="0" smtClean="0">
                                <a:latin typeface="Cambria Math" panose="02040503050406030204" pitchFamily="18" charset="0"/>
                              </a:rPr>
                            </m:ctrlPr>
                          </m:sSupPr>
                          <m:e>
                            <m:r>
                              <a:rPr lang="en-US" b="0" i="1" noProof="0" smtClean="0">
                                <a:latin typeface="Cambria Math" panose="02040503050406030204" pitchFamily="18" charset="0"/>
                              </a:rPr>
                              <m:t>𝑡</m:t>
                            </m:r>
                          </m:e>
                          <m:sup>
                            <m:r>
                              <a:rPr lang="en-US" b="0" i="1" noProof="0" smtClean="0">
                                <a:latin typeface="Cambria Math" panose="02040503050406030204" pitchFamily="18" charset="0"/>
                              </a:rPr>
                              <m:t>2</m:t>
                            </m:r>
                          </m:sup>
                        </m:sSup>
                      </m:e>
                    </m:d>
                    <m:r>
                      <a:rPr lang="en-US" b="0" i="1" noProof="0" smtClean="0">
                        <a:latin typeface="Cambria Math" panose="02040503050406030204" pitchFamily="18" charset="0"/>
                      </a:rPr>
                      <m:t>=</m:t>
                    </m:r>
                    <m:r>
                      <a:rPr lang="en-US" b="0" i="1" noProof="0" smtClean="0">
                        <a:latin typeface="Cambria Math" panose="02040503050406030204" pitchFamily="18" charset="0"/>
                      </a:rPr>
                      <m:t>𝑇</m:t>
                    </m:r>
                    <m:r>
                      <a:rPr lang="en-US" b="0" i="1" noProof="0" smtClean="0">
                        <a:latin typeface="Cambria Math" panose="02040503050406030204" pitchFamily="18" charset="0"/>
                      </a:rPr>
                      <m:t>⋅</m:t>
                    </m:r>
                    <m:r>
                      <a:rPr lang="en-US" b="0" i="1" noProof="0" smtClean="0">
                        <a:latin typeface="Cambria Math" panose="02040503050406030204" pitchFamily="18" charset="0"/>
                      </a:rPr>
                      <m:t>𝑂</m:t>
                    </m:r>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r>
                      <a:rPr lang="en-US" b="0" i="1" noProof="0" smtClean="0">
                        <a:latin typeface="Cambria Math" panose="02040503050406030204" pitchFamily="18" charset="0"/>
                      </a:rPr>
                      <m:t>)</m:t>
                    </m:r>
                  </m:oMath>
                </a14:m>
                <a:endParaRPr lang="en-US" noProof="0" dirty="0"/>
              </a:p>
            </p:txBody>
          </p:sp>
        </mc:Choice>
        <mc:Fallback xmlns="">
          <p:sp>
            <p:nvSpPr>
              <p:cNvPr id="4" name="Pladsholder til tekst 3">
                <a:extLst>
                  <a:ext uri="{FF2B5EF4-FFF2-40B4-BE49-F238E27FC236}">
                    <a16:creationId xmlns:a16="http://schemas.microsoft.com/office/drawing/2014/main" id="{A24802F9-A79C-A047-D5B1-75FEFC7706D0}"/>
                  </a:ext>
                </a:extLst>
              </p:cNvPr>
              <p:cNvSpPr>
                <a:spLocks noGrp="1" noRot="1" noChangeAspect="1" noMove="1" noResize="1" noEditPoints="1" noAdjustHandles="1" noChangeArrowheads="1" noChangeShapeType="1" noTextEdit="1"/>
              </p:cNvSpPr>
              <p:nvPr>
                <p:ph type="body" sz="half" idx="2"/>
              </p:nvPr>
            </p:nvSpPr>
            <p:spPr>
              <a:xfrm>
                <a:off x="839788" y="2057399"/>
                <a:ext cx="4712786" cy="4534989"/>
              </a:xfrm>
              <a:blipFill>
                <a:blip r:embed="rId2"/>
                <a:stretch>
                  <a:fillRect l="-776"/>
                </a:stretch>
              </a:blipFill>
            </p:spPr>
            <p:txBody>
              <a:bodyPr/>
              <a:lstStyle/>
              <a:p>
                <a:r>
                  <a:rPr lang="da-DK">
                    <a:noFill/>
                  </a:rPr>
                  <a:t> </a:t>
                </a:r>
              </a:p>
            </p:txBody>
          </p:sp>
        </mc:Fallback>
      </mc:AlternateContent>
      <p:sp>
        <p:nvSpPr>
          <p:cNvPr id="6" name="Pladsholder til tekst 3">
            <a:extLst>
              <a:ext uri="{FF2B5EF4-FFF2-40B4-BE49-F238E27FC236}">
                <a16:creationId xmlns:a16="http://schemas.microsoft.com/office/drawing/2014/main" id="{699F67F8-8248-F746-6FC3-E3DDE4C000E8}"/>
              </a:ext>
            </a:extLst>
          </p:cNvPr>
          <p:cNvSpPr txBox="1">
            <a:spLocks/>
          </p:cNvSpPr>
          <p:nvPr/>
        </p:nvSpPr>
        <p:spPr>
          <a:xfrm>
            <a:off x="6278291" y="2057398"/>
            <a:ext cx="3932237" cy="453498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endParaRPr lang="en-US" noProof="0" dirty="0"/>
          </a:p>
        </p:txBody>
      </p:sp>
      <mc:AlternateContent xmlns:mc="http://schemas.openxmlformats.org/markup-compatibility/2006" xmlns:p14="http://schemas.microsoft.com/office/powerpoint/2010/main">
        <mc:Choice Requires="p14">
          <p:contentPart p14:bwMode="auto" r:id="rId3">
            <p14:nvContentPartPr>
              <p14:cNvPr id="3" name="Håndskrift 2">
                <a:extLst>
                  <a:ext uri="{FF2B5EF4-FFF2-40B4-BE49-F238E27FC236}">
                    <a16:creationId xmlns:a16="http://schemas.microsoft.com/office/drawing/2014/main" id="{A029E8DD-34F0-FDAB-9F43-FE4192932563}"/>
                  </a:ext>
                </a:extLst>
              </p14:cNvPr>
              <p14:cNvContentPartPr/>
              <p14:nvPr/>
            </p14:nvContentPartPr>
            <p14:xfrm>
              <a:off x="2243548" y="4830641"/>
              <a:ext cx="1070640" cy="282240"/>
            </p14:xfrm>
          </p:contentPart>
        </mc:Choice>
        <mc:Fallback xmlns="">
          <p:pic>
            <p:nvPicPr>
              <p:cNvPr id="3" name="Håndskrift 2">
                <a:extLst>
                  <a:ext uri="{FF2B5EF4-FFF2-40B4-BE49-F238E27FC236}">
                    <a16:creationId xmlns:a16="http://schemas.microsoft.com/office/drawing/2014/main" id="{A029E8DD-34F0-FDAB-9F43-FE4192932563}"/>
                  </a:ext>
                </a:extLst>
              </p:cNvPr>
              <p:cNvPicPr/>
              <p:nvPr/>
            </p:nvPicPr>
            <p:blipFill>
              <a:blip r:embed="rId4"/>
              <a:stretch>
                <a:fillRect/>
              </a:stretch>
            </p:blipFill>
            <p:spPr>
              <a:xfrm>
                <a:off x="2237428" y="4824521"/>
                <a:ext cx="108288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Håndskrift 4">
                <a:extLst>
                  <a:ext uri="{FF2B5EF4-FFF2-40B4-BE49-F238E27FC236}">
                    <a16:creationId xmlns:a16="http://schemas.microsoft.com/office/drawing/2014/main" id="{8894B73D-991A-2F24-1B5C-FA7E34F51D24}"/>
                  </a:ext>
                </a:extLst>
              </p14:cNvPr>
              <p14:cNvContentPartPr/>
              <p14:nvPr/>
            </p14:nvContentPartPr>
            <p14:xfrm>
              <a:off x="3537028" y="4884641"/>
              <a:ext cx="1675800" cy="258480"/>
            </p14:xfrm>
          </p:contentPart>
        </mc:Choice>
        <mc:Fallback xmlns="">
          <p:pic>
            <p:nvPicPr>
              <p:cNvPr id="5" name="Håndskrift 4">
                <a:extLst>
                  <a:ext uri="{FF2B5EF4-FFF2-40B4-BE49-F238E27FC236}">
                    <a16:creationId xmlns:a16="http://schemas.microsoft.com/office/drawing/2014/main" id="{8894B73D-991A-2F24-1B5C-FA7E34F51D24}"/>
                  </a:ext>
                </a:extLst>
              </p:cNvPr>
              <p:cNvPicPr/>
              <p:nvPr/>
            </p:nvPicPr>
            <p:blipFill>
              <a:blip r:embed="rId6"/>
              <a:stretch>
                <a:fillRect/>
              </a:stretch>
            </p:blipFill>
            <p:spPr>
              <a:xfrm>
                <a:off x="3530908" y="4878521"/>
                <a:ext cx="168804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5" name="Håndskrift 54">
                <a:extLst>
                  <a:ext uri="{FF2B5EF4-FFF2-40B4-BE49-F238E27FC236}">
                    <a16:creationId xmlns:a16="http://schemas.microsoft.com/office/drawing/2014/main" id="{A9461212-3BF9-F805-AE38-494865BD3647}"/>
                  </a:ext>
                </a:extLst>
              </p14:cNvPr>
              <p14:cNvContentPartPr/>
              <p14:nvPr/>
            </p14:nvContentPartPr>
            <p14:xfrm>
              <a:off x="10306828" y="1923281"/>
              <a:ext cx="119880" cy="141120"/>
            </p14:xfrm>
          </p:contentPart>
        </mc:Choice>
        <mc:Fallback xmlns="">
          <p:pic>
            <p:nvPicPr>
              <p:cNvPr id="55" name="Håndskrift 54">
                <a:extLst>
                  <a:ext uri="{FF2B5EF4-FFF2-40B4-BE49-F238E27FC236}">
                    <a16:creationId xmlns:a16="http://schemas.microsoft.com/office/drawing/2014/main" id="{A9461212-3BF9-F805-AE38-494865BD3647}"/>
                  </a:ext>
                </a:extLst>
              </p:cNvPr>
              <p:cNvPicPr/>
              <p:nvPr/>
            </p:nvPicPr>
            <p:blipFill>
              <a:blip r:embed="rId8"/>
              <a:stretch>
                <a:fillRect/>
              </a:stretch>
            </p:blipFill>
            <p:spPr>
              <a:xfrm>
                <a:off x="10300708" y="1917161"/>
                <a:ext cx="13212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8" name="Håndskrift 57">
                <a:extLst>
                  <a:ext uri="{FF2B5EF4-FFF2-40B4-BE49-F238E27FC236}">
                    <a16:creationId xmlns:a16="http://schemas.microsoft.com/office/drawing/2014/main" id="{78D7FD9A-E478-6BBD-AEBE-16C6C2B4CAAF}"/>
                  </a:ext>
                </a:extLst>
              </p14:cNvPr>
              <p14:cNvContentPartPr/>
              <p14:nvPr/>
            </p14:nvContentPartPr>
            <p14:xfrm>
              <a:off x="10701748" y="1670921"/>
              <a:ext cx="120600" cy="151920"/>
            </p14:xfrm>
          </p:contentPart>
        </mc:Choice>
        <mc:Fallback xmlns="">
          <p:pic>
            <p:nvPicPr>
              <p:cNvPr id="58" name="Håndskrift 57">
                <a:extLst>
                  <a:ext uri="{FF2B5EF4-FFF2-40B4-BE49-F238E27FC236}">
                    <a16:creationId xmlns:a16="http://schemas.microsoft.com/office/drawing/2014/main" id="{78D7FD9A-E478-6BBD-AEBE-16C6C2B4CAAF}"/>
                  </a:ext>
                </a:extLst>
              </p:cNvPr>
              <p:cNvPicPr/>
              <p:nvPr/>
            </p:nvPicPr>
            <p:blipFill>
              <a:blip r:embed="rId10"/>
              <a:stretch>
                <a:fillRect/>
              </a:stretch>
            </p:blipFill>
            <p:spPr>
              <a:xfrm>
                <a:off x="10695628" y="1664801"/>
                <a:ext cx="13284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0" name="Håndskrift 59">
                <a:extLst>
                  <a:ext uri="{FF2B5EF4-FFF2-40B4-BE49-F238E27FC236}">
                    <a16:creationId xmlns:a16="http://schemas.microsoft.com/office/drawing/2014/main" id="{EDF42FDA-5C25-4E6A-85D0-B77ACA70750E}"/>
                  </a:ext>
                </a:extLst>
              </p14:cNvPr>
              <p14:cNvContentPartPr/>
              <p14:nvPr/>
            </p14:nvContentPartPr>
            <p14:xfrm>
              <a:off x="7573708" y="541241"/>
              <a:ext cx="67320" cy="1736280"/>
            </p14:xfrm>
          </p:contentPart>
        </mc:Choice>
        <mc:Fallback xmlns="">
          <p:pic>
            <p:nvPicPr>
              <p:cNvPr id="60" name="Håndskrift 59">
                <a:extLst>
                  <a:ext uri="{FF2B5EF4-FFF2-40B4-BE49-F238E27FC236}">
                    <a16:creationId xmlns:a16="http://schemas.microsoft.com/office/drawing/2014/main" id="{EDF42FDA-5C25-4E6A-85D0-B77ACA70750E}"/>
                  </a:ext>
                </a:extLst>
              </p:cNvPr>
              <p:cNvPicPr/>
              <p:nvPr/>
            </p:nvPicPr>
            <p:blipFill>
              <a:blip r:embed="rId12"/>
              <a:stretch>
                <a:fillRect/>
              </a:stretch>
            </p:blipFill>
            <p:spPr>
              <a:xfrm>
                <a:off x="7567588" y="535121"/>
                <a:ext cx="79560" cy="1748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8" name="Håndskrift 67">
                <a:extLst>
                  <a:ext uri="{FF2B5EF4-FFF2-40B4-BE49-F238E27FC236}">
                    <a16:creationId xmlns:a16="http://schemas.microsoft.com/office/drawing/2014/main" id="{C5EAC6AE-A34F-20B1-36D4-A757985D1A38}"/>
                  </a:ext>
                </a:extLst>
              </p14:cNvPr>
              <p14:cNvContentPartPr/>
              <p14:nvPr/>
            </p14:nvContentPartPr>
            <p14:xfrm>
              <a:off x="6887908" y="1070801"/>
              <a:ext cx="1491840" cy="1232640"/>
            </p14:xfrm>
          </p:contentPart>
        </mc:Choice>
        <mc:Fallback xmlns="">
          <p:pic>
            <p:nvPicPr>
              <p:cNvPr id="68" name="Håndskrift 67">
                <a:extLst>
                  <a:ext uri="{FF2B5EF4-FFF2-40B4-BE49-F238E27FC236}">
                    <a16:creationId xmlns:a16="http://schemas.microsoft.com/office/drawing/2014/main" id="{C5EAC6AE-A34F-20B1-36D4-A757985D1A38}"/>
                  </a:ext>
                </a:extLst>
              </p:cNvPr>
              <p:cNvPicPr/>
              <p:nvPr/>
            </p:nvPicPr>
            <p:blipFill>
              <a:blip r:embed="rId14"/>
              <a:stretch>
                <a:fillRect/>
              </a:stretch>
            </p:blipFill>
            <p:spPr>
              <a:xfrm>
                <a:off x="6881788" y="1064681"/>
                <a:ext cx="1504080" cy="1244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1" name="Håndskrift 70">
                <a:extLst>
                  <a:ext uri="{FF2B5EF4-FFF2-40B4-BE49-F238E27FC236}">
                    <a16:creationId xmlns:a16="http://schemas.microsoft.com/office/drawing/2014/main" id="{F8A00292-ECCD-C786-9C96-0350AE0EE5D5}"/>
                  </a:ext>
                </a:extLst>
              </p14:cNvPr>
              <p14:cNvContentPartPr/>
              <p14:nvPr/>
            </p14:nvContentPartPr>
            <p14:xfrm>
              <a:off x="6252148" y="792161"/>
              <a:ext cx="1400040" cy="1415520"/>
            </p14:xfrm>
          </p:contentPart>
        </mc:Choice>
        <mc:Fallback xmlns="">
          <p:pic>
            <p:nvPicPr>
              <p:cNvPr id="71" name="Håndskrift 70">
                <a:extLst>
                  <a:ext uri="{FF2B5EF4-FFF2-40B4-BE49-F238E27FC236}">
                    <a16:creationId xmlns:a16="http://schemas.microsoft.com/office/drawing/2014/main" id="{F8A00292-ECCD-C786-9C96-0350AE0EE5D5}"/>
                  </a:ext>
                </a:extLst>
              </p:cNvPr>
              <p:cNvPicPr/>
              <p:nvPr/>
            </p:nvPicPr>
            <p:blipFill>
              <a:blip r:embed="rId16"/>
              <a:stretch>
                <a:fillRect/>
              </a:stretch>
            </p:blipFill>
            <p:spPr>
              <a:xfrm>
                <a:off x="6246028" y="786041"/>
                <a:ext cx="1412280" cy="1427760"/>
              </a:xfrm>
              <a:prstGeom prst="rect">
                <a:avLst/>
              </a:prstGeom>
            </p:spPr>
          </p:pic>
        </mc:Fallback>
      </mc:AlternateContent>
      <p:grpSp>
        <p:nvGrpSpPr>
          <p:cNvPr id="74" name="Gruppe 73">
            <a:extLst>
              <a:ext uri="{FF2B5EF4-FFF2-40B4-BE49-F238E27FC236}">
                <a16:creationId xmlns:a16="http://schemas.microsoft.com/office/drawing/2014/main" id="{9BBFB8DD-C8DC-3DA6-78FF-A88BC08ABA9F}"/>
              </a:ext>
            </a:extLst>
          </p:cNvPr>
          <p:cNvGrpSpPr/>
          <p:nvPr/>
        </p:nvGrpSpPr>
        <p:grpSpPr>
          <a:xfrm>
            <a:off x="6117868" y="547361"/>
            <a:ext cx="4667760" cy="1892160"/>
            <a:chOff x="6117868" y="547361"/>
            <a:chExt cx="4667760" cy="1892160"/>
          </a:xfrm>
        </p:grpSpPr>
        <mc:AlternateContent xmlns:mc="http://schemas.openxmlformats.org/markup-compatibility/2006" xmlns:p14="http://schemas.microsoft.com/office/powerpoint/2010/main">
          <mc:Choice Requires="p14">
            <p:contentPart p14:bwMode="auto" r:id="rId17">
              <p14:nvContentPartPr>
                <p14:cNvPr id="7" name="Håndskrift 6">
                  <a:extLst>
                    <a:ext uri="{FF2B5EF4-FFF2-40B4-BE49-F238E27FC236}">
                      <a16:creationId xmlns:a16="http://schemas.microsoft.com/office/drawing/2014/main" id="{5CA469A9-AE4B-1765-93D6-A37BDBE91EB0}"/>
                    </a:ext>
                  </a:extLst>
                </p14:cNvPr>
                <p14:cNvContentPartPr/>
                <p14:nvPr/>
              </p14:nvContentPartPr>
              <p14:xfrm>
                <a:off x="9619228" y="991961"/>
                <a:ext cx="1166400" cy="13680"/>
              </p14:xfrm>
            </p:contentPart>
          </mc:Choice>
          <mc:Fallback xmlns="">
            <p:pic>
              <p:nvPicPr>
                <p:cNvPr id="7" name="Håndskrift 6">
                  <a:extLst>
                    <a:ext uri="{FF2B5EF4-FFF2-40B4-BE49-F238E27FC236}">
                      <a16:creationId xmlns:a16="http://schemas.microsoft.com/office/drawing/2014/main" id="{5CA469A9-AE4B-1765-93D6-A37BDBE91EB0}"/>
                    </a:ext>
                  </a:extLst>
                </p:cNvPr>
                <p:cNvPicPr/>
                <p:nvPr/>
              </p:nvPicPr>
              <p:blipFill>
                <a:blip r:embed="rId18"/>
                <a:stretch>
                  <a:fillRect/>
                </a:stretch>
              </p:blipFill>
              <p:spPr>
                <a:xfrm>
                  <a:off x="9613108" y="985841"/>
                  <a:ext cx="11786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9" name="Håndskrift 8">
                  <a:extLst>
                    <a:ext uri="{FF2B5EF4-FFF2-40B4-BE49-F238E27FC236}">
                      <a16:creationId xmlns:a16="http://schemas.microsoft.com/office/drawing/2014/main" id="{6B155D41-7D6D-28EF-EB6B-901F5EB468BC}"/>
                    </a:ext>
                  </a:extLst>
                </p14:cNvPr>
                <p14:cNvContentPartPr/>
                <p14:nvPr/>
              </p14:nvContentPartPr>
              <p14:xfrm>
                <a:off x="9693388" y="847961"/>
                <a:ext cx="94680" cy="145800"/>
              </p14:xfrm>
            </p:contentPart>
          </mc:Choice>
          <mc:Fallback xmlns="">
            <p:pic>
              <p:nvPicPr>
                <p:cNvPr id="9" name="Håndskrift 8">
                  <a:extLst>
                    <a:ext uri="{FF2B5EF4-FFF2-40B4-BE49-F238E27FC236}">
                      <a16:creationId xmlns:a16="http://schemas.microsoft.com/office/drawing/2014/main" id="{6B155D41-7D6D-28EF-EB6B-901F5EB468BC}"/>
                    </a:ext>
                  </a:extLst>
                </p:cNvPr>
                <p:cNvPicPr/>
                <p:nvPr/>
              </p:nvPicPr>
              <p:blipFill>
                <a:blip r:embed="rId20"/>
                <a:stretch>
                  <a:fillRect/>
                </a:stretch>
              </p:blipFill>
              <p:spPr>
                <a:xfrm>
                  <a:off x="9687268" y="841841"/>
                  <a:ext cx="10692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0" name="Håndskrift 9">
                  <a:extLst>
                    <a:ext uri="{FF2B5EF4-FFF2-40B4-BE49-F238E27FC236}">
                      <a16:creationId xmlns:a16="http://schemas.microsoft.com/office/drawing/2014/main" id="{BD4F9D35-BC3D-110C-599F-F36C920CCAEE}"/>
                    </a:ext>
                  </a:extLst>
                </p14:cNvPr>
                <p14:cNvContentPartPr/>
                <p14:nvPr/>
              </p14:nvContentPartPr>
              <p14:xfrm>
                <a:off x="9911908" y="890081"/>
                <a:ext cx="74520" cy="100440"/>
              </p14:xfrm>
            </p:contentPart>
          </mc:Choice>
          <mc:Fallback xmlns="">
            <p:pic>
              <p:nvPicPr>
                <p:cNvPr id="10" name="Håndskrift 9">
                  <a:extLst>
                    <a:ext uri="{FF2B5EF4-FFF2-40B4-BE49-F238E27FC236}">
                      <a16:creationId xmlns:a16="http://schemas.microsoft.com/office/drawing/2014/main" id="{BD4F9D35-BC3D-110C-599F-F36C920CCAEE}"/>
                    </a:ext>
                  </a:extLst>
                </p:cNvPr>
                <p:cNvPicPr/>
                <p:nvPr/>
              </p:nvPicPr>
              <p:blipFill>
                <a:blip r:embed="rId22"/>
                <a:stretch>
                  <a:fillRect/>
                </a:stretch>
              </p:blipFill>
              <p:spPr>
                <a:xfrm>
                  <a:off x="9905788" y="883961"/>
                  <a:ext cx="8676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2" name="Håndskrift 11">
                  <a:extLst>
                    <a:ext uri="{FF2B5EF4-FFF2-40B4-BE49-F238E27FC236}">
                      <a16:creationId xmlns:a16="http://schemas.microsoft.com/office/drawing/2014/main" id="{56D5D89B-F667-9407-A272-B73FA2935FEB}"/>
                    </a:ext>
                  </a:extLst>
                </p14:cNvPr>
                <p14:cNvContentPartPr/>
                <p14:nvPr/>
              </p14:nvContentPartPr>
              <p14:xfrm>
                <a:off x="10130788" y="890081"/>
                <a:ext cx="108360" cy="123480"/>
              </p14:xfrm>
            </p:contentPart>
          </mc:Choice>
          <mc:Fallback xmlns="">
            <p:pic>
              <p:nvPicPr>
                <p:cNvPr id="12" name="Håndskrift 11">
                  <a:extLst>
                    <a:ext uri="{FF2B5EF4-FFF2-40B4-BE49-F238E27FC236}">
                      <a16:creationId xmlns:a16="http://schemas.microsoft.com/office/drawing/2014/main" id="{56D5D89B-F667-9407-A272-B73FA2935FEB}"/>
                    </a:ext>
                  </a:extLst>
                </p:cNvPr>
                <p:cNvPicPr/>
                <p:nvPr/>
              </p:nvPicPr>
              <p:blipFill>
                <a:blip r:embed="rId24"/>
                <a:stretch>
                  <a:fillRect/>
                </a:stretch>
              </p:blipFill>
              <p:spPr>
                <a:xfrm>
                  <a:off x="10124668" y="883961"/>
                  <a:ext cx="1206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3" name="Håndskrift 12">
                  <a:extLst>
                    <a:ext uri="{FF2B5EF4-FFF2-40B4-BE49-F238E27FC236}">
                      <a16:creationId xmlns:a16="http://schemas.microsoft.com/office/drawing/2014/main" id="{2FFB3725-2F59-9CD5-ACCC-C91BE40964F3}"/>
                    </a:ext>
                  </a:extLst>
                </p14:cNvPr>
                <p14:cNvContentPartPr/>
                <p14:nvPr/>
              </p14:nvContentPartPr>
              <p14:xfrm>
                <a:off x="10447588" y="896201"/>
                <a:ext cx="128520" cy="136800"/>
              </p14:xfrm>
            </p:contentPart>
          </mc:Choice>
          <mc:Fallback xmlns="">
            <p:pic>
              <p:nvPicPr>
                <p:cNvPr id="13" name="Håndskrift 12">
                  <a:extLst>
                    <a:ext uri="{FF2B5EF4-FFF2-40B4-BE49-F238E27FC236}">
                      <a16:creationId xmlns:a16="http://schemas.microsoft.com/office/drawing/2014/main" id="{2FFB3725-2F59-9CD5-ACCC-C91BE40964F3}"/>
                    </a:ext>
                  </a:extLst>
                </p:cNvPr>
                <p:cNvPicPr/>
                <p:nvPr/>
              </p:nvPicPr>
              <p:blipFill>
                <a:blip r:embed="rId26"/>
                <a:stretch>
                  <a:fillRect/>
                </a:stretch>
              </p:blipFill>
              <p:spPr>
                <a:xfrm>
                  <a:off x="10441468" y="890081"/>
                  <a:ext cx="14076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5" name="Håndskrift 14">
                  <a:extLst>
                    <a:ext uri="{FF2B5EF4-FFF2-40B4-BE49-F238E27FC236}">
                      <a16:creationId xmlns:a16="http://schemas.microsoft.com/office/drawing/2014/main" id="{4EE477AA-0D5A-D28B-BBB5-808DF95EB753}"/>
                    </a:ext>
                  </a:extLst>
                </p14:cNvPr>
                <p14:cNvContentPartPr/>
                <p14:nvPr/>
              </p14:nvContentPartPr>
              <p14:xfrm>
                <a:off x="10638028" y="860201"/>
                <a:ext cx="124560" cy="134280"/>
              </p14:xfrm>
            </p:contentPart>
          </mc:Choice>
          <mc:Fallback xmlns="">
            <p:pic>
              <p:nvPicPr>
                <p:cNvPr id="15" name="Håndskrift 14">
                  <a:extLst>
                    <a:ext uri="{FF2B5EF4-FFF2-40B4-BE49-F238E27FC236}">
                      <a16:creationId xmlns:a16="http://schemas.microsoft.com/office/drawing/2014/main" id="{4EE477AA-0D5A-D28B-BBB5-808DF95EB753}"/>
                    </a:ext>
                  </a:extLst>
                </p:cNvPr>
                <p:cNvPicPr/>
                <p:nvPr/>
              </p:nvPicPr>
              <p:blipFill>
                <a:blip r:embed="rId28"/>
                <a:stretch>
                  <a:fillRect/>
                </a:stretch>
              </p:blipFill>
              <p:spPr>
                <a:xfrm>
                  <a:off x="10631908" y="854081"/>
                  <a:ext cx="13680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7" name="Håndskrift 16">
                  <a:extLst>
                    <a:ext uri="{FF2B5EF4-FFF2-40B4-BE49-F238E27FC236}">
                      <a16:creationId xmlns:a16="http://schemas.microsoft.com/office/drawing/2014/main" id="{05CE9530-8A7B-047F-1969-F3BC51745C34}"/>
                    </a:ext>
                  </a:extLst>
                </p14:cNvPr>
                <p14:cNvContentPartPr/>
                <p14:nvPr/>
              </p14:nvContentPartPr>
              <p14:xfrm>
                <a:off x="10172548" y="992321"/>
                <a:ext cx="419400" cy="810720"/>
              </p14:xfrm>
            </p:contentPart>
          </mc:Choice>
          <mc:Fallback xmlns="">
            <p:pic>
              <p:nvPicPr>
                <p:cNvPr id="17" name="Håndskrift 16">
                  <a:extLst>
                    <a:ext uri="{FF2B5EF4-FFF2-40B4-BE49-F238E27FC236}">
                      <a16:creationId xmlns:a16="http://schemas.microsoft.com/office/drawing/2014/main" id="{05CE9530-8A7B-047F-1969-F3BC51745C34}"/>
                    </a:ext>
                  </a:extLst>
                </p:cNvPr>
                <p:cNvPicPr/>
                <p:nvPr/>
              </p:nvPicPr>
              <p:blipFill>
                <a:blip r:embed="rId30"/>
                <a:stretch>
                  <a:fillRect/>
                </a:stretch>
              </p:blipFill>
              <p:spPr>
                <a:xfrm>
                  <a:off x="10166428" y="986201"/>
                  <a:ext cx="431640" cy="8229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 name="Håndskrift 17">
                  <a:extLst>
                    <a:ext uri="{FF2B5EF4-FFF2-40B4-BE49-F238E27FC236}">
                      <a16:creationId xmlns:a16="http://schemas.microsoft.com/office/drawing/2014/main" id="{E99069D6-2640-27E0-CE3C-CE0792E1B45A}"/>
                    </a:ext>
                  </a:extLst>
                </p14:cNvPr>
                <p14:cNvContentPartPr/>
                <p14:nvPr/>
              </p14:nvContentPartPr>
              <p14:xfrm>
                <a:off x="10593748" y="1810601"/>
                <a:ext cx="90000" cy="96480"/>
              </p14:xfrm>
            </p:contentPart>
          </mc:Choice>
          <mc:Fallback xmlns="">
            <p:pic>
              <p:nvPicPr>
                <p:cNvPr id="18" name="Håndskrift 17">
                  <a:extLst>
                    <a:ext uri="{FF2B5EF4-FFF2-40B4-BE49-F238E27FC236}">
                      <a16:creationId xmlns:a16="http://schemas.microsoft.com/office/drawing/2014/main" id="{E99069D6-2640-27E0-CE3C-CE0792E1B45A}"/>
                    </a:ext>
                  </a:extLst>
                </p:cNvPr>
                <p:cNvPicPr/>
                <p:nvPr/>
              </p:nvPicPr>
              <p:blipFill>
                <a:blip r:embed="rId32"/>
                <a:stretch>
                  <a:fillRect/>
                </a:stretch>
              </p:blipFill>
              <p:spPr>
                <a:xfrm>
                  <a:off x="10587628" y="1804481"/>
                  <a:ext cx="10224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6" name="Håndskrift 45">
                  <a:extLst>
                    <a:ext uri="{FF2B5EF4-FFF2-40B4-BE49-F238E27FC236}">
                      <a16:creationId xmlns:a16="http://schemas.microsoft.com/office/drawing/2014/main" id="{69358423-BD09-9F05-E47F-CC3D78ED6DB8}"/>
                    </a:ext>
                  </a:extLst>
                </p14:cNvPr>
                <p14:cNvContentPartPr/>
                <p14:nvPr/>
              </p14:nvContentPartPr>
              <p14:xfrm>
                <a:off x="10154908" y="1076561"/>
                <a:ext cx="5760" cy="77400"/>
              </p14:xfrm>
            </p:contentPart>
          </mc:Choice>
          <mc:Fallback xmlns="">
            <p:pic>
              <p:nvPicPr>
                <p:cNvPr id="46" name="Håndskrift 45">
                  <a:extLst>
                    <a:ext uri="{FF2B5EF4-FFF2-40B4-BE49-F238E27FC236}">
                      <a16:creationId xmlns:a16="http://schemas.microsoft.com/office/drawing/2014/main" id="{69358423-BD09-9F05-E47F-CC3D78ED6DB8}"/>
                    </a:ext>
                  </a:extLst>
                </p:cNvPr>
                <p:cNvPicPr/>
                <p:nvPr/>
              </p:nvPicPr>
              <p:blipFill>
                <a:blip r:embed="rId34"/>
                <a:stretch>
                  <a:fillRect/>
                </a:stretch>
              </p:blipFill>
              <p:spPr>
                <a:xfrm>
                  <a:off x="10148788" y="1070441"/>
                  <a:ext cx="1800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8" name="Håndskrift 47">
                  <a:extLst>
                    <a:ext uri="{FF2B5EF4-FFF2-40B4-BE49-F238E27FC236}">
                      <a16:creationId xmlns:a16="http://schemas.microsoft.com/office/drawing/2014/main" id="{CD2AA439-2960-7DBD-2777-DCBE79BB027A}"/>
                    </a:ext>
                  </a:extLst>
                </p14:cNvPr>
                <p14:cNvContentPartPr/>
                <p14:nvPr/>
              </p14:nvContentPartPr>
              <p14:xfrm>
                <a:off x="10159228" y="1257281"/>
                <a:ext cx="7560" cy="115200"/>
              </p14:xfrm>
            </p:contentPart>
          </mc:Choice>
          <mc:Fallback xmlns="">
            <p:pic>
              <p:nvPicPr>
                <p:cNvPr id="48" name="Håndskrift 47">
                  <a:extLst>
                    <a:ext uri="{FF2B5EF4-FFF2-40B4-BE49-F238E27FC236}">
                      <a16:creationId xmlns:a16="http://schemas.microsoft.com/office/drawing/2014/main" id="{CD2AA439-2960-7DBD-2777-DCBE79BB027A}"/>
                    </a:ext>
                  </a:extLst>
                </p:cNvPr>
                <p:cNvPicPr/>
                <p:nvPr/>
              </p:nvPicPr>
              <p:blipFill>
                <a:blip r:embed="rId36"/>
                <a:stretch>
                  <a:fillRect/>
                </a:stretch>
              </p:blipFill>
              <p:spPr>
                <a:xfrm>
                  <a:off x="10153108" y="1251161"/>
                  <a:ext cx="1980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9" name="Håndskrift 48">
                  <a:extLst>
                    <a:ext uri="{FF2B5EF4-FFF2-40B4-BE49-F238E27FC236}">
                      <a16:creationId xmlns:a16="http://schemas.microsoft.com/office/drawing/2014/main" id="{74631373-9027-087C-8929-2DE8F9241F36}"/>
                    </a:ext>
                  </a:extLst>
                </p14:cNvPr>
                <p14:cNvContentPartPr/>
                <p14:nvPr/>
              </p14:nvContentPartPr>
              <p14:xfrm>
                <a:off x="10172548" y="1611881"/>
                <a:ext cx="360" cy="131040"/>
              </p14:xfrm>
            </p:contentPart>
          </mc:Choice>
          <mc:Fallback xmlns="">
            <p:pic>
              <p:nvPicPr>
                <p:cNvPr id="49" name="Håndskrift 48">
                  <a:extLst>
                    <a:ext uri="{FF2B5EF4-FFF2-40B4-BE49-F238E27FC236}">
                      <a16:creationId xmlns:a16="http://schemas.microsoft.com/office/drawing/2014/main" id="{74631373-9027-087C-8929-2DE8F9241F36}"/>
                    </a:ext>
                  </a:extLst>
                </p:cNvPr>
                <p:cNvPicPr/>
                <p:nvPr/>
              </p:nvPicPr>
              <p:blipFill>
                <a:blip r:embed="rId38"/>
                <a:stretch>
                  <a:fillRect/>
                </a:stretch>
              </p:blipFill>
              <p:spPr>
                <a:xfrm>
                  <a:off x="10166428" y="1605761"/>
                  <a:ext cx="1260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51" name="Håndskrift 50">
                  <a:extLst>
                    <a:ext uri="{FF2B5EF4-FFF2-40B4-BE49-F238E27FC236}">
                      <a16:creationId xmlns:a16="http://schemas.microsoft.com/office/drawing/2014/main" id="{C0744B28-36C3-427C-B31E-91152F3938D1}"/>
                    </a:ext>
                  </a:extLst>
                </p14:cNvPr>
                <p14:cNvContentPartPr/>
                <p14:nvPr/>
              </p14:nvContentPartPr>
              <p14:xfrm>
                <a:off x="10182988" y="1924721"/>
                <a:ext cx="14040" cy="142920"/>
              </p14:xfrm>
            </p:contentPart>
          </mc:Choice>
          <mc:Fallback xmlns="">
            <p:pic>
              <p:nvPicPr>
                <p:cNvPr id="51" name="Håndskrift 50">
                  <a:extLst>
                    <a:ext uri="{FF2B5EF4-FFF2-40B4-BE49-F238E27FC236}">
                      <a16:creationId xmlns:a16="http://schemas.microsoft.com/office/drawing/2014/main" id="{C0744B28-36C3-427C-B31E-91152F3938D1}"/>
                    </a:ext>
                  </a:extLst>
                </p:cNvPr>
                <p:cNvPicPr/>
                <p:nvPr/>
              </p:nvPicPr>
              <p:blipFill>
                <a:blip r:embed="rId40"/>
                <a:stretch>
                  <a:fillRect/>
                </a:stretch>
              </p:blipFill>
              <p:spPr>
                <a:xfrm>
                  <a:off x="10176868" y="1918601"/>
                  <a:ext cx="2628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52" name="Håndskrift 51">
                  <a:extLst>
                    <a:ext uri="{FF2B5EF4-FFF2-40B4-BE49-F238E27FC236}">
                      <a16:creationId xmlns:a16="http://schemas.microsoft.com/office/drawing/2014/main" id="{1248883F-437E-6AAC-142B-83747B07A81B}"/>
                    </a:ext>
                  </a:extLst>
                </p14:cNvPr>
                <p14:cNvContentPartPr/>
                <p14:nvPr/>
              </p14:nvContentPartPr>
              <p14:xfrm>
                <a:off x="10353988" y="1924721"/>
                <a:ext cx="240120" cy="71280"/>
              </p14:xfrm>
            </p:contentPart>
          </mc:Choice>
          <mc:Fallback xmlns="">
            <p:pic>
              <p:nvPicPr>
                <p:cNvPr id="52" name="Håndskrift 51">
                  <a:extLst>
                    <a:ext uri="{FF2B5EF4-FFF2-40B4-BE49-F238E27FC236}">
                      <a16:creationId xmlns:a16="http://schemas.microsoft.com/office/drawing/2014/main" id="{1248883F-437E-6AAC-142B-83747B07A81B}"/>
                    </a:ext>
                  </a:extLst>
                </p:cNvPr>
                <p:cNvPicPr/>
                <p:nvPr/>
              </p:nvPicPr>
              <p:blipFill>
                <a:blip r:embed="rId42"/>
                <a:stretch>
                  <a:fillRect/>
                </a:stretch>
              </p:blipFill>
              <p:spPr>
                <a:xfrm>
                  <a:off x="10347868" y="1918601"/>
                  <a:ext cx="25236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1" name="Håndskrift 60">
                  <a:extLst>
                    <a:ext uri="{FF2B5EF4-FFF2-40B4-BE49-F238E27FC236}">
                      <a16:creationId xmlns:a16="http://schemas.microsoft.com/office/drawing/2014/main" id="{5017C968-A0B5-6076-1090-55ACF5A1215E}"/>
                    </a:ext>
                  </a:extLst>
                </p14:cNvPr>
                <p14:cNvContentPartPr/>
                <p14:nvPr/>
              </p14:nvContentPartPr>
              <p14:xfrm>
                <a:off x="6117868" y="2155481"/>
                <a:ext cx="3051360" cy="130320"/>
              </p14:xfrm>
            </p:contentPart>
          </mc:Choice>
          <mc:Fallback xmlns="">
            <p:pic>
              <p:nvPicPr>
                <p:cNvPr id="61" name="Håndskrift 60">
                  <a:extLst>
                    <a:ext uri="{FF2B5EF4-FFF2-40B4-BE49-F238E27FC236}">
                      <a16:creationId xmlns:a16="http://schemas.microsoft.com/office/drawing/2014/main" id="{5017C968-A0B5-6076-1090-55ACF5A1215E}"/>
                    </a:ext>
                  </a:extLst>
                </p:cNvPr>
                <p:cNvPicPr/>
                <p:nvPr/>
              </p:nvPicPr>
              <p:blipFill>
                <a:blip r:embed="rId44"/>
                <a:stretch>
                  <a:fillRect/>
                </a:stretch>
              </p:blipFill>
              <p:spPr>
                <a:xfrm>
                  <a:off x="6111748" y="2149361"/>
                  <a:ext cx="306360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2" name="Håndskrift 61">
                  <a:extLst>
                    <a:ext uri="{FF2B5EF4-FFF2-40B4-BE49-F238E27FC236}">
                      <a16:creationId xmlns:a16="http://schemas.microsoft.com/office/drawing/2014/main" id="{0394F26B-2B7E-DF33-6845-1854D59D698F}"/>
                    </a:ext>
                  </a:extLst>
                </p14:cNvPr>
                <p14:cNvContentPartPr/>
                <p14:nvPr/>
              </p14:nvContentPartPr>
              <p14:xfrm>
                <a:off x="9213868" y="2345921"/>
                <a:ext cx="110520" cy="90000"/>
              </p14:xfrm>
            </p:contentPart>
          </mc:Choice>
          <mc:Fallback xmlns="">
            <p:pic>
              <p:nvPicPr>
                <p:cNvPr id="62" name="Håndskrift 61">
                  <a:extLst>
                    <a:ext uri="{FF2B5EF4-FFF2-40B4-BE49-F238E27FC236}">
                      <a16:creationId xmlns:a16="http://schemas.microsoft.com/office/drawing/2014/main" id="{0394F26B-2B7E-DF33-6845-1854D59D698F}"/>
                    </a:ext>
                  </a:extLst>
                </p:cNvPr>
                <p:cNvPicPr/>
                <p:nvPr/>
              </p:nvPicPr>
              <p:blipFill>
                <a:blip r:embed="rId46"/>
                <a:stretch>
                  <a:fillRect/>
                </a:stretch>
              </p:blipFill>
              <p:spPr>
                <a:xfrm>
                  <a:off x="9207748" y="2339801"/>
                  <a:ext cx="12276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3" name="Håndskrift 62">
                  <a:extLst>
                    <a:ext uri="{FF2B5EF4-FFF2-40B4-BE49-F238E27FC236}">
                      <a16:creationId xmlns:a16="http://schemas.microsoft.com/office/drawing/2014/main" id="{3412B54E-BE0A-0058-545A-D6169CE38087}"/>
                    </a:ext>
                  </a:extLst>
                </p14:cNvPr>
                <p14:cNvContentPartPr/>
                <p14:nvPr/>
              </p14:nvContentPartPr>
              <p14:xfrm>
                <a:off x="9227908" y="2345921"/>
                <a:ext cx="98280" cy="93600"/>
              </p14:xfrm>
            </p:contentPart>
          </mc:Choice>
          <mc:Fallback xmlns="">
            <p:pic>
              <p:nvPicPr>
                <p:cNvPr id="63" name="Håndskrift 62">
                  <a:extLst>
                    <a:ext uri="{FF2B5EF4-FFF2-40B4-BE49-F238E27FC236}">
                      <a16:creationId xmlns:a16="http://schemas.microsoft.com/office/drawing/2014/main" id="{3412B54E-BE0A-0058-545A-D6169CE38087}"/>
                    </a:ext>
                  </a:extLst>
                </p:cNvPr>
                <p:cNvPicPr/>
                <p:nvPr/>
              </p:nvPicPr>
              <p:blipFill>
                <a:blip r:embed="rId48"/>
                <a:stretch>
                  <a:fillRect/>
                </a:stretch>
              </p:blipFill>
              <p:spPr>
                <a:xfrm>
                  <a:off x="9221788" y="2339801"/>
                  <a:ext cx="11052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6" name="Håndskrift 65">
                  <a:extLst>
                    <a:ext uri="{FF2B5EF4-FFF2-40B4-BE49-F238E27FC236}">
                      <a16:creationId xmlns:a16="http://schemas.microsoft.com/office/drawing/2014/main" id="{8223AB90-66A5-AA5B-A106-3DA010E3F2BC}"/>
                    </a:ext>
                  </a:extLst>
                </p14:cNvPr>
                <p14:cNvContentPartPr/>
                <p14:nvPr/>
              </p14:nvContentPartPr>
              <p14:xfrm>
                <a:off x="7502788" y="547361"/>
                <a:ext cx="153000" cy="105480"/>
              </p14:xfrm>
            </p:contentPart>
          </mc:Choice>
          <mc:Fallback xmlns="">
            <p:pic>
              <p:nvPicPr>
                <p:cNvPr id="66" name="Håndskrift 65">
                  <a:extLst>
                    <a:ext uri="{FF2B5EF4-FFF2-40B4-BE49-F238E27FC236}">
                      <a16:creationId xmlns:a16="http://schemas.microsoft.com/office/drawing/2014/main" id="{8223AB90-66A5-AA5B-A106-3DA010E3F2BC}"/>
                    </a:ext>
                  </a:extLst>
                </p:cNvPr>
                <p:cNvPicPr/>
                <p:nvPr/>
              </p:nvPicPr>
              <p:blipFill>
                <a:blip r:embed="rId50"/>
                <a:stretch>
                  <a:fillRect/>
                </a:stretch>
              </p:blipFill>
              <p:spPr>
                <a:xfrm>
                  <a:off x="7496668" y="541241"/>
                  <a:ext cx="16524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7" name="Håndskrift 66">
                  <a:extLst>
                    <a:ext uri="{FF2B5EF4-FFF2-40B4-BE49-F238E27FC236}">
                      <a16:creationId xmlns:a16="http://schemas.microsoft.com/office/drawing/2014/main" id="{207EF27F-D2FB-73B3-25B3-305A4EF27B97}"/>
                    </a:ext>
                  </a:extLst>
                </p14:cNvPr>
                <p14:cNvContentPartPr/>
                <p14:nvPr/>
              </p14:nvContentPartPr>
              <p14:xfrm>
                <a:off x="6851908" y="1088801"/>
                <a:ext cx="18360" cy="1111680"/>
              </p14:xfrm>
            </p:contentPart>
          </mc:Choice>
          <mc:Fallback xmlns="">
            <p:pic>
              <p:nvPicPr>
                <p:cNvPr id="67" name="Håndskrift 66">
                  <a:extLst>
                    <a:ext uri="{FF2B5EF4-FFF2-40B4-BE49-F238E27FC236}">
                      <a16:creationId xmlns:a16="http://schemas.microsoft.com/office/drawing/2014/main" id="{207EF27F-D2FB-73B3-25B3-305A4EF27B97}"/>
                    </a:ext>
                  </a:extLst>
                </p:cNvPr>
                <p:cNvPicPr/>
                <p:nvPr/>
              </p:nvPicPr>
              <p:blipFill>
                <a:blip r:embed="rId52"/>
                <a:stretch>
                  <a:fillRect/>
                </a:stretch>
              </p:blipFill>
              <p:spPr>
                <a:xfrm>
                  <a:off x="6845788" y="1082681"/>
                  <a:ext cx="30600" cy="11239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3" name="Håndskrift 72">
                  <a:extLst>
                    <a:ext uri="{FF2B5EF4-FFF2-40B4-BE49-F238E27FC236}">
                      <a16:creationId xmlns:a16="http://schemas.microsoft.com/office/drawing/2014/main" id="{CFB90426-9E8E-F0D2-C1E1-9BD860FBC62E}"/>
                    </a:ext>
                  </a:extLst>
                </p14:cNvPr>
                <p14:cNvContentPartPr/>
                <p14:nvPr/>
              </p14:nvContentPartPr>
              <p14:xfrm>
                <a:off x="7651828" y="794681"/>
                <a:ext cx="1405800" cy="1383480"/>
              </p14:xfrm>
            </p:contentPart>
          </mc:Choice>
          <mc:Fallback xmlns="">
            <p:pic>
              <p:nvPicPr>
                <p:cNvPr id="73" name="Håndskrift 72">
                  <a:extLst>
                    <a:ext uri="{FF2B5EF4-FFF2-40B4-BE49-F238E27FC236}">
                      <a16:creationId xmlns:a16="http://schemas.microsoft.com/office/drawing/2014/main" id="{CFB90426-9E8E-F0D2-C1E1-9BD860FBC62E}"/>
                    </a:ext>
                  </a:extLst>
                </p:cNvPr>
                <p:cNvPicPr/>
                <p:nvPr/>
              </p:nvPicPr>
              <p:blipFill>
                <a:blip r:embed="rId54"/>
                <a:stretch>
                  <a:fillRect/>
                </a:stretch>
              </p:blipFill>
              <p:spPr>
                <a:xfrm>
                  <a:off x="7645708" y="788561"/>
                  <a:ext cx="1418040" cy="1395720"/>
                </a:xfrm>
                <a:prstGeom prst="rect">
                  <a:avLst/>
                </a:prstGeom>
              </p:spPr>
            </p:pic>
          </mc:Fallback>
        </mc:AlternateContent>
      </p:grpSp>
      <p:grpSp>
        <p:nvGrpSpPr>
          <p:cNvPr id="87" name="Gruppe 86">
            <a:extLst>
              <a:ext uri="{FF2B5EF4-FFF2-40B4-BE49-F238E27FC236}">
                <a16:creationId xmlns:a16="http://schemas.microsoft.com/office/drawing/2014/main" id="{3A5A93F6-5C7D-02CB-70CE-F7F11EBF7BD9}"/>
              </a:ext>
            </a:extLst>
          </p:cNvPr>
          <p:cNvGrpSpPr/>
          <p:nvPr/>
        </p:nvGrpSpPr>
        <p:grpSpPr>
          <a:xfrm>
            <a:off x="6934348" y="1281041"/>
            <a:ext cx="1422000" cy="964800"/>
            <a:chOff x="6934348" y="1281041"/>
            <a:chExt cx="1422000" cy="964800"/>
          </a:xfrm>
        </p:grpSpPr>
        <mc:AlternateContent xmlns:mc="http://schemas.openxmlformats.org/markup-compatibility/2006" xmlns:p14="http://schemas.microsoft.com/office/powerpoint/2010/main">
          <mc:Choice Requires="p14">
            <p:contentPart p14:bwMode="auto" r:id="rId55">
              <p14:nvContentPartPr>
                <p14:cNvPr id="75" name="Håndskrift 74">
                  <a:extLst>
                    <a:ext uri="{FF2B5EF4-FFF2-40B4-BE49-F238E27FC236}">
                      <a16:creationId xmlns:a16="http://schemas.microsoft.com/office/drawing/2014/main" id="{8E6C5B6B-4C9C-FB32-4DBA-5095BEA692DD}"/>
                    </a:ext>
                  </a:extLst>
                </p14:cNvPr>
                <p14:cNvContentPartPr/>
                <p14:nvPr/>
              </p14:nvContentPartPr>
              <p14:xfrm>
                <a:off x="6934348" y="1281041"/>
                <a:ext cx="98280" cy="242280"/>
              </p14:xfrm>
            </p:contentPart>
          </mc:Choice>
          <mc:Fallback xmlns="">
            <p:pic>
              <p:nvPicPr>
                <p:cNvPr id="75" name="Håndskrift 74">
                  <a:extLst>
                    <a:ext uri="{FF2B5EF4-FFF2-40B4-BE49-F238E27FC236}">
                      <a16:creationId xmlns:a16="http://schemas.microsoft.com/office/drawing/2014/main" id="{8E6C5B6B-4C9C-FB32-4DBA-5095BEA692DD}"/>
                    </a:ext>
                  </a:extLst>
                </p:cNvPr>
                <p:cNvPicPr/>
                <p:nvPr/>
              </p:nvPicPr>
              <p:blipFill>
                <a:blip r:embed="rId56"/>
                <a:stretch>
                  <a:fillRect/>
                </a:stretch>
              </p:blipFill>
              <p:spPr>
                <a:xfrm>
                  <a:off x="6928228" y="1274921"/>
                  <a:ext cx="11052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6" name="Håndskrift 75">
                  <a:extLst>
                    <a:ext uri="{FF2B5EF4-FFF2-40B4-BE49-F238E27FC236}">
                      <a16:creationId xmlns:a16="http://schemas.microsoft.com/office/drawing/2014/main" id="{7C95B490-B712-3AEF-798B-4DE99A396B51}"/>
                    </a:ext>
                  </a:extLst>
                </p14:cNvPr>
                <p14:cNvContentPartPr/>
                <p14:nvPr/>
              </p14:nvContentPartPr>
              <p14:xfrm>
                <a:off x="6994828" y="1431521"/>
                <a:ext cx="169920" cy="405720"/>
              </p14:xfrm>
            </p:contentPart>
          </mc:Choice>
          <mc:Fallback xmlns="">
            <p:pic>
              <p:nvPicPr>
                <p:cNvPr id="76" name="Håndskrift 75">
                  <a:extLst>
                    <a:ext uri="{FF2B5EF4-FFF2-40B4-BE49-F238E27FC236}">
                      <a16:creationId xmlns:a16="http://schemas.microsoft.com/office/drawing/2014/main" id="{7C95B490-B712-3AEF-798B-4DE99A396B51}"/>
                    </a:ext>
                  </a:extLst>
                </p:cNvPr>
                <p:cNvPicPr/>
                <p:nvPr/>
              </p:nvPicPr>
              <p:blipFill>
                <a:blip r:embed="rId58"/>
                <a:stretch>
                  <a:fillRect/>
                </a:stretch>
              </p:blipFill>
              <p:spPr>
                <a:xfrm>
                  <a:off x="6988708" y="1425401"/>
                  <a:ext cx="18216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7" name="Håndskrift 76">
                  <a:extLst>
                    <a:ext uri="{FF2B5EF4-FFF2-40B4-BE49-F238E27FC236}">
                      <a16:creationId xmlns:a16="http://schemas.microsoft.com/office/drawing/2014/main" id="{0CF15D62-4155-D6BA-5608-329A9A0BCB18}"/>
                    </a:ext>
                  </a:extLst>
                </p14:cNvPr>
                <p14:cNvContentPartPr/>
                <p14:nvPr/>
              </p14:nvContentPartPr>
              <p14:xfrm>
                <a:off x="7057108" y="1528001"/>
                <a:ext cx="222120" cy="560160"/>
              </p14:xfrm>
            </p:contentPart>
          </mc:Choice>
          <mc:Fallback xmlns="">
            <p:pic>
              <p:nvPicPr>
                <p:cNvPr id="77" name="Håndskrift 76">
                  <a:extLst>
                    <a:ext uri="{FF2B5EF4-FFF2-40B4-BE49-F238E27FC236}">
                      <a16:creationId xmlns:a16="http://schemas.microsoft.com/office/drawing/2014/main" id="{0CF15D62-4155-D6BA-5608-329A9A0BCB18}"/>
                    </a:ext>
                  </a:extLst>
                </p:cNvPr>
                <p:cNvPicPr/>
                <p:nvPr/>
              </p:nvPicPr>
              <p:blipFill>
                <a:blip r:embed="rId60"/>
                <a:stretch>
                  <a:fillRect/>
                </a:stretch>
              </p:blipFill>
              <p:spPr>
                <a:xfrm>
                  <a:off x="7050988" y="1521881"/>
                  <a:ext cx="234360" cy="5724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8" name="Håndskrift 77">
                  <a:extLst>
                    <a:ext uri="{FF2B5EF4-FFF2-40B4-BE49-F238E27FC236}">
                      <a16:creationId xmlns:a16="http://schemas.microsoft.com/office/drawing/2014/main" id="{D06459A2-0479-F30F-B081-2FE09274AEA2}"/>
                    </a:ext>
                  </a:extLst>
                </p14:cNvPr>
                <p14:cNvContentPartPr/>
                <p14:nvPr/>
              </p14:nvContentPartPr>
              <p14:xfrm>
                <a:off x="7327108" y="1648241"/>
                <a:ext cx="156960" cy="486000"/>
              </p14:xfrm>
            </p:contentPart>
          </mc:Choice>
          <mc:Fallback xmlns="">
            <p:pic>
              <p:nvPicPr>
                <p:cNvPr id="78" name="Håndskrift 77">
                  <a:extLst>
                    <a:ext uri="{FF2B5EF4-FFF2-40B4-BE49-F238E27FC236}">
                      <a16:creationId xmlns:a16="http://schemas.microsoft.com/office/drawing/2014/main" id="{D06459A2-0479-F30F-B081-2FE09274AEA2}"/>
                    </a:ext>
                  </a:extLst>
                </p:cNvPr>
                <p:cNvPicPr/>
                <p:nvPr/>
              </p:nvPicPr>
              <p:blipFill>
                <a:blip r:embed="rId62"/>
                <a:stretch>
                  <a:fillRect/>
                </a:stretch>
              </p:blipFill>
              <p:spPr>
                <a:xfrm>
                  <a:off x="7320988" y="1642121"/>
                  <a:ext cx="169200" cy="4982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0" name="Håndskrift 79">
                  <a:extLst>
                    <a:ext uri="{FF2B5EF4-FFF2-40B4-BE49-F238E27FC236}">
                      <a16:creationId xmlns:a16="http://schemas.microsoft.com/office/drawing/2014/main" id="{59A1D6C6-3D65-0F4A-E840-126BF83CB99D}"/>
                    </a:ext>
                  </a:extLst>
                </p14:cNvPr>
                <p14:cNvContentPartPr/>
                <p14:nvPr/>
              </p14:nvContentPartPr>
              <p14:xfrm>
                <a:off x="7738228" y="1611881"/>
                <a:ext cx="221040" cy="430920"/>
              </p14:xfrm>
            </p:contentPart>
          </mc:Choice>
          <mc:Fallback xmlns="">
            <p:pic>
              <p:nvPicPr>
                <p:cNvPr id="80" name="Håndskrift 79">
                  <a:extLst>
                    <a:ext uri="{FF2B5EF4-FFF2-40B4-BE49-F238E27FC236}">
                      <a16:creationId xmlns:a16="http://schemas.microsoft.com/office/drawing/2014/main" id="{59A1D6C6-3D65-0F4A-E840-126BF83CB99D}"/>
                    </a:ext>
                  </a:extLst>
                </p:cNvPr>
                <p:cNvPicPr/>
                <p:nvPr/>
              </p:nvPicPr>
              <p:blipFill>
                <a:blip r:embed="rId64"/>
                <a:stretch>
                  <a:fillRect/>
                </a:stretch>
              </p:blipFill>
              <p:spPr>
                <a:xfrm>
                  <a:off x="7732108" y="1605761"/>
                  <a:ext cx="233280" cy="4431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1" name="Håndskrift 80">
                  <a:extLst>
                    <a:ext uri="{FF2B5EF4-FFF2-40B4-BE49-F238E27FC236}">
                      <a16:creationId xmlns:a16="http://schemas.microsoft.com/office/drawing/2014/main" id="{166FC62A-54CF-7490-92B5-E03C20A2A919}"/>
                    </a:ext>
                  </a:extLst>
                </p14:cNvPr>
                <p14:cNvContentPartPr/>
                <p14:nvPr/>
              </p14:nvContentPartPr>
              <p14:xfrm>
                <a:off x="7870708" y="1804481"/>
                <a:ext cx="244800" cy="393480"/>
              </p14:xfrm>
            </p:contentPart>
          </mc:Choice>
          <mc:Fallback xmlns="">
            <p:pic>
              <p:nvPicPr>
                <p:cNvPr id="81" name="Håndskrift 80">
                  <a:extLst>
                    <a:ext uri="{FF2B5EF4-FFF2-40B4-BE49-F238E27FC236}">
                      <a16:creationId xmlns:a16="http://schemas.microsoft.com/office/drawing/2014/main" id="{166FC62A-54CF-7490-92B5-E03C20A2A919}"/>
                    </a:ext>
                  </a:extLst>
                </p:cNvPr>
                <p:cNvPicPr/>
                <p:nvPr/>
              </p:nvPicPr>
              <p:blipFill>
                <a:blip r:embed="rId66"/>
                <a:stretch>
                  <a:fillRect/>
                </a:stretch>
              </p:blipFill>
              <p:spPr>
                <a:xfrm>
                  <a:off x="7864588" y="1798361"/>
                  <a:ext cx="257040" cy="4057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2" name="Håndskrift 81">
                  <a:extLst>
                    <a:ext uri="{FF2B5EF4-FFF2-40B4-BE49-F238E27FC236}">
                      <a16:creationId xmlns:a16="http://schemas.microsoft.com/office/drawing/2014/main" id="{C672BC25-CE59-5889-FEB5-3713D8F88229}"/>
                    </a:ext>
                  </a:extLst>
                </p14:cNvPr>
                <p14:cNvContentPartPr/>
                <p14:nvPr/>
              </p14:nvContentPartPr>
              <p14:xfrm>
                <a:off x="8159428" y="1954961"/>
                <a:ext cx="196920" cy="290880"/>
              </p14:xfrm>
            </p:contentPart>
          </mc:Choice>
          <mc:Fallback xmlns="">
            <p:pic>
              <p:nvPicPr>
                <p:cNvPr id="82" name="Håndskrift 81">
                  <a:extLst>
                    <a:ext uri="{FF2B5EF4-FFF2-40B4-BE49-F238E27FC236}">
                      <a16:creationId xmlns:a16="http://schemas.microsoft.com/office/drawing/2014/main" id="{C672BC25-CE59-5889-FEB5-3713D8F88229}"/>
                    </a:ext>
                  </a:extLst>
                </p:cNvPr>
                <p:cNvPicPr/>
                <p:nvPr/>
              </p:nvPicPr>
              <p:blipFill>
                <a:blip r:embed="rId68"/>
                <a:stretch>
                  <a:fillRect/>
                </a:stretch>
              </p:blipFill>
              <p:spPr>
                <a:xfrm>
                  <a:off x="8153308" y="1948841"/>
                  <a:ext cx="20916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4" name="Håndskrift 83">
                  <a:extLst>
                    <a:ext uri="{FF2B5EF4-FFF2-40B4-BE49-F238E27FC236}">
                      <a16:creationId xmlns:a16="http://schemas.microsoft.com/office/drawing/2014/main" id="{2C0ACA3D-78A0-D26F-EDEF-5EA6A0A32703}"/>
                    </a:ext>
                  </a:extLst>
                </p14:cNvPr>
                <p14:cNvContentPartPr/>
                <p14:nvPr/>
              </p14:nvContentPartPr>
              <p14:xfrm>
                <a:off x="7938388" y="1341521"/>
                <a:ext cx="201240" cy="343800"/>
              </p14:xfrm>
            </p:contentPart>
          </mc:Choice>
          <mc:Fallback xmlns="">
            <p:pic>
              <p:nvPicPr>
                <p:cNvPr id="84" name="Håndskrift 83">
                  <a:extLst>
                    <a:ext uri="{FF2B5EF4-FFF2-40B4-BE49-F238E27FC236}">
                      <a16:creationId xmlns:a16="http://schemas.microsoft.com/office/drawing/2014/main" id="{2C0ACA3D-78A0-D26F-EDEF-5EA6A0A32703}"/>
                    </a:ext>
                  </a:extLst>
                </p:cNvPr>
                <p:cNvPicPr/>
                <p:nvPr/>
              </p:nvPicPr>
              <p:blipFill>
                <a:blip r:embed="rId70"/>
                <a:stretch>
                  <a:fillRect/>
                </a:stretch>
              </p:blipFill>
              <p:spPr>
                <a:xfrm>
                  <a:off x="7932268" y="1335401"/>
                  <a:ext cx="21348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6" name="Håndskrift 85">
                  <a:extLst>
                    <a:ext uri="{FF2B5EF4-FFF2-40B4-BE49-F238E27FC236}">
                      <a16:creationId xmlns:a16="http://schemas.microsoft.com/office/drawing/2014/main" id="{7B885261-4C39-ACAF-592A-E8F6FA36AF22}"/>
                    </a:ext>
                  </a:extLst>
                </p14:cNvPr>
                <p14:cNvContentPartPr/>
                <p14:nvPr/>
              </p14:nvContentPartPr>
              <p14:xfrm>
                <a:off x="8056108" y="1491641"/>
                <a:ext cx="179640" cy="331920"/>
              </p14:xfrm>
            </p:contentPart>
          </mc:Choice>
          <mc:Fallback xmlns="">
            <p:pic>
              <p:nvPicPr>
                <p:cNvPr id="86" name="Håndskrift 85">
                  <a:extLst>
                    <a:ext uri="{FF2B5EF4-FFF2-40B4-BE49-F238E27FC236}">
                      <a16:creationId xmlns:a16="http://schemas.microsoft.com/office/drawing/2014/main" id="{7B885261-4C39-ACAF-592A-E8F6FA36AF22}"/>
                    </a:ext>
                  </a:extLst>
                </p:cNvPr>
                <p:cNvPicPr/>
                <p:nvPr/>
              </p:nvPicPr>
              <p:blipFill>
                <a:blip r:embed="rId72"/>
                <a:stretch>
                  <a:fillRect/>
                </a:stretch>
              </p:blipFill>
              <p:spPr>
                <a:xfrm>
                  <a:off x="8049988" y="1485521"/>
                  <a:ext cx="191880" cy="344160"/>
                </a:xfrm>
                <a:prstGeom prst="rect">
                  <a:avLst/>
                </a:prstGeom>
              </p:spPr>
            </p:pic>
          </mc:Fallback>
        </mc:AlternateContent>
      </p:grpSp>
      <p:grpSp>
        <p:nvGrpSpPr>
          <p:cNvPr id="97" name="Gruppe 96">
            <a:extLst>
              <a:ext uri="{FF2B5EF4-FFF2-40B4-BE49-F238E27FC236}">
                <a16:creationId xmlns:a16="http://schemas.microsoft.com/office/drawing/2014/main" id="{C084F51D-8DAF-0542-6181-7FF3925CF750}"/>
              </a:ext>
            </a:extLst>
          </p:cNvPr>
          <p:cNvGrpSpPr/>
          <p:nvPr/>
        </p:nvGrpSpPr>
        <p:grpSpPr>
          <a:xfrm>
            <a:off x="7772068" y="625481"/>
            <a:ext cx="489960" cy="378720"/>
            <a:chOff x="7772068" y="625481"/>
            <a:chExt cx="489960" cy="378720"/>
          </a:xfrm>
        </p:grpSpPr>
        <mc:AlternateContent xmlns:mc="http://schemas.openxmlformats.org/markup-compatibility/2006" xmlns:p14="http://schemas.microsoft.com/office/powerpoint/2010/main">
          <mc:Choice Requires="p14">
            <p:contentPart p14:bwMode="auto" r:id="rId73">
              <p14:nvContentPartPr>
                <p14:cNvPr id="90" name="Håndskrift 89">
                  <a:extLst>
                    <a:ext uri="{FF2B5EF4-FFF2-40B4-BE49-F238E27FC236}">
                      <a16:creationId xmlns:a16="http://schemas.microsoft.com/office/drawing/2014/main" id="{44D0D176-2E4C-E64A-A1AB-3B1788D06C94}"/>
                    </a:ext>
                  </a:extLst>
                </p14:cNvPr>
                <p14:cNvContentPartPr/>
                <p14:nvPr/>
              </p14:nvContentPartPr>
              <p14:xfrm>
                <a:off x="7772068" y="715841"/>
                <a:ext cx="42840" cy="288360"/>
              </p14:xfrm>
            </p:contentPart>
          </mc:Choice>
          <mc:Fallback xmlns="">
            <p:pic>
              <p:nvPicPr>
                <p:cNvPr id="90" name="Håndskrift 89">
                  <a:extLst>
                    <a:ext uri="{FF2B5EF4-FFF2-40B4-BE49-F238E27FC236}">
                      <a16:creationId xmlns:a16="http://schemas.microsoft.com/office/drawing/2014/main" id="{44D0D176-2E4C-E64A-A1AB-3B1788D06C94}"/>
                    </a:ext>
                  </a:extLst>
                </p:cNvPr>
                <p:cNvPicPr/>
                <p:nvPr/>
              </p:nvPicPr>
              <p:blipFill>
                <a:blip r:embed="rId74"/>
                <a:stretch>
                  <a:fillRect/>
                </a:stretch>
              </p:blipFill>
              <p:spPr>
                <a:xfrm>
                  <a:off x="7765948" y="709721"/>
                  <a:ext cx="5508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1" name="Håndskrift 90">
                  <a:extLst>
                    <a:ext uri="{FF2B5EF4-FFF2-40B4-BE49-F238E27FC236}">
                      <a16:creationId xmlns:a16="http://schemas.microsoft.com/office/drawing/2014/main" id="{9A6BB3DA-2D85-7226-A3BF-A59695878733}"/>
                    </a:ext>
                  </a:extLst>
                </p14:cNvPr>
                <p14:cNvContentPartPr/>
                <p14:nvPr/>
              </p14:nvContentPartPr>
              <p14:xfrm>
                <a:off x="7784308" y="709721"/>
                <a:ext cx="145080" cy="211320"/>
              </p14:xfrm>
            </p:contentPart>
          </mc:Choice>
          <mc:Fallback xmlns="">
            <p:pic>
              <p:nvPicPr>
                <p:cNvPr id="91" name="Håndskrift 90">
                  <a:extLst>
                    <a:ext uri="{FF2B5EF4-FFF2-40B4-BE49-F238E27FC236}">
                      <a16:creationId xmlns:a16="http://schemas.microsoft.com/office/drawing/2014/main" id="{9A6BB3DA-2D85-7226-A3BF-A59695878733}"/>
                    </a:ext>
                  </a:extLst>
                </p:cNvPr>
                <p:cNvPicPr/>
                <p:nvPr/>
              </p:nvPicPr>
              <p:blipFill>
                <a:blip r:embed="rId76"/>
                <a:stretch>
                  <a:fillRect/>
                </a:stretch>
              </p:blipFill>
              <p:spPr>
                <a:xfrm>
                  <a:off x="7778188" y="703601"/>
                  <a:ext cx="15732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2" name="Håndskrift 91">
                  <a:extLst>
                    <a:ext uri="{FF2B5EF4-FFF2-40B4-BE49-F238E27FC236}">
                      <a16:creationId xmlns:a16="http://schemas.microsoft.com/office/drawing/2014/main" id="{7CAF2F9F-3C54-410F-D1DA-7F774190CD9D}"/>
                    </a:ext>
                  </a:extLst>
                </p14:cNvPr>
                <p14:cNvContentPartPr/>
                <p14:nvPr/>
              </p14:nvContentPartPr>
              <p14:xfrm>
                <a:off x="8042788" y="643481"/>
                <a:ext cx="118080" cy="342720"/>
              </p14:xfrm>
            </p:contentPart>
          </mc:Choice>
          <mc:Fallback xmlns="">
            <p:pic>
              <p:nvPicPr>
                <p:cNvPr id="92" name="Håndskrift 91">
                  <a:extLst>
                    <a:ext uri="{FF2B5EF4-FFF2-40B4-BE49-F238E27FC236}">
                      <a16:creationId xmlns:a16="http://schemas.microsoft.com/office/drawing/2014/main" id="{7CAF2F9F-3C54-410F-D1DA-7F774190CD9D}"/>
                    </a:ext>
                  </a:extLst>
                </p:cNvPr>
                <p:cNvPicPr/>
                <p:nvPr/>
              </p:nvPicPr>
              <p:blipFill>
                <a:blip r:embed="rId78"/>
                <a:stretch>
                  <a:fillRect/>
                </a:stretch>
              </p:blipFill>
              <p:spPr>
                <a:xfrm>
                  <a:off x="8036668" y="637361"/>
                  <a:ext cx="130320" cy="3549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4" name="Håndskrift 93">
                  <a:extLst>
                    <a:ext uri="{FF2B5EF4-FFF2-40B4-BE49-F238E27FC236}">
                      <a16:creationId xmlns:a16="http://schemas.microsoft.com/office/drawing/2014/main" id="{173E3B60-E26E-F821-D615-DB8B1D9300F0}"/>
                    </a:ext>
                  </a:extLst>
                </p14:cNvPr>
                <p14:cNvContentPartPr/>
                <p14:nvPr/>
              </p14:nvContentPartPr>
              <p14:xfrm>
                <a:off x="8116588" y="709721"/>
                <a:ext cx="113040" cy="182160"/>
              </p14:xfrm>
            </p:contentPart>
          </mc:Choice>
          <mc:Fallback xmlns="">
            <p:pic>
              <p:nvPicPr>
                <p:cNvPr id="94" name="Håndskrift 93">
                  <a:extLst>
                    <a:ext uri="{FF2B5EF4-FFF2-40B4-BE49-F238E27FC236}">
                      <a16:creationId xmlns:a16="http://schemas.microsoft.com/office/drawing/2014/main" id="{173E3B60-E26E-F821-D615-DB8B1D9300F0}"/>
                    </a:ext>
                  </a:extLst>
                </p:cNvPr>
                <p:cNvPicPr/>
                <p:nvPr/>
              </p:nvPicPr>
              <p:blipFill>
                <a:blip r:embed="rId80"/>
                <a:stretch>
                  <a:fillRect/>
                </a:stretch>
              </p:blipFill>
              <p:spPr>
                <a:xfrm>
                  <a:off x="8110468" y="703601"/>
                  <a:ext cx="12528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5" name="Håndskrift 94">
                  <a:extLst>
                    <a:ext uri="{FF2B5EF4-FFF2-40B4-BE49-F238E27FC236}">
                      <a16:creationId xmlns:a16="http://schemas.microsoft.com/office/drawing/2014/main" id="{E84EA62A-9414-65BE-DDA7-1CE970119DBA}"/>
                    </a:ext>
                  </a:extLst>
                </p14:cNvPr>
                <p14:cNvContentPartPr/>
                <p14:nvPr/>
              </p14:nvContentPartPr>
              <p14:xfrm>
                <a:off x="8115148" y="709721"/>
                <a:ext cx="146880" cy="129600"/>
              </p14:xfrm>
            </p:contentPart>
          </mc:Choice>
          <mc:Fallback xmlns="">
            <p:pic>
              <p:nvPicPr>
                <p:cNvPr id="95" name="Håndskrift 94">
                  <a:extLst>
                    <a:ext uri="{FF2B5EF4-FFF2-40B4-BE49-F238E27FC236}">
                      <a16:creationId xmlns:a16="http://schemas.microsoft.com/office/drawing/2014/main" id="{E84EA62A-9414-65BE-DDA7-1CE970119DBA}"/>
                    </a:ext>
                  </a:extLst>
                </p:cNvPr>
                <p:cNvPicPr/>
                <p:nvPr/>
              </p:nvPicPr>
              <p:blipFill>
                <a:blip r:embed="rId82"/>
                <a:stretch>
                  <a:fillRect/>
                </a:stretch>
              </p:blipFill>
              <p:spPr>
                <a:xfrm>
                  <a:off x="8109028" y="703601"/>
                  <a:ext cx="15912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6" name="Håndskrift 95">
                  <a:extLst>
                    <a:ext uri="{FF2B5EF4-FFF2-40B4-BE49-F238E27FC236}">
                      <a16:creationId xmlns:a16="http://schemas.microsoft.com/office/drawing/2014/main" id="{BDBEB1F7-CD52-1338-7C4A-C4F79ADF395E}"/>
                    </a:ext>
                  </a:extLst>
                </p14:cNvPr>
                <p14:cNvContentPartPr/>
                <p14:nvPr/>
              </p14:nvContentPartPr>
              <p14:xfrm>
                <a:off x="8247628" y="625481"/>
                <a:ext cx="12960" cy="294120"/>
              </p14:xfrm>
            </p:contentPart>
          </mc:Choice>
          <mc:Fallback xmlns="">
            <p:pic>
              <p:nvPicPr>
                <p:cNvPr id="96" name="Håndskrift 95">
                  <a:extLst>
                    <a:ext uri="{FF2B5EF4-FFF2-40B4-BE49-F238E27FC236}">
                      <a16:creationId xmlns:a16="http://schemas.microsoft.com/office/drawing/2014/main" id="{BDBEB1F7-CD52-1338-7C4A-C4F79ADF395E}"/>
                    </a:ext>
                  </a:extLst>
                </p:cNvPr>
                <p:cNvPicPr/>
                <p:nvPr/>
              </p:nvPicPr>
              <p:blipFill>
                <a:blip r:embed="rId84"/>
                <a:stretch>
                  <a:fillRect/>
                </a:stretch>
              </p:blipFill>
              <p:spPr>
                <a:xfrm>
                  <a:off x="8241508" y="619361"/>
                  <a:ext cx="25200" cy="306360"/>
                </a:xfrm>
                <a:prstGeom prst="rect">
                  <a:avLst/>
                </a:prstGeom>
              </p:spPr>
            </p:pic>
          </mc:Fallback>
        </mc:AlternateContent>
      </p:grpSp>
    </p:spTree>
    <p:extLst>
      <p:ext uri="{BB962C8B-B14F-4D97-AF65-F5344CB8AC3E}">
        <p14:creationId xmlns:p14="http://schemas.microsoft.com/office/powerpoint/2010/main" val="2183559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A08DF-CE32-9646-5085-74D30451030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F59D059-2BDB-E45E-30B4-27652343D673}"/>
              </a:ext>
            </a:extLst>
          </p:cNvPr>
          <p:cNvSpPr>
            <a:spLocks noGrp="1"/>
          </p:cNvSpPr>
          <p:nvPr>
            <p:ph type="title"/>
          </p:nvPr>
        </p:nvSpPr>
        <p:spPr>
          <a:xfrm>
            <a:off x="839788" y="457200"/>
            <a:ext cx="3932237" cy="986589"/>
          </a:xfrm>
        </p:spPr>
        <p:txBody>
          <a:bodyPr/>
          <a:lstStyle/>
          <a:p>
            <a:r>
              <a:rPr lang="en-US" noProof="0" dirty="0"/>
              <a:t>Integration</a:t>
            </a:r>
          </a:p>
        </p:txBody>
      </p:sp>
      <mc:AlternateContent xmlns:mc="http://schemas.openxmlformats.org/markup-compatibility/2006" xmlns:a14="http://schemas.microsoft.com/office/drawing/2010/main">
        <mc:Choice Requires="a14">
          <p:sp>
            <p:nvSpPr>
              <p:cNvPr id="4" name="Pladsholder til tekst 3">
                <a:extLst>
                  <a:ext uri="{FF2B5EF4-FFF2-40B4-BE49-F238E27FC236}">
                    <a16:creationId xmlns:a16="http://schemas.microsoft.com/office/drawing/2014/main" id="{2B2EF1FB-1E57-F0F9-7256-3C5C292CC6F7}"/>
                  </a:ext>
                </a:extLst>
              </p:cNvPr>
              <p:cNvSpPr>
                <a:spLocks noGrp="1"/>
              </p:cNvSpPr>
              <p:nvPr>
                <p:ph type="body" sz="half" idx="2"/>
              </p:nvPr>
            </p:nvSpPr>
            <p:spPr>
              <a:xfrm>
                <a:off x="839788" y="2057399"/>
                <a:ext cx="4712786" cy="4534989"/>
              </a:xfrm>
            </p:spPr>
            <p:txBody>
              <a:bodyPr>
                <a:normAutofit/>
              </a:bodyPr>
              <a:lstStyle/>
              <a:p>
                <a:r>
                  <a:rPr lang="en-US" u="sng" noProof="0" dirty="0"/>
                  <a:t>Velocity-Verlet</a:t>
                </a:r>
                <a:endParaRPr lang="en-US" noProof="0" dirty="0"/>
              </a:p>
              <a:p>
                <a:pPr/>
                <a14:m>
                  <m:oMathPara xmlns:m="http://schemas.openxmlformats.org/officeDocument/2006/math">
                    <m:oMath>
                      <m:r>
                        <a:rPr lang="en-US" b="0" i="1" noProof="0" smtClean="0">
                          <a:latin typeface="Cambria Math" panose="02040503050406030204" pitchFamily="18" charset="0"/>
                        </a:rPr>
                        <m:t>𝑥</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e>
                      </m:d>
                      <m:r>
                        <a:rPr lang="en-US" b="0" i="1" noProof="0" smtClean="0">
                          <a:latin typeface="Cambria Math" panose="02040503050406030204" pitchFamily="18" charset="0"/>
                        </a:rPr>
                        <m:t>=</m:t>
                      </m:r>
                      <m:r>
                        <a:rPr lang="en-US" b="0" i="1" noProof="0" smtClean="0">
                          <a:latin typeface="Cambria Math" panose="02040503050406030204" pitchFamily="18" charset="0"/>
                        </a:rPr>
                        <m:t>𝑥</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r>
                        <a:rPr lang="en-US" b="0" i="1" noProof="0" smtClean="0">
                          <a:latin typeface="Cambria Math" panose="02040503050406030204" pitchFamily="18" charset="0"/>
                        </a:rPr>
                        <m:t>+</m:t>
                      </m:r>
                      <m:r>
                        <a:rPr lang="en-US" b="0" i="1" noProof="0" smtClean="0">
                          <a:latin typeface="Cambria Math" panose="02040503050406030204" pitchFamily="18" charset="0"/>
                        </a:rPr>
                        <m:t>𝑣</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r>
                        <m:rPr>
                          <m:sty m:val="p"/>
                        </m:rPr>
                        <a:rPr lang="en-US" b="0" i="0" noProof="0" smtClean="0">
                          <a:latin typeface="Cambria Math" panose="02040503050406030204" pitchFamily="18" charset="0"/>
                        </a:rPr>
                        <m:t>Δt</m:t>
                      </m:r>
                      <m:r>
                        <a:rPr lang="en-US" b="0" i="0" noProof="0" smtClean="0">
                          <a:latin typeface="Cambria Math" panose="02040503050406030204" pitchFamily="18" charset="0"/>
                        </a:rPr>
                        <m:t>+</m:t>
                      </m:r>
                      <m:f>
                        <m:fPr>
                          <m:ctrlPr>
                            <a:rPr lang="en-US" b="0" i="0" noProof="0" smtClean="0">
                              <a:latin typeface="Cambria Math" panose="02040503050406030204" pitchFamily="18" charset="0"/>
                            </a:rPr>
                          </m:ctrlPr>
                        </m:fPr>
                        <m:num>
                          <m:r>
                            <a:rPr lang="en-US" b="0" i="0" noProof="0" smtClean="0">
                              <a:latin typeface="Cambria Math" panose="02040503050406030204" pitchFamily="18" charset="0"/>
                            </a:rPr>
                            <m:t>1</m:t>
                          </m:r>
                        </m:num>
                        <m:den>
                          <m:r>
                            <a:rPr lang="en-US" b="0" i="0" noProof="0" smtClean="0">
                              <a:latin typeface="Cambria Math" panose="02040503050406030204" pitchFamily="18" charset="0"/>
                            </a:rPr>
                            <m:t>2</m:t>
                          </m:r>
                        </m:den>
                      </m:f>
                      <m:r>
                        <m:rPr>
                          <m:sty m:val="p"/>
                        </m:rPr>
                        <a:rPr lang="en-US" b="0" i="0" noProof="0" smtClean="0">
                          <a:latin typeface="Cambria Math" panose="02040503050406030204" pitchFamily="18" charset="0"/>
                        </a:rPr>
                        <m:t>a</m:t>
                      </m:r>
                      <m:d>
                        <m:dPr>
                          <m:ctrlPr>
                            <a:rPr lang="en-US" b="0" i="0" noProof="0" smtClean="0">
                              <a:latin typeface="Cambria Math" panose="02040503050406030204" pitchFamily="18" charset="0"/>
                            </a:rPr>
                          </m:ctrlPr>
                        </m:dPr>
                        <m:e>
                          <m:r>
                            <m:rPr>
                              <m:sty m:val="p"/>
                            </m:rPr>
                            <a:rPr lang="en-US" b="0" i="0" noProof="0" smtClean="0">
                              <a:latin typeface="Cambria Math" panose="02040503050406030204" pitchFamily="18" charset="0"/>
                            </a:rPr>
                            <m:t>t</m:t>
                          </m:r>
                        </m:e>
                      </m:d>
                      <m:r>
                        <m:rPr>
                          <m:sty m:val="p"/>
                        </m:rPr>
                        <a:rPr lang="en-US" b="0" i="0" noProof="0" smtClean="0">
                          <a:latin typeface="Cambria Math" panose="02040503050406030204" pitchFamily="18" charset="0"/>
                        </a:rPr>
                        <m:t>Δ</m:t>
                      </m:r>
                      <m:sSup>
                        <m:sSupPr>
                          <m:ctrlPr>
                            <a:rPr lang="en-US" b="0" i="0" noProof="0" smtClean="0">
                              <a:latin typeface="Cambria Math" panose="02040503050406030204" pitchFamily="18" charset="0"/>
                            </a:rPr>
                          </m:ctrlPr>
                        </m:sSupPr>
                        <m:e>
                          <m:r>
                            <m:rPr>
                              <m:sty m:val="p"/>
                            </m:rPr>
                            <a:rPr lang="en-US" b="0" i="0" noProof="0" smtClean="0">
                              <a:latin typeface="Cambria Math" panose="02040503050406030204" pitchFamily="18" charset="0"/>
                            </a:rPr>
                            <m:t>t</m:t>
                          </m:r>
                        </m:e>
                        <m:sup>
                          <m:r>
                            <a:rPr lang="en-US" b="0" i="0" noProof="0" smtClean="0">
                              <a:latin typeface="Cambria Math" panose="02040503050406030204" pitchFamily="18" charset="0"/>
                            </a:rPr>
                            <m:t>2</m:t>
                          </m:r>
                        </m:sup>
                      </m:sSup>
                    </m:oMath>
                  </m:oMathPara>
                </a14:m>
                <a:endParaRPr lang="en-US" noProof="0" dirty="0"/>
              </a:p>
              <a:p>
                <a:pPr/>
                <a14:m>
                  <m:oMathPara xmlns:m="http://schemas.openxmlformats.org/officeDocument/2006/math">
                    <m:oMath>
                      <m:r>
                        <a:rPr lang="en-US" b="0" i="1" noProof="0" smtClean="0">
                          <a:latin typeface="Cambria Math" panose="02040503050406030204" pitchFamily="18" charset="0"/>
                        </a:rPr>
                        <m:t>𝑎</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e>
                      </m:d>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1</m:t>
                          </m:r>
                        </m:num>
                        <m:den>
                          <m:r>
                            <a:rPr lang="en-US" b="0" i="1" noProof="0" smtClean="0">
                              <a:latin typeface="Cambria Math" panose="02040503050406030204" pitchFamily="18" charset="0"/>
                            </a:rPr>
                            <m:t>𝑚</m:t>
                          </m:r>
                        </m:den>
                      </m:f>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𝐹</m:t>
                          </m:r>
                        </m:e>
                        <m:sub>
                          <m:r>
                            <a:rPr lang="en-US" b="0" i="1" noProof="0" smtClean="0">
                              <a:latin typeface="Cambria Math" panose="02040503050406030204" pitchFamily="18" charset="0"/>
                            </a:rPr>
                            <m:t>𝑟𝑒𝑠</m:t>
                          </m:r>
                        </m:sub>
                      </m:sSub>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𝑥</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e>
                          </m:d>
                        </m:e>
                      </m:d>
                    </m:oMath>
                  </m:oMathPara>
                </a14:m>
                <a:endParaRPr lang="en-US" noProof="0" dirty="0"/>
              </a:p>
              <a:p>
                <a:pPr/>
                <a14:m>
                  <m:oMathPara xmlns:m="http://schemas.openxmlformats.org/officeDocument/2006/math">
                    <m:oMath>
                      <m:r>
                        <a:rPr lang="en-US" b="0" i="1" noProof="0" smtClean="0">
                          <a:latin typeface="Cambria Math" panose="02040503050406030204" pitchFamily="18" charset="0"/>
                        </a:rPr>
                        <m:t>𝑣</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e>
                      </m:d>
                      <m:r>
                        <a:rPr lang="en-US" b="0" i="1" noProof="0" smtClean="0">
                          <a:latin typeface="Cambria Math" panose="02040503050406030204" pitchFamily="18" charset="0"/>
                        </a:rPr>
                        <m:t>=</m:t>
                      </m:r>
                      <m:r>
                        <a:rPr lang="en-US" b="0" i="1" noProof="0" smtClean="0">
                          <a:latin typeface="Cambria Math" panose="02040503050406030204" pitchFamily="18" charset="0"/>
                        </a:rPr>
                        <m:t>𝑣</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1</m:t>
                          </m:r>
                        </m:num>
                        <m:den>
                          <m:r>
                            <a:rPr lang="en-US" b="0" i="1" noProof="0" smtClean="0">
                              <a:latin typeface="Cambria Math" panose="02040503050406030204" pitchFamily="18" charset="0"/>
                            </a:rPr>
                            <m:t>2</m:t>
                          </m:r>
                        </m:den>
                      </m:f>
                      <m:d>
                        <m:dPr>
                          <m:begChr m:val="["/>
                          <m:endChr m:val="]"/>
                          <m:ctrlPr>
                            <a:rPr lang="en-US" b="0" i="1" noProof="0" smtClean="0">
                              <a:latin typeface="Cambria Math" panose="02040503050406030204" pitchFamily="18" charset="0"/>
                            </a:rPr>
                          </m:ctrlPr>
                        </m:dPr>
                        <m:e>
                          <m:r>
                            <a:rPr lang="en-US" b="0" i="1" noProof="0" smtClean="0">
                              <a:latin typeface="Cambria Math" panose="02040503050406030204" pitchFamily="18" charset="0"/>
                            </a:rPr>
                            <m:t>𝑎</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r>
                            <a:rPr lang="en-US" b="0" i="1" noProof="0" smtClean="0">
                              <a:latin typeface="Cambria Math" panose="02040503050406030204" pitchFamily="18" charset="0"/>
                            </a:rPr>
                            <m:t>+</m:t>
                          </m:r>
                          <m:r>
                            <a:rPr lang="en-US" b="0" i="1" noProof="0" smtClean="0">
                              <a:latin typeface="Cambria Math" panose="02040503050406030204" pitchFamily="18" charset="0"/>
                            </a:rPr>
                            <m:t>𝑎</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e>
                          </m:d>
                        </m:e>
                      </m:d>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oMath>
                  </m:oMathPara>
                </a14:m>
                <a:endParaRPr lang="en-US" noProof="0" dirty="0"/>
              </a:p>
              <a:p>
                <a:r>
                  <a:rPr lang="en-US" noProof="0" dirty="0"/>
                  <a:t>Local error in </a:t>
                </a:r>
                <a:r>
                  <a:rPr lang="en-US" i="1" noProof="0" dirty="0"/>
                  <a:t>x </a:t>
                </a:r>
                <a:r>
                  <a:rPr lang="en-US" noProof="0" dirty="0"/>
                  <a:t>is now </a:t>
                </a:r>
                <a14:m>
                  <m:oMath xmlns:m="http://schemas.openxmlformats.org/officeDocument/2006/math">
                    <m:r>
                      <a:rPr lang="en-US" b="0" i="1" noProof="0" smtClean="0">
                        <a:latin typeface="Cambria Math" panose="02040503050406030204" pitchFamily="18" charset="0"/>
                      </a:rPr>
                      <m:t>𝑂</m:t>
                    </m:r>
                    <m:d>
                      <m:dPr>
                        <m:ctrlPr>
                          <a:rPr lang="en-US" b="0" i="0" noProof="0" smtClean="0">
                            <a:latin typeface="Cambria Math" panose="02040503050406030204" pitchFamily="18" charset="0"/>
                          </a:rPr>
                        </m:ctrlPr>
                      </m:dPr>
                      <m:e>
                        <m:r>
                          <m:rPr>
                            <m:sty m:val="p"/>
                          </m:rPr>
                          <a:rPr lang="en-US" b="0" i="0" noProof="0" smtClean="0">
                            <a:latin typeface="Cambria Math" panose="02040503050406030204" pitchFamily="18" charset="0"/>
                          </a:rPr>
                          <m:t>Δ</m:t>
                        </m:r>
                        <m:sSup>
                          <m:sSupPr>
                            <m:ctrlPr>
                              <a:rPr lang="en-US" b="0" i="1" noProof="0" smtClean="0">
                                <a:latin typeface="Cambria Math" panose="02040503050406030204" pitchFamily="18" charset="0"/>
                              </a:rPr>
                            </m:ctrlPr>
                          </m:sSupPr>
                          <m:e>
                            <m:r>
                              <a:rPr lang="en-US" b="0" i="1" noProof="0" smtClean="0">
                                <a:latin typeface="Cambria Math" panose="02040503050406030204" pitchFamily="18" charset="0"/>
                              </a:rPr>
                              <m:t>𝑡</m:t>
                            </m:r>
                          </m:e>
                          <m:sup>
                            <m:r>
                              <a:rPr lang="en-US" b="0" i="1" noProof="0" smtClean="0">
                                <a:latin typeface="Cambria Math" panose="02040503050406030204" pitchFamily="18" charset="0"/>
                              </a:rPr>
                              <m:t>3</m:t>
                            </m:r>
                          </m:sup>
                        </m:sSup>
                      </m:e>
                    </m:d>
                  </m:oMath>
                </a14:m>
                <a:endParaRPr lang="en-US" noProof="0" dirty="0"/>
              </a:p>
              <a:p>
                <a:r>
                  <a:rPr lang="en-US" noProof="0" dirty="0"/>
                  <a:t>Local error in </a:t>
                </a:r>
                <a:r>
                  <a:rPr lang="en-US" i="1" noProof="0" dirty="0"/>
                  <a:t>v</a:t>
                </a:r>
                <a:r>
                  <a:rPr lang="en-US" noProof="0" dirty="0"/>
                  <a:t> is now </a:t>
                </a:r>
                <a14:m>
                  <m:oMath xmlns:m="http://schemas.openxmlformats.org/officeDocument/2006/math">
                    <m:r>
                      <a:rPr lang="en-US" b="0" i="1" noProof="0" smtClean="0">
                        <a:latin typeface="Cambria Math" panose="02040503050406030204" pitchFamily="18" charset="0"/>
                      </a:rPr>
                      <m:t>𝑂</m:t>
                    </m:r>
                    <m:d>
                      <m:dPr>
                        <m:ctrlPr>
                          <a:rPr lang="en-US" b="0" i="0" noProof="0" smtClean="0">
                            <a:latin typeface="Cambria Math" panose="02040503050406030204" pitchFamily="18" charset="0"/>
                          </a:rPr>
                        </m:ctrlPr>
                      </m:dPr>
                      <m:e>
                        <m:r>
                          <m:rPr>
                            <m:sty m:val="p"/>
                          </m:rPr>
                          <a:rPr lang="en-US" b="0" i="0" noProof="0" smtClean="0">
                            <a:latin typeface="Cambria Math" panose="02040503050406030204" pitchFamily="18" charset="0"/>
                          </a:rPr>
                          <m:t>Δ</m:t>
                        </m:r>
                        <m:sSup>
                          <m:sSupPr>
                            <m:ctrlPr>
                              <a:rPr lang="en-US" b="0" i="1" noProof="0" smtClean="0">
                                <a:latin typeface="Cambria Math" panose="02040503050406030204" pitchFamily="18" charset="0"/>
                              </a:rPr>
                            </m:ctrlPr>
                          </m:sSupPr>
                          <m:e>
                            <m:r>
                              <a:rPr lang="en-US" b="0" i="1" noProof="0" smtClean="0">
                                <a:latin typeface="Cambria Math" panose="02040503050406030204" pitchFamily="18" charset="0"/>
                              </a:rPr>
                              <m:t>𝑡</m:t>
                            </m:r>
                          </m:e>
                          <m:sup>
                            <m:r>
                              <a:rPr lang="en-US" b="0" i="1" noProof="0" smtClean="0">
                                <a:latin typeface="Cambria Math" panose="02040503050406030204" pitchFamily="18" charset="0"/>
                              </a:rPr>
                              <m:t>3</m:t>
                            </m:r>
                          </m:sup>
                        </m:sSup>
                      </m:e>
                    </m:d>
                  </m:oMath>
                </a14:m>
                <a:endParaRPr lang="en-US" b="0" noProof="0" dirty="0"/>
              </a:p>
              <a:p>
                <a:r>
                  <a:rPr lang="en-US" noProof="0" dirty="0"/>
                  <a:t>Global error of these is </a:t>
                </a:r>
                <a14:m>
                  <m:oMath xmlns:m="http://schemas.openxmlformats.org/officeDocument/2006/math">
                    <m:r>
                      <a:rPr lang="en-US" b="0" i="1" noProof="0" smtClean="0">
                        <a:latin typeface="Cambria Math" panose="02040503050406030204" pitchFamily="18" charset="0"/>
                      </a:rPr>
                      <m:t>𝑂</m:t>
                    </m:r>
                    <m:d>
                      <m:dPr>
                        <m:ctrlPr>
                          <a:rPr lang="en-US" b="0" i="0" noProof="0" smtClean="0">
                            <a:latin typeface="Cambria Math" panose="02040503050406030204" pitchFamily="18" charset="0"/>
                          </a:rPr>
                        </m:ctrlPr>
                      </m:dPr>
                      <m:e>
                        <m:r>
                          <m:rPr>
                            <m:sty m:val="p"/>
                          </m:rPr>
                          <a:rPr lang="en-US" b="0" i="0" noProof="0" smtClean="0">
                            <a:latin typeface="Cambria Math" panose="02040503050406030204" pitchFamily="18" charset="0"/>
                          </a:rPr>
                          <m:t>Δ</m:t>
                        </m:r>
                        <m:sSup>
                          <m:sSupPr>
                            <m:ctrlPr>
                              <a:rPr lang="en-US" b="0" i="1" noProof="0" smtClean="0">
                                <a:latin typeface="Cambria Math" panose="02040503050406030204" pitchFamily="18" charset="0"/>
                              </a:rPr>
                            </m:ctrlPr>
                          </m:sSupPr>
                          <m:e>
                            <m:r>
                              <a:rPr lang="en-US" b="0" i="1" noProof="0" smtClean="0">
                                <a:latin typeface="Cambria Math" panose="02040503050406030204" pitchFamily="18" charset="0"/>
                              </a:rPr>
                              <m:t>𝑡</m:t>
                            </m:r>
                          </m:e>
                          <m:sup>
                            <m:r>
                              <a:rPr lang="en-US" b="0" i="1" noProof="0" smtClean="0">
                                <a:latin typeface="Cambria Math" panose="02040503050406030204" pitchFamily="18" charset="0"/>
                              </a:rPr>
                              <m:t>2</m:t>
                            </m:r>
                          </m:sup>
                        </m:sSup>
                      </m:e>
                    </m:d>
                  </m:oMath>
                </a14:m>
                <a:endParaRPr lang="en-US" b="0" noProof="0" dirty="0"/>
              </a:p>
              <a:p>
                <a:endParaRPr lang="en-US" noProof="0" dirty="0"/>
              </a:p>
            </p:txBody>
          </p:sp>
        </mc:Choice>
        <mc:Fallback xmlns="">
          <p:sp>
            <p:nvSpPr>
              <p:cNvPr id="4" name="Pladsholder til tekst 3">
                <a:extLst>
                  <a:ext uri="{FF2B5EF4-FFF2-40B4-BE49-F238E27FC236}">
                    <a16:creationId xmlns:a16="http://schemas.microsoft.com/office/drawing/2014/main" id="{2B2EF1FB-1E57-F0F9-7256-3C5C292CC6F7}"/>
                  </a:ext>
                </a:extLst>
              </p:cNvPr>
              <p:cNvSpPr>
                <a:spLocks noGrp="1" noRot="1" noChangeAspect="1" noMove="1" noResize="1" noEditPoints="1" noAdjustHandles="1" noChangeArrowheads="1" noChangeShapeType="1" noTextEdit="1"/>
              </p:cNvSpPr>
              <p:nvPr>
                <p:ph type="body" sz="half" idx="2"/>
              </p:nvPr>
            </p:nvSpPr>
            <p:spPr>
              <a:xfrm>
                <a:off x="839788" y="2057399"/>
                <a:ext cx="4712786" cy="4534989"/>
              </a:xfrm>
              <a:blipFill>
                <a:blip r:embed="rId2"/>
                <a:stretch>
                  <a:fillRect l="-776" t="-806"/>
                </a:stretch>
              </a:blipFill>
            </p:spPr>
            <p:txBody>
              <a:bodyPr/>
              <a:lstStyle/>
              <a:p>
                <a:r>
                  <a:rPr lang="da-DK">
                    <a:noFill/>
                  </a:rPr>
                  <a:t> </a:t>
                </a:r>
              </a:p>
            </p:txBody>
          </p:sp>
        </mc:Fallback>
      </mc:AlternateContent>
      <p:sp>
        <p:nvSpPr>
          <p:cNvPr id="6" name="Pladsholder til tekst 3">
            <a:extLst>
              <a:ext uri="{FF2B5EF4-FFF2-40B4-BE49-F238E27FC236}">
                <a16:creationId xmlns:a16="http://schemas.microsoft.com/office/drawing/2014/main" id="{60BD13C2-389D-C0AD-C9D6-5C6D11215CD0}"/>
              </a:ext>
            </a:extLst>
          </p:cNvPr>
          <p:cNvSpPr txBox="1">
            <a:spLocks/>
          </p:cNvSpPr>
          <p:nvPr/>
        </p:nvSpPr>
        <p:spPr>
          <a:xfrm>
            <a:off x="6278291" y="2057398"/>
            <a:ext cx="3932237" cy="453498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endParaRPr lang="en-US" noProof="0" dirty="0"/>
          </a:p>
        </p:txBody>
      </p:sp>
      <mc:AlternateContent xmlns:mc="http://schemas.openxmlformats.org/markup-compatibility/2006" xmlns:a14="http://schemas.microsoft.com/office/drawing/2010/main">
        <mc:Choice Requires="a14">
          <p:sp>
            <p:nvSpPr>
              <p:cNvPr id="8" name="Tekstfelt 7">
                <a:extLst>
                  <a:ext uri="{FF2B5EF4-FFF2-40B4-BE49-F238E27FC236}">
                    <a16:creationId xmlns:a16="http://schemas.microsoft.com/office/drawing/2014/main" id="{E24E1EBC-B59F-981F-538C-6EA06700DB4C}"/>
                  </a:ext>
                </a:extLst>
              </p:cNvPr>
              <p:cNvSpPr txBox="1"/>
              <p:nvPr/>
            </p:nvSpPr>
            <p:spPr>
              <a:xfrm>
                <a:off x="6466974" y="2099511"/>
                <a:ext cx="5059279" cy="2554545"/>
              </a:xfrm>
              <a:prstGeom prst="rect">
                <a:avLst/>
              </a:prstGeom>
              <a:noFill/>
            </p:spPr>
            <p:txBody>
              <a:bodyPr wrap="square" rtlCol="0">
                <a:spAutoFit/>
              </a:bodyPr>
              <a:lstStyle/>
              <a:p>
                <a:r>
                  <a:rPr lang="en-US" sz="1600" b="1" noProof="0" dirty="0"/>
                  <a:t>Recap:</a:t>
                </a:r>
              </a:p>
              <a:p>
                <a:r>
                  <a:rPr lang="en-US" sz="1600" noProof="0" dirty="0"/>
                  <a:t>Euler: Local truncation error </a:t>
                </a:r>
                <a14:m>
                  <m:oMath xmlns:m="http://schemas.openxmlformats.org/officeDocument/2006/math">
                    <m:r>
                      <a:rPr lang="en-US" sz="1600" b="0" i="1" noProof="0" smtClean="0">
                        <a:latin typeface="Cambria Math" panose="02040503050406030204" pitchFamily="18" charset="0"/>
                      </a:rPr>
                      <m:t>𝑂</m:t>
                    </m:r>
                    <m:r>
                      <a:rPr lang="en-US" sz="1600" b="0" i="1" noProof="0" smtClean="0">
                        <a:latin typeface="Cambria Math" panose="02040503050406030204" pitchFamily="18" charset="0"/>
                      </a:rPr>
                      <m:t>(</m:t>
                    </m:r>
                    <m:r>
                      <m:rPr>
                        <m:sty m:val="p"/>
                      </m:rPr>
                      <a:rPr lang="en-US" sz="1600" b="0" i="0" noProof="0" smtClean="0">
                        <a:latin typeface="Cambria Math" panose="02040503050406030204" pitchFamily="18" charset="0"/>
                      </a:rPr>
                      <m:t>Δ</m:t>
                    </m:r>
                    <m:sSup>
                      <m:sSupPr>
                        <m:ctrlPr>
                          <a:rPr lang="en-US" sz="1600" b="0" i="1" noProof="0" smtClean="0">
                            <a:latin typeface="Cambria Math" panose="02040503050406030204" pitchFamily="18" charset="0"/>
                          </a:rPr>
                        </m:ctrlPr>
                      </m:sSupPr>
                      <m:e>
                        <m:r>
                          <a:rPr lang="en-US" sz="1600" b="0" i="1" noProof="0" smtClean="0">
                            <a:latin typeface="Cambria Math" panose="02040503050406030204" pitchFamily="18" charset="0"/>
                          </a:rPr>
                          <m:t>𝑡</m:t>
                        </m:r>
                      </m:e>
                      <m:sup>
                        <m:r>
                          <a:rPr lang="en-US" sz="1600" b="0" i="1" noProof="0" smtClean="0">
                            <a:latin typeface="Cambria Math" panose="02040503050406030204" pitchFamily="18" charset="0"/>
                          </a:rPr>
                          <m:t>2</m:t>
                        </m:r>
                      </m:sup>
                    </m:sSup>
                    <m:r>
                      <a:rPr lang="en-US" sz="1600" b="0" i="1" noProof="0" smtClean="0">
                        <a:latin typeface="Cambria Math" panose="02040503050406030204" pitchFamily="18" charset="0"/>
                      </a:rPr>
                      <m:t>)</m:t>
                    </m:r>
                  </m:oMath>
                </a14:m>
                <a:r>
                  <a:rPr lang="en-US" sz="1600" noProof="0" dirty="0"/>
                  <a:t> and global error </a:t>
                </a:r>
                <a14:m>
                  <m:oMath xmlns:m="http://schemas.openxmlformats.org/officeDocument/2006/math">
                    <m:r>
                      <a:rPr lang="en-US" sz="1600" b="0" i="1" noProof="0" smtClean="0">
                        <a:latin typeface="Cambria Math" panose="02040503050406030204" pitchFamily="18" charset="0"/>
                      </a:rPr>
                      <m:t>𝑂</m:t>
                    </m:r>
                    <m:d>
                      <m:dPr>
                        <m:ctrlPr>
                          <a:rPr lang="en-US" sz="1600" b="0" i="1" noProof="0" smtClean="0">
                            <a:latin typeface="Cambria Math" panose="02040503050406030204" pitchFamily="18" charset="0"/>
                          </a:rPr>
                        </m:ctrlPr>
                      </m:dPr>
                      <m:e>
                        <m:r>
                          <a:rPr lang="en-US" sz="1600" b="0" i="1" noProof="0" smtClean="0">
                            <a:latin typeface="Cambria Math" panose="02040503050406030204" pitchFamily="18" charset="0"/>
                          </a:rPr>
                          <m:t>𝛥</m:t>
                        </m:r>
                        <m:r>
                          <a:rPr lang="en-US" sz="1600" b="0" i="1" noProof="0" smtClean="0">
                            <a:latin typeface="Cambria Math" panose="02040503050406030204" pitchFamily="18" charset="0"/>
                          </a:rPr>
                          <m:t>𝑡</m:t>
                        </m:r>
                      </m:e>
                    </m:d>
                  </m:oMath>
                </a14:m>
                <a:r>
                  <a:rPr lang="en-US" sz="1600" noProof="0" dirty="0"/>
                  <a:t>; first order accurate.</a:t>
                </a:r>
              </a:p>
              <a:p>
                <a:endParaRPr lang="en-US" sz="1600" noProof="0" dirty="0"/>
              </a:p>
              <a:p>
                <a:r>
                  <a:rPr lang="en-US" sz="1600" noProof="0" dirty="0"/>
                  <a:t>Velocity-Verlet: Local truncation error </a:t>
                </a:r>
                <a14:m>
                  <m:oMath xmlns:m="http://schemas.openxmlformats.org/officeDocument/2006/math">
                    <m:r>
                      <a:rPr lang="en-US" sz="1600" b="0" i="1" noProof="0" smtClean="0">
                        <a:latin typeface="Cambria Math" panose="02040503050406030204" pitchFamily="18" charset="0"/>
                      </a:rPr>
                      <m:t>𝑂</m:t>
                    </m:r>
                    <m:r>
                      <a:rPr lang="en-US" sz="1600" b="0" i="1" noProof="0" smtClean="0">
                        <a:latin typeface="Cambria Math" panose="02040503050406030204" pitchFamily="18" charset="0"/>
                      </a:rPr>
                      <m:t>(</m:t>
                    </m:r>
                    <m:r>
                      <m:rPr>
                        <m:sty m:val="p"/>
                      </m:rPr>
                      <a:rPr lang="en-US" sz="1600" b="0" i="0" noProof="0" smtClean="0">
                        <a:latin typeface="Cambria Math" panose="02040503050406030204" pitchFamily="18" charset="0"/>
                      </a:rPr>
                      <m:t>Δ</m:t>
                    </m:r>
                    <m:sSup>
                      <m:sSupPr>
                        <m:ctrlPr>
                          <a:rPr lang="en-US" sz="1600" b="0" i="1" noProof="0" smtClean="0">
                            <a:latin typeface="Cambria Math" panose="02040503050406030204" pitchFamily="18" charset="0"/>
                          </a:rPr>
                        </m:ctrlPr>
                      </m:sSupPr>
                      <m:e>
                        <m:r>
                          <a:rPr lang="en-US" sz="1600" b="0" i="1" noProof="0" smtClean="0">
                            <a:latin typeface="Cambria Math" panose="02040503050406030204" pitchFamily="18" charset="0"/>
                          </a:rPr>
                          <m:t>𝑡</m:t>
                        </m:r>
                      </m:e>
                      <m:sup>
                        <m:r>
                          <a:rPr lang="en-US" sz="1600" b="0" i="1" noProof="0" smtClean="0">
                            <a:latin typeface="Cambria Math" panose="02040503050406030204" pitchFamily="18" charset="0"/>
                          </a:rPr>
                          <m:t>3</m:t>
                        </m:r>
                      </m:sup>
                    </m:sSup>
                    <m:r>
                      <a:rPr lang="en-US" sz="1600" b="0" i="1" noProof="0" smtClean="0">
                        <a:latin typeface="Cambria Math" panose="02040503050406030204" pitchFamily="18" charset="0"/>
                      </a:rPr>
                      <m:t>)</m:t>
                    </m:r>
                  </m:oMath>
                </a14:m>
                <a:r>
                  <a:rPr lang="en-US" sz="1600" noProof="0" dirty="0"/>
                  <a:t> and global error </a:t>
                </a:r>
                <a14:m>
                  <m:oMath xmlns:m="http://schemas.openxmlformats.org/officeDocument/2006/math">
                    <m:r>
                      <a:rPr lang="en-US" sz="1600" b="0" i="1" noProof="0" smtClean="0">
                        <a:latin typeface="Cambria Math" panose="02040503050406030204" pitchFamily="18" charset="0"/>
                      </a:rPr>
                      <m:t>𝑂</m:t>
                    </m:r>
                    <m:d>
                      <m:dPr>
                        <m:ctrlPr>
                          <a:rPr lang="en-US" sz="1600" b="0" i="1" noProof="0" smtClean="0">
                            <a:latin typeface="Cambria Math" panose="02040503050406030204" pitchFamily="18" charset="0"/>
                          </a:rPr>
                        </m:ctrlPr>
                      </m:dPr>
                      <m:e>
                        <m:r>
                          <a:rPr lang="en-US" sz="1600" b="0" i="1" noProof="0" smtClean="0">
                            <a:latin typeface="Cambria Math" panose="02040503050406030204" pitchFamily="18" charset="0"/>
                          </a:rPr>
                          <m:t>𝛥</m:t>
                        </m:r>
                        <m:sSup>
                          <m:sSupPr>
                            <m:ctrlPr>
                              <a:rPr lang="en-US" sz="1600" b="0" i="1" noProof="0" smtClean="0">
                                <a:latin typeface="Cambria Math" panose="02040503050406030204" pitchFamily="18" charset="0"/>
                              </a:rPr>
                            </m:ctrlPr>
                          </m:sSupPr>
                          <m:e>
                            <m:r>
                              <a:rPr lang="en-US" sz="1600" b="0" i="1" noProof="0" smtClean="0">
                                <a:latin typeface="Cambria Math" panose="02040503050406030204" pitchFamily="18" charset="0"/>
                              </a:rPr>
                              <m:t>𝑡</m:t>
                            </m:r>
                          </m:e>
                          <m:sup>
                            <m:r>
                              <a:rPr lang="en-US" sz="1600" b="0" i="1" noProof="0" smtClean="0">
                                <a:latin typeface="Cambria Math" panose="02040503050406030204" pitchFamily="18" charset="0"/>
                              </a:rPr>
                              <m:t>2</m:t>
                            </m:r>
                          </m:sup>
                        </m:sSup>
                      </m:e>
                    </m:d>
                  </m:oMath>
                </a14:m>
                <a:r>
                  <a:rPr lang="en-US" sz="1600" noProof="0" dirty="0"/>
                  <a:t>; second-order accurate.</a:t>
                </a:r>
              </a:p>
              <a:p>
                <a:r>
                  <a:rPr lang="en-US" sz="1600" noProof="0" dirty="0"/>
                  <a:t> </a:t>
                </a:r>
              </a:p>
              <a:p>
                <a:r>
                  <a:rPr lang="en-US" sz="1600" noProof="0" dirty="0"/>
                  <a:t>For sufficiently small steps </a:t>
                </a:r>
                <a14:m>
                  <m:oMath xmlns:m="http://schemas.openxmlformats.org/officeDocument/2006/math">
                    <m:d>
                      <m:dPr>
                        <m:ctrlPr>
                          <a:rPr lang="en-US" sz="1600" i="1" noProof="0">
                            <a:latin typeface="Cambria Math" panose="02040503050406030204" pitchFamily="18" charset="0"/>
                          </a:rPr>
                        </m:ctrlPr>
                      </m:dPr>
                      <m:e>
                        <m:r>
                          <a:rPr lang="en-US" sz="1600" i="1" noProof="0">
                            <a:latin typeface="Cambria Math" panose="02040503050406030204" pitchFamily="18" charset="0"/>
                          </a:rPr>
                          <m:t>𝛥</m:t>
                        </m:r>
                        <m:r>
                          <a:rPr lang="en-US" sz="1600" i="1" noProof="0">
                            <a:latin typeface="Cambria Math" panose="02040503050406030204" pitchFamily="18" charset="0"/>
                          </a:rPr>
                          <m:t>𝑡</m:t>
                        </m:r>
                      </m:e>
                    </m:d>
                  </m:oMath>
                </a14:m>
                <a:r>
                  <a:rPr lang="en-US" sz="1600" noProof="0" dirty="0"/>
                  <a:t>, Velocity-Verlet is substantially more accurate, and better suited for long MD trajectories.</a:t>
                </a:r>
              </a:p>
            </p:txBody>
          </p:sp>
        </mc:Choice>
        <mc:Fallback xmlns="">
          <p:sp>
            <p:nvSpPr>
              <p:cNvPr id="8" name="Tekstfelt 7">
                <a:extLst>
                  <a:ext uri="{FF2B5EF4-FFF2-40B4-BE49-F238E27FC236}">
                    <a16:creationId xmlns:a16="http://schemas.microsoft.com/office/drawing/2014/main" id="{E24E1EBC-B59F-981F-538C-6EA06700DB4C}"/>
                  </a:ext>
                </a:extLst>
              </p:cNvPr>
              <p:cNvSpPr txBox="1">
                <a:spLocks noRot="1" noChangeAspect="1" noMove="1" noResize="1" noEditPoints="1" noAdjustHandles="1" noChangeArrowheads="1" noChangeShapeType="1" noTextEdit="1"/>
              </p:cNvSpPr>
              <p:nvPr/>
            </p:nvSpPr>
            <p:spPr>
              <a:xfrm>
                <a:off x="6466974" y="2099511"/>
                <a:ext cx="5059279" cy="2554545"/>
              </a:xfrm>
              <a:prstGeom prst="rect">
                <a:avLst/>
              </a:prstGeom>
              <a:blipFill>
                <a:blip r:embed="rId3"/>
                <a:stretch>
                  <a:fillRect l="-723" t="-716" r="-1325" b="-2148"/>
                </a:stretch>
              </a:blipFill>
            </p:spPr>
            <p:txBody>
              <a:bodyPr/>
              <a:lstStyle/>
              <a:p>
                <a:r>
                  <a:rPr lang="da-DK">
                    <a:noFill/>
                  </a:rPr>
                  <a:t> </a:t>
                </a:r>
              </a:p>
            </p:txBody>
          </p:sp>
        </mc:Fallback>
      </mc:AlternateContent>
    </p:spTree>
    <p:extLst>
      <p:ext uri="{BB962C8B-B14F-4D97-AF65-F5344CB8AC3E}">
        <p14:creationId xmlns:p14="http://schemas.microsoft.com/office/powerpoint/2010/main" val="415471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2D2-701C-22EA-FE16-A64D9313AB5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0FFECC1-70AB-8221-6E52-0C30B6525A29}"/>
              </a:ext>
            </a:extLst>
          </p:cNvPr>
          <p:cNvSpPr>
            <a:spLocks noGrp="1"/>
          </p:cNvSpPr>
          <p:nvPr>
            <p:ph type="title"/>
          </p:nvPr>
        </p:nvSpPr>
        <p:spPr>
          <a:xfrm>
            <a:off x="839788" y="457200"/>
            <a:ext cx="3932237" cy="986589"/>
          </a:xfrm>
        </p:spPr>
        <p:txBody>
          <a:bodyPr/>
          <a:lstStyle/>
          <a:p>
            <a:r>
              <a:rPr lang="en-US" noProof="0" dirty="0"/>
              <a:t>Velocity-Verlet</a:t>
            </a:r>
          </a:p>
        </p:txBody>
      </p:sp>
      <mc:AlternateContent xmlns:mc="http://schemas.openxmlformats.org/markup-compatibility/2006" xmlns:a14="http://schemas.microsoft.com/office/drawing/2010/main">
        <mc:Choice Requires="a14">
          <p:sp>
            <p:nvSpPr>
              <p:cNvPr id="4" name="Pladsholder til tekst 3">
                <a:extLst>
                  <a:ext uri="{FF2B5EF4-FFF2-40B4-BE49-F238E27FC236}">
                    <a16:creationId xmlns:a16="http://schemas.microsoft.com/office/drawing/2014/main" id="{B4490187-67DB-8420-4B93-9D941831FAAC}"/>
                  </a:ext>
                </a:extLst>
              </p:cNvPr>
              <p:cNvSpPr>
                <a:spLocks noGrp="1"/>
              </p:cNvSpPr>
              <p:nvPr>
                <p:ph type="body" sz="half" idx="2"/>
              </p:nvPr>
            </p:nvSpPr>
            <p:spPr>
              <a:xfrm>
                <a:off x="839788" y="2057399"/>
                <a:ext cx="4712786" cy="4534989"/>
              </a:xfrm>
            </p:spPr>
            <p:txBody>
              <a:bodyPr>
                <a:normAutofit/>
              </a:bodyPr>
              <a:lstStyle/>
              <a:p>
                <a:pPr marL="342900" indent="-342900">
                  <a:buAutoNum type="arabicPeriod"/>
                </a:pPr>
                <a:r>
                  <a:rPr lang="en-US" noProof="0" dirty="0"/>
                  <a:t>Position update</a:t>
                </a:r>
                <a:br>
                  <a:rPr lang="en-US" noProof="0" dirty="0"/>
                </a:br>
                <a14:m>
                  <m:oMath xmlns:m="http://schemas.openxmlformats.org/officeDocument/2006/math">
                    <m:r>
                      <a:rPr lang="en-US" i="1" noProof="0">
                        <a:latin typeface="Cambria Math" panose="02040503050406030204" pitchFamily="18" charset="0"/>
                      </a:rPr>
                      <m:t>𝑥</m:t>
                    </m:r>
                    <m:d>
                      <m:dPr>
                        <m:ctrlPr>
                          <a:rPr lang="en-US" i="1" noProof="0">
                            <a:latin typeface="Cambria Math" panose="02040503050406030204" pitchFamily="18" charset="0"/>
                          </a:rPr>
                        </m:ctrlPr>
                      </m:dPr>
                      <m:e>
                        <m:r>
                          <a:rPr lang="en-US" i="1" noProof="0">
                            <a:latin typeface="Cambria Math" panose="02040503050406030204" pitchFamily="18" charset="0"/>
                          </a:rPr>
                          <m:t>𝑡</m:t>
                        </m:r>
                        <m:r>
                          <a:rPr lang="en-US" i="1" noProof="0">
                            <a:latin typeface="Cambria Math" panose="02040503050406030204" pitchFamily="18" charset="0"/>
                          </a:rPr>
                          <m:t>+</m:t>
                        </m:r>
                        <m:r>
                          <m:rPr>
                            <m:sty m:val="p"/>
                          </m:rPr>
                          <a:rPr lang="en-US" noProof="0">
                            <a:latin typeface="Cambria Math" panose="02040503050406030204" pitchFamily="18" charset="0"/>
                          </a:rPr>
                          <m:t>Δ</m:t>
                        </m:r>
                        <m:r>
                          <a:rPr lang="en-US" i="1" noProof="0">
                            <a:latin typeface="Cambria Math" panose="02040503050406030204" pitchFamily="18" charset="0"/>
                          </a:rPr>
                          <m:t>𝑡</m:t>
                        </m:r>
                      </m:e>
                    </m:d>
                    <m:r>
                      <a:rPr lang="en-US" i="1" noProof="0">
                        <a:latin typeface="Cambria Math" panose="02040503050406030204" pitchFamily="18" charset="0"/>
                      </a:rPr>
                      <m:t>=</m:t>
                    </m:r>
                    <m:r>
                      <a:rPr lang="en-US" i="1" noProof="0">
                        <a:latin typeface="Cambria Math" panose="02040503050406030204" pitchFamily="18" charset="0"/>
                      </a:rPr>
                      <m:t>𝑥</m:t>
                    </m:r>
                    <m:d>
                      <m:dPr>
                        <m:ctrlPr>
                          <a:rPr lang="en-US" i="1" noProof="0">
                            <a:latin typeface="Cambria Math" panose="02040503050406030204" pitchFamily="18" charset="0"/>
                          </a:rPr>
                        </m:ctrlPr>
                      </m:dPr>
                      <m:e>
                        <m:r>
                          <a:rPr lang="en-US" i="1" noProof="0">
                            <a:latin typeface="Cambria Math" panose="02040503050406030204" pitchFamily="18" charset="0"/>
                          </a:rPr>
                          <m:t>𝑡</m:t>
                        </m:r>
                      </m:e>
                    </m:d>
                    <m:r>
                      <a:rPr lang="en-US" i="1" noProof="0">
                        <a:latin typeface="Cambria Math" panose="02040503050406030204" pitchFamily="18" charset="0"/>
                      </a:rPr>
                      <m:t>+</m:t>
                    </m:r>
                    <m:r>
                      <a:rPr lang="en-US" i="1" noProof="0">
                        <a:latin typeface="Cambria Math" panose="02040503050406030204" pitchFamily="18" charset="0"/>
                      </a:rPr>
                      <m:t>𝑣</m:t>
                    </m:r>
                    <m:d>
                      <m:dPr>
                        <m:ctrlPr>
                          <a:rPr lang="en-US" i="1" noProof="0">
                            <a:latin typeface="Cambria Math" panose="02040503050406030204" pitchFamily="18" charset="0"/>
                          </a:rPr>
                        </m:ctrlPr>
                      </m:dPr>
                      <m:e>
                        <m:r>
                          <a:rPr lang="en-US" i="1" noProof="0">
                            <a:latin typeface="Cambria Math" panose="02040503050406030204" pitchFamily="18" charset="0"/>
                          </a:rPr>
                          <m:t>𝑡</m:t>
                        </m:r>
                      </m:e>
                    </m:d>
                    <m:r>
                      <m:rPr>
                        <m:sty m:val="p"/>
                      </m:rPr>
                      <a:rPr lang="en-US" noProof="0">
                        <a:latin typeface="Cambria Math" panose="02040503050406030204" pitchFamily="18" charset="0"/>
                      </a:rPr>
                      <m:t>Δt</m:t>
                    </m:r>
                    <m:r>
                      <a:rPr lang="en-US" noProof="0">
                        <a:latin typeface="Cambria Math" panose="02040503050406030204" pitchFamily="18" charset="0"/>
                      </a:rPr>
                      <m:t>+</m:t>
                    </m:r>
                    <m:f>
                      <m:fPr>
                        <m:ctrlPr>
                          <a:rPr lang="en-US" noProof="0">
                            <a:latin typeface="Cambria Math" panose="02040503050406030204" pitchFamily="18" charset="0"/>
                          </a:rPr>
                        </m:ctrlPr>
                      </m:fPr>
                      <m:num>
                        <m:r>
                          <a:rPr lang="en-US" noProof="0">
                            <a:latin typeface="Cambria Math" panose="02040503050406030204" pitchFamily="18" charset="0"/>
                          </a:rPr>
                          <m:t>1</m:t>
                        </m:r>
                      </m:num>
                      <m:den>
                        <m:r>
                          <a:rPr lang="en-US" noProof="0">
                            <a:latin typeface="Cambria Math" panose="02040503050406030204" pitchFamily="18" charset="0"/>
                          </a:rPr>
                          <m:t>2</m:t>
                        </m:r>
                      </m:den>
                    </m:f>
                    <m:r>
                      <m:rPr>
                        <m:sty m:val="p"/>
                      </m:rPr>
                      <a:rPr lang="en-US" noProof="0">
                        <a:latin typeface="Cambria Math" panose="02040503050406030204" pitchFamily="18" charset="0"/>
                      </a:rPr>
                      <m:t>a</m:t>
                    </m:r>
                    <m:d>
                      <m:dPr>
                        <m:ctrlPr>
                          <a:rPr lang="en-US" noProof="0">
                            <a:latin typeface="Cambria Math" panose="02040503050406030204" pitchFamily="18" charset="0"/>
                          </a:rPr>
                        </m:ctrlPr>
                      </m:dPr>
                      <m:e>
                        <m:r>
                          <m:rPr>
                            <m:sty m:val="p"/>
                          </m:rPr>
                          <a:rPr lang="en-US" noProof="0">
                            <a:latin typeface="Cambria Math" panose="02040503050406030204" pitchFamily="18" charset="0"/>
                          </a:rPr>
                          <m:t>t</m:t>
                        </m:r>
                      </m:e>
                    </m:d>
                    <m:r>
                      <m:rPr>
                        <m:sty m:val="p"/>
                      </m:rPr>
                      <a:rPr lang="en-US" noProof="0">
                        <a:latin typeface="Cambria Math" panose="02040503050406030204" pitchFamily="18" charset="0"/>
                      </a:rPr>
                      <m:t>Δ</m:t>
                    </m:r>
                    <m:sSup>
                      <m:sSupPr>
                        <m:ctrlPr>
                          <a:rPr lang="en-US" noProof="0">
                            <a:latin typeface="Cambria Math" panose="02040503050406030204" pitchFamily="18" charset="0"/>
                          </a:rPr>
                        </m:ctrlPr>
                      </m:sSupPr>
                      <m:e>
                        <m:r>
                          <m:rPr>
                            <m:sty m:val="p"/>
                          </m:rPr>
                          <a:rPr lang="en-US" noProof="0">
                            <a:latin typeface="Cambria Math" panose="02040503050406030204" pitchFamily="18" charset="0"/>
                          </a:rPr>
                          <m:t>t</m:t>
                        </m:r>
                      </m:e>
                      <m:sup>
                        <m:r>
                          <a:rPr lang="en-US" noProof="0">
                            <a:latin typeface="Cambria Math" panose="02040503050406030204" pitchFamily="18" charset="0"/>
                          </a:rPr>
                          <m:t>2</m:t>
                        </m:r>
                      </m:sup>
                    </m:sSup>
                  </m:oMath>
                </a14:m>
                <a:endParaRPr lang="en-US" noProof="0" dirty="0"/>
              </a:p>
              <a:p>
                <a:pPr marL="342900" indent="-342900">
                  <a:buAutoNum type="arabicPeriod"/>
                </a:pPr>
                <a:r>
                  <a:rPr lang="en-US" noProof="0" dirty="0"/>
                  <a:t>Evaluate the new force and acceleration</a:t>
                </a:r>
                <a:br>
                  <a:rPr lang="en-US" noProof="0" dirty="0"/>
                </a:br>
                <a14:m>
                  <m:oMath xmlns:m="http://schemas.openxmlformats.org/officeDocument/2006/math">
                    <m:r>
                      <a:rPr lang="en-US" i="1" noProof="0">
                        <a:latin typeface="Cambria Math" panose="02040503050406030204" pitchFamily="18" charset="0"/>
                      </a:rPr>
                      <m:t>𝑎</m:t>
                    </m:r>
                    <m:d>
                      <m:dPr>
                        <m:ctrlPr>
                          <a:rPr lang="en-US" i="1" noProof="0">
                            <a:latin typeface="Cambria Math" panose="02040503050406030204" pitchFamily="18" charset="0"/>
                          </a:rPr>
                        </m:ctrlPr>
                      </m:dPr>
                      <m:e>
                        <m:r>
                          <a:rPr lang="en-US" i="1" noProof="0">
                            <a:latin typeface="Cambria Math" panose="02040503050406030204" pitchFamily="18" charset="0"/>
                          </a:rPr>
                          <m:t>𝑡</m:t>
                        </m:r>
                        <m:r>
                          <a:rPr lang="en-US" i="1" noProof="0">
                            <a:latin typeface="Cambria Math" panose="02040503050406030204" pitchFamily="18" charset="0"/>
                          </a:rPr>
                          <m:t>+</m:t>
                        </m:r>
                        <m:r>
                          <m:rPr>
                            <m:sty m:val="p"/>
                          </m:rPr>
                          <a:rPr lang="en-US" noProof="0">
                            <a:latin typeface="Cambria Math" panose="02040503050406030204" pitchFamily="18" charset="0"/>
                          </a:rPr>
                          <m:t>Δ</m:t>
                        </m:r>
                        <m:r>
                          <a:rPr lang="en-US" i="1" noProof="0">
                            <a:latin typeface="Cambria Math" panose="02040503050406030204" pitchFamily="18" charset="0"/>
                          </a:rPr>
                          <m:t>𝑡</m:t>
                        </m:r>
                      </m:e>
                    </m:d>
                    <m:r>
                      <a:rPr lang="en-US" i="1" noProof="0">
                        <a:latin typeface="Cambria Math" panose="02040503050406030204" pitchFamily="18" charset="0"/>
                      </a:rPr>
                      <m:t>=</m:t>
                    </m:r>
                    <m:f>
                      <m:fPr>
                        <m:ctrlPr>
                          <a:rPr lang="en-US" i="1" noProof="0">
                            <a:latin typeface="Cambria Math" panose="02040503050406030204" pitchFamily="18" charset="0"/>
                          </a:rPr>
                        </m:ctrlPr>
                      </m:fPr>
                      <m:num>
                        <m:r>
                          <a:rPr lang="en-US" i="1" noProof="0">
                            <a:latin typeface="Cambria Math" panose="02040503050406030204" pitchFamily="18" charset="0"/>
                          </a:rPr>
                          <m:t>1</m:t>
                        </m:r>
                      </m:num>
                      <m:den>
                        <m:r>
                          <a:rPr lang="en-US" i="1" noProof="0">
                            <a:latin typeface="Cambria Math" panose="02040503050406030204" pitchFamily="18" charset="0"/>
                          </a:rPr>
                          <m:t>𝑚</m:t>
                        </m:r>
                      </m:den>
                    </m:f>
                    <m:sSub>
                      <m:sSubPr>
                        <m:ctrlPr>
                          <a:rPr lang="en-US" i="1" noProof="0">
                            <a:latin typeface="Cambria Math" panose="02040503050406030204" pitchFamily="18" charset="0"/>
                          </a:rPr>
                        </m:ctrlPr>
                      </m:sSubPr>
                      <m:e>
                        <m:r>
                          <a:rPr lang="en-US" i="1" noProof="0">
                            <a:latin typeface="Cambria Math" panose="02040503050406030204" pitchFamily="18" charset="0"/>
                          </a:rPr>
                          <m:t>𝐹</m:t>
                        </m:r>
                      </m:e>
                      <m:sub>
                        <m:r>
                          <a:rPr lang="en-US" i="1" noProof="0">
                            <a:latin typeface="Cambria Math" panose="02040503050406030204" pitchFamily="18" charset="0"/>
                          </a:rPr>
                          <m:t>𝑟𝑒𝑠</m:t>
                        </m:r>
                      </m:sub>
                    </m:sSub>
                    <m:d>
                      <m:dPr>
                        <m:ctrlPr>
                          <a:rPr lang="en-US" i="1" noProof="0">
                            <a:latin typeface="Cambria Math" panose="02040503050406030204" pitchFamily="18" charset="0"/>
                          </a:rPr>
                        </m:ctrlPr>
                      </m:dPr>
                      <m:e>
                        <m:r>
                          <a:rPr lang="en-US" i="1" noProof="0">
                            <a:latin typeface="Cambria Math" panose="02040503050406030204" pitchFamily="18" charset="0"/>
                          </a:rPr>
                          <m:t>𝑥</m:t>
                        </m:r>
                        <m:d>
                          <m:dPr>
                            <m:ctrlPr>
                              <a:rPr lang="en-US" i="1" noProof="0">
                                <a:latin typeface="Cambria Math" panose="02040503050406030204" pitchFamily="18" charset="0"/>
                              </a:rPr>
                            </m:ctrlPr>
                          </m:dPr>
                          <m:e>
                            <m:r>
                              <a:rPr lang="en-US" i="1" noProof="0">
                                <a:latin typeface="Cambria Math" panose="02040503050406030204" pitchFamily="18" charset="0"/>
                              </a:rPr>
                              <m:t>𝑡</m:t>
                            </m:r>
                            <m:r>
                              <a:rPr lang="en-US" i="1" noProof="0">
                                <a:latin typeface="Cambria Math" panose="02040503050406030204" pitchFamily="18" charset="0"/>
                              </a:rPr>
                              <m:t>+</m:t>
                            </m:r>
                            <m:r>
                              <m:rPr>
                                <m:sty m:val="p"/>
                              </m:rPr>
                              <a:rPr lang="en-US" noProof="0">
                                <a:latin typeface="Cambria Math" panose="02040503050406030204" pitchFamily="18" charset="0"/>
                              </a:rPr>
                              <m:t>Δ</m:t>
                            </m:r>
                            <m:r>
                              <a:rPr lang="en-US" i="1" noProof="0">
                                <a:latin typeface="Cambria Math" panose="02040503050406030204" pitchFamily="18" charset="0"/>
                              </a:rPr>
                              <m:t>𝑡</m:t>
                            </m:r>
                          </m:e>
                        </m:d>
                      </m:e>
                    </m:d>
                  </m:oMath>
                </a14:m>
                <a:br>
                  <a:rPr lang="en-US" noProof="0" dirty="0"/>
                </a:br>
                <a:r>
                  <a:rPr lang="en-US" noProof="0" dirty="0"/>
                  <a:t>In code, we use the central difference formula on the potential energy to get the force, i.e.:</a:t>
                </a:r>
                <a:br>
                  <a:rPr lang="en-US" noProof="0" dirty="0"/>
                </a:br>
                <a14:m>
                  <m:oMath xmlns:m="http://schemas.openxmlformats.org/officeDocument/2006/math">
                    <m:r>
                      <a:rPr lang="en-US" b="0" i="1" noProof="0" smtClean="0">
                        <a:latin typeface="Cambria Math" panose="02040503050406030204" pitchFamily="18" charset="0"/>
                      </a:rPr>
                      <m:t>𝐹</m:t>
                    </m:r>
                    <m:r>
                      <a:rPr lang="en-US" b="0" i="1" noProof="0" smtClean="0">
                        <a:latin typeface="Cambria Math" panose="02040503050406030204" pitchFamily="18" charset="0"/>
                      </a:rPr>
                      <m:t>(</m:t>
                    </m:r>
                    <m:r>
                      <a:rPr lang="en-US" b="0" i="1" noProof="0" smtClean="0">
                        <a:latin typeface="Cambria Math" panose="02040503050406030204" pitchFamily="18" charset="0"/>
                      </a:rPr>
                      <m:t>𝑥</m:t>
                    </m:r>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𝑑𝑉</m:t>
                        </m:r>
                        <m:r>
                          <a:rPr lang="en-US" b="0" i="1" noProof="0" smtClean="0">
                            <a:latin typeface="Cambria Math" panose="02040503050406030204" pitchFamily="18" charset="0"/>
                          </a:rPr>
                          <m:t>(</m:t>
                        </m:r>
                        <m:r>
                          <a:rPr lang="en-US" b="0" i="1" noProof="0" smtClean="0">
                            <a:latin typeface="Cambria Math" panose="02040503050406030204" pitchFamily="18" charset="0"/>
                          </a:rPr>
                          <m:t>𝑥</m:t>
                        </m:r>
                        <m:r>
                          <a:rPr lang="en-US" b="0" i="1" noProof="0" smtClean="0">
                            <a:latin typeface="Cambria Math" panose="02040503050406030204" pitchFamily="18" charset="0"/>
                          </a:rPr>
                          <m:t>)</m:t>
                        </m:r>
                      </m:num>
                      <m:den>
                        <m:r>
                          <a:rPr lang="en-US" b="0" i="1" noProof="0" smtClean="0">
                            <a:latin typeface="Cambria Math" panose="02040503050406030204" pitchFamily="18" charset="0"/>
                          </a:rPr>
                          <m:t>𝑑𝑥</m:t>
                        </m:r>
                      </m:den>
                    </m:f>
                  </m:oMath>
                </a14:m>
                <a:br>
                  <a:rPr lang="en-US" noProof="0" dirty="0"/>
                </a:br>
                <a:endParaRPr lang="en-US" noProof="0" dirty="0"/>
              </a:p>
              <a:p>
                <a:pPr marL="342900" indent="-342900">
                  <a:buFont typeface="Arial" panose="020B0604020202020204" pitchFamily="34" charset="0"/>
                  <a:buAutoNum type="arabicPeriod"/>
                </a:pPr>
                <a:r>
                  <a:rPr lang="en-US" noProof="0" dirty="0"/>
                  <a:t>Velocity update</a:t>
                </a:r>
                <a:br>
                  <a:rPr lang="en-US" noProof="0" dirty="0"/>
                </a:br>
                <a14:m>
                  <m:oMath xmlns:m="http://schemas.openxmlformats.org/officeDocument/2006/math">
                    <m:r>
                      <a:rPr lang="en-US" i="1" noProof="0">
                        <a:latin typeface="Cambria Math" panose="02040503050406030204" pitchFamily="18" charset="0"/>
                      </a:rPr>
                      <m:t>𝑣</m:t>
                    </m:r>
                    <m:d>
                      <m:dPr>
                        <m:ctrlPr>
                          <a:rPr lang="en-US" i="1" noProof="0">
                            <a:latin typeface="Cambria Math" panose="02040503050406030204" pitchFamily="18" charset="0"/>
                          </a:rPr>
                        </m:ctrlPr>
                      </m:dPr>
                      <m:e>
                        <m:r>
                          <a:rPr lang="en-US" i="1" noProof="0">
                            <a:latin typeface="Cambria Math" panose="02040503050406030204" pitchFamily="18" charset="0"/>
                          </a:rPr>
                          <m:t>𝑡</m:t>
                        </m:r>
                        <m:r>
                          <a:rPr lang="en-US" i="1" noProof="0">
                            <a:latin typeface="Cambria Math" panose="02040503050406030204" pitchFamily="18" charset="0"/>
                          </a:rPr>
                          <m:t>+</m:t>
                        </m:r>
                        <m:r>
                          <m:rPr>
                            <m:sty m:val="p"/>
                          </m:rPr>
                          <a:rPr lang="en-US" noProof="0">
                            <a:latin typeface="Cambria Math" panose="02040503050406030204" pitchFamily="18" charset="0"/>
                          </a:rPr>
                          <m:t>Δ</m:t>
                        </m:r>
                        <m:r>
                          <a:rPr lang="en-US" i="1" noProof="0">
                            <a:latin typeface="Cambria Math" panose="02040503050406030204" pitchFamily="18" charset="0"/>
                          </a:rPr>
                          <m:t>𝑡</m:t>
                        </m:r>
                      </m:e>
                    </m:d>
                    <m:r>
                      <a:rPr lang="en-US" i="1" noProof="0">
                        <a:latin typeface="Cambria Math" panose="02040503050406030204" pitchFamily="18" charset="0"/>
                      </a:rPr>
                      <m:t>=</m:t>
                    </m:r>
                    <m:r>
                      <a:rPr lang="en-US" i="1" noProof="0">
                        <a:latin typeface="Cambria Math" panose="02040503050406030204" pitchFamily="18" charset="0"/>
                      </a:rPr>
                      <m:t>𝑣</m:t>
                    </m:r>
                    <m:d>
                      <m:dPr>
                        <m:ctrlPr>
                          <a:rPr lang="en-US" i="1" noProof="0">
                            <a:latin typeface="Cambria Math" panose="02040503050406030204" pitchFamily="18" charset="0"/>
                          </a:rPr>
                        </m:ctrlPr>
                      </m:dPr>
                      <m:e>
                        <m:r>
                          <a:rPr lang="en-US" i="1" noProof="0">
                            <a:latin typeface="Cambria Math" panose="02040503050406030204" pitchFamily="18" charset="0"/>
                          </a:rPr>
                          <m:t>𝑡</m:t>
                        </m:r>
                      </m:e>
                    </m:d>
                    <m:r>
                      <a:rPr lang="en-US" i="1" noProof="0">
                        <a:latin typeface="Cambria Math" panose="02040503050406030204" pitchFamily="18" charset="0"/>
                      </a:rPr>
                      <m:t>+</m:t>
                    </m:r>
                    <m:f>
                      <m:fPr>
                        <m:ctrlPr>
                          <a:rPr lang="en-US" i="1" noProof="0">
                            <a:latin typeface="Cambria Math" panose="02040503050406030204" pitchFamily="18" charset="0"/>
                          </a:rPr>
                        </m:ctrlPr>
                      </m:fPr>
                      <m:num>
                        <m:r>
                          <a:rPr lang="en-US" i="1" noProof="0">
                            <a:latin typeface="Cambria Math" panose="02040503050406030204" pitchFamily="18" charset="0"/>
                          </a:rPr>
                          <m:t>1</m:t>
                        </m:r>
                      </m:num>
                      <m:den>
                        <m:r>
                          <a:rPr lang="en-US" i="1" noProof="0">
                            <a:latin typeface="Cambria Math" panose="02040503050406030204" pitchFamily="18" charset="0"/>
                          </a:rPr>
                          <m:t>2</m:t>
                        </m:r>
                      </m:den>
                    </m:f>
                    <m:d>
                      <m:dPr>
                        <m:begChr m:val="["/>
                        <m:endChr m:val="]"/>
                        <m:ctrlPr>
                          <a:rPr lang="en-US" i="1" noProof="0">
                            <a:latin typeface="Cambria Math" panose="02040503050406030204" pitchFamily="18" charset="0"/>
                          </a:rPr>
                        </m:ctrlPr>
                      </m:dPr>
                      <m:e>
                        <m:r>
                          <a:rPr lang="en-US" i="1" noProof="0">
                            <a:latin typeface="Cambria Math" panose="02040503050406030204" pitchFamily="18" charset="0"/>
                          </a:rPr>
                          <m:t>𝑎</m:t>
                        </m:r>
                        <m:d>
                          <m:dPr>
                            <m:ctrlPr>
                              <a:rPr lang="en-US" i="1" noProof="0">
                                <a:latin typeface="Cambria Math" panose="02040503050406030204" pitchFamily="18" charset="0"/>
                              </a:rPr>
                            </m:ctrlPr>
                          </m:dPr>
                          <m:e>
                            <m:r>
                              <a:rPr lang="en-US" i="1" noProof="0">
                                <a:latin typeface="Cambria Math" panose="02040503050406030204" pitchFamily="18" charset="0"/>
                              </a:rPr>
                              <m:t>𝑡</m:t>
                            </m:r>
                          </m:e>
                        </m:d>
                        <m:r>
                          <a:rPr lang="en-US" i="1" noProof="0">
                            <a:latin typeface="Cambria Math" panose="02040503050406030204" pitchFamily="18" charset="0"/>
                          </a:rPr>
                          <m:t>+</m:t>
                        </m:r>
                        <m:r>
                          <a:rPr lang="en-US" i="1" noProof="0">
                            <a:latin typeface="Cambria Math" panose="02040503050406030204" pitchFamily="18" charset="0"/>
                          </a:rPr>
                          <m:t>𝑎</m:t>
                        </m:r>
                        <m:d>
                          <m:dPr>
                            <m:ctrlPr>
                              <a:rPr lang="en-US" i="1" noProof="0">
                                <a:latin typeface="Cambria Math" panose="02040503050406030204" pitchFamily="18" charset="0"/>
                              </a:rPr>
                            </m:ctrlPr>
                          </m:dPr>
                          <m:e>
                            <m:r>
                              <a:rPr lang="en-US" i="1" noProof="0">
                                <a:latin typeface="Cambria Math" panose="02040503050406030204" pitchFamily="18" charset="0"/>
                              </a:rPr>
                              <m:t>𝑡</m:t>
                            </m:r>
                            <m:r>
                              <a:rPr lang="en-US" i="1" noProof="0">
                                <a:latin typeface="Cambria Math" panose="02040503050406030204" pitchFamily="18" charset="0"/>
                              </a:rPr>
                              <m:t>+</m:t>
                            </m:r>
                            <m:r>
                              <m:rPr>
                                <m:sty m:val="p"/>
                              </m:rPr>
                              <a:rPr lang="en-US" noProof="0">
                                <a:latin typeface="Cambria Math" panose="02040503050406030204" pitchFamily="18" charset="0"/>
                              </a:rPr>
                              <m:t>Δ</m:t>
                            </m:r>
                            <m:r>
                              <a:rPr lang="en-US" i="1" noProof="0">
                                <a:latin typeface="Cambria Math" panose="02040503050406030204" pitchFamily="18" charset="0"/>
                              </a:rPr>
                              <m:t>𝑡</m:t>
                            </m:r>
                          </m:e>
                        </m:d>
                      </m:e>
                    </m:d>
                    <m:r>
                      <m:rPr>
                        <m:sty m:val="p"/>
                      </m:rPr>
                      <a:rPr lang="en-US" noProof="0">
                        <a:latin typeface="Cambria Math" panose="02040503050406030204" pitchFamily="18" charset="0"/>
                      </a:rPr>
                      <m:t>Δ</m:t>
                    </m:r>
                    <m:r>
                      <a:rPr lang="en-US" i="1" noProof="0">
                        <a:latin typeface="Cambria Math" panose="02040503050406030204" pitchFamily="18" charset="0"/>
                      </a:rPr>
                      <m:t>𝑡</m:t>
                    </m:r>
                  </m:oMath>
                </a14:m>
                <a:endParaRPr lang="en-US" noProof="0" dirty="0"/>
              </a:p>
              <a:p>
                <a:r>
                  <a:rPr lang="en-US" noProof="0" dirty="0"/>
                  <a:t>In python, we can save each step taken to see how the system moves. For instance, a spring (harmonic oscillator in 1D) with a constant energy.</a:t>
                </a:r>
              </a:p>
              <a:p>
                <a:endParaRPr lang="en-US" b="0" noProof="0" dirty="0"/>
              </a:p>
              <a:p>
                <a:endParaRPr lang="en-US" noProof="0" dirty="0"/>
              </a:p>
            </p:txBody>
          </p:sp>
        </mc:Choice>
        <mc:Fallback xmlns="">
          <p:sp>
            <p:nvSpPr>
              <p:cNvPr id="4" name="Pladsholder til tekst 3">
                <a:extLst>
                  <a:ext uri="{FF2B5EF4-FFF2-40B4-BE49-F238E27FC236}">
                    <a16:creationId xmlns:a16="http://schemas.microsoft.com/office/drawing/2014/main" id="{B4490187-67DB-8420-4B93-9D941831FAAC}"/>
                  </a:ext>
                </a:extLst>
              </p:cNvPr>
              <p:cNvSpPr>
                <a:spLocks noGrp="1" noRot="1" noChangeAspect="1" noMove="1" noResize="1" noEditPoints="1" noAdjustHandles="1" noChangeArrowheads="1" noChangeShapeType="1" noTextEdit="1"/>
              </p:cNvSpPr>
              <p:nvPr>
                <p:ph type="body" sz="half" idx="2"/>
              </p:nvPr>
            </p:nvSpPr>
            <p:spPr>
              <a:xfrm>
                <a:off x="839788" y="2057399"/>
                <a:ext cx="4712786" cy="4534989"/>
              </a:xfrm>
              <a:blipFill>
                <a:blip r:embed="rId2"/>
                <a:stretch>
                  <a:fillRect l="-776" t="-806" r="-517"/>
                </a:stretch>
              </a:blipFill>
            </p:spPr>
            <p:txBody>
              <a:bodyPr/>
              <a:lstStyle/>
              <a:p>
                <a:r>
                  <a:rPr lang="da-DK">
                    <a:noFill/>
                  </a:rPr>
                  <a:t> </a:t>
                </a:r>
              </a:p>
            </p:txBody>
          </p:sp>
        </mc:Fallback>
      </mc:AlternateContent>
      <p:pic>
        <p:nvPicPr>
          <p:cNvPr id="5" name="Billede 4">
            <a:extLst>
              <a:ext uri="{FF2B5EF4-FFF2-40B4-BE49-F238E27FC236}">
                <a16:creationId xmlns:a16="http://schemas.microsoft.com/office/drawing/2014/main" id="{CF46B6AD-099D-C815-1E65-DB123E62ABB6}"/>
              </a:ext>
            </a:extLst>
          </p:cNvPr>
          <p:cNvPicPr>
            <a:picLocks noChangeAspect="1"/>
          </p:cNvPicPr>
          <p:nvPr/>
        </p:nvPicPr>
        <p:blipFill>
          <a:blip r:embed="rId3"/>
          <a:stretch>
            <a:fillRect/>
          </a:stretch>
        </p:blipFill>
        <p:spPr>
          <a:xfrm>
            <a:off x="6761348" y="265613"/>
            <a:ext cx="4408710" cy="3391989"/>
          </a:xfrm>
          <a:prstGeom prst="rect">
            <a:avLst/>
          </a:prstGeom>
        </p:spPr>
      </p:pic>
      <p:pic>
        <p:nvPicPr>
          <p:cNvPr id="9" name="Billede 8">
            <a:extLst>
              <a:ext uri="{FF2B5EF4-FFF2-40B4-BE49-F238E27FC236}">
                <a16:creationId xmlns:a16="http://schemas.microsoft.com/office/drawing/2014/main" id="{BF40A1C1-97E3-06BB-C30E-EC41969C63F6}"/>
              </a:ext>
            </a:extLst>
          </p:cNvPr>
          <p:cNvPicPr>
            <a:picLocks noChangeAspect="1"/>
          </p:cNvPicPr>
          <p:nvPr/>
        </p:nvPicPr>
        <p:blipFill>
          <a:blip r:embed="rId4"/>
          <a:stretch>
            <a:fillRect/>
          </a:stretch>
        </p:blipFill>
        <p:spPr>
          <a:xfrm>
            <a:off x="6096000" y="3834328"/>
            <a:ext cx="5361350" cy="2851298"/>
          </a:xfrm>
          <a:prstGeom prst="rect">
            <a:avLst/>
          </a:prstGeom>
        </p:spPr>
      </p:pic>
    </p:spTree>
    <p:extLst>
      <p:ext uri="{BB962C8B-B14F-4D97-AF65-F5344CB8AC3E}">
        <p14:creationId xmlns:p14="http://schemas.microsoft.com/office/powerpoint/2010/main" val="3669328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DC480-18D0-53C9-817D-5C788582F8C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77E2D7A-C71D-24A2-9CA2-7C7CFB0308D7}"/>
              </a:ext>
            </a:extLst>
          </p:cNvPr>
          <p:cNvSpPr>
            <a:spLocks noGrp="1"/>
          </p:cNvSpPr>
          <p:nvPr>
            <p:ph type="title"/>
          </p:nvPr>
        </p:nvSpPr>
        <p:spPr>
          <a:xfrm>
            <a:off x="839788" y="457200"/>
            <a:ext cx="3932237" cy="986589"/>
          </a:xfrm>
        </p:spPr>
        <p:txBody>
          <a:bodyPr/>
          <a:lstStyle/>
          <a:p>
            <a:r>
              <a:rPr lang="en-US" noProof="0" dirty="0"/>
              <a:t>Thermostat</a:t>
            </a:r>
          </a:p>
        </p:txBody>
      </p:sp>
      <mc:AlternateContent xmlns:mc="http://schemas.openxmlformats.org/markup-compatibility/2006" xmlns:a14="http://schemas.microsoft.com/office/drawing/2010/main">
        <mc:Choice Requires="a14">
          <p:sp>
            <p:nvSpPr>
              <p:cNvPr id="4" name="Pladsholder til tekst 3">
                <a:extLst>
                  <a:ext uri="{FF2B5EF4-FFF2-40B4-BE49-F238E27FC236}">
                    <a16:creationId xmlns:a16="http://schemas.microsoft.com/office/drawing/2014/main" id="{D22A3FA4-49A9-2CC8-8445-697CE7B9E101}"/>
                  </a:ext>
                </a:extLst>
              </p:cNvPr>
              <p:cNvSpPr>
                <a:spLocks noGrp="1"/>
              </p:cNvSpPr>
              <p:nvPr>
                <p:ph type="body" sz="half" idx="2"/>
              </p:nvPr>
            </p:nvSpPr>
            <p:spPr>
              <a:xfrm>
                <a:off x="839788" y="2057399"/>
                <a:ext cx="4712786" cy="4534989"/>
              </a:xfrm>
            </p:spPr>
            <p:txBody>
              <a:bodyPr>
                <a:normAutofit/>
              </a:bodyPr>
              <a:lstStyle/>
              <a:p>
                <a:pPr marL="342900" indent="-342900">
                  <a:buAutoNum type="arabicPeriod"/>
                </a:pPr>
                <a:r>
                  <a:rPr lang="en-US" b="0" noProof="0" dirty="0"/>
                  <a:t>For every atom </a:t>
                </a:r>
                <a:r>
                  <a:rPr lang="en-US" b="0" i="1" noProof="0" dirty="0" err="1"/>
                  <a:t>i</a:t>
                </a:r>
                <a:r>
                  <a:rPr lang="en-US" b="0" noProof="0" dirty="0"/>
                  <a:t> and direction </a:t>
                </a:r>
                <a14:m>
                  <m:oMath xmlns:m="http://schemas.openxmlformats.org/officeDocument/2006/math">
                    <m:r>
                      <a:rPr lang="en-US" b="0" i="1" noProof="0" smtClean="0">
                        <a:latin typeface="Cambria Math" panose="02040503050406030204" pitchFamily="18" charset="0"/>
                      </a:rPr>
                      <m:t>𝜇</m:t>
                    </m:r>
                    <m:r>
                      <a:rPr lang="en-US" b="0" i="1" noProof="0" smtClean="0">
                        <a:latin typeface="Cambria Math" panose="02040503050406030204" pitchFamily="18" charset="0"/>
                      </a:rPr>
                      <m:t>∈</m:t>
                    </m:r>
                    <m:d>
                      <m:dPr>
                        <m:begChr m:val="{"/>
                        <m:endChr m:val="}"/>
                        <m:ctrlPr>
                          <a:rPr lang="en-US" b="0" i="1" noProof="0" smtClean="0">
                            <a:latin typeface="Cambria Math" panose="02040503050406030204" pitchFamily="18" charset="0"/>
                          </a:rPr>
                        </m:ctrlPr>
                      </m:dPr>
                      <m:e>
                        <m:r>
                          <a:rPr lang="en-US" b="0" i="1" noProof="0" smtClean="0">
                            <a:latin typeface="Cambria Math" panose="02040503050406030204" pitchFamily="18" charset="0"/>
                          </a:rPr>
                          <m:t>𝑥</m:t>
                        </m:r>
                        <m:r>
                          <a:rPr lang="en-US" b="0" i="1" noProof="0" smtClean="0">
                            <a:latin typeface="Cambria Math" panose="02040503050406030204" pitchFamily="18" charset="0"/>
                          </a:rPr>
                          <m:t>,</m:t>
                        </m:r>
                        <m:r>
                          <a:rPr lang="en-US" b="0" i="1" noProof="0" smtClean="0">
                            <a:latin typeface="Cambria Math" panose="02040503050406030204" pitchFamily="18" charset="0"/>
                          </a:rPr>
                          <m:t>𝑦</m:t>
                        </m:r>
                        <m:r>
                          <a:rPr lang="en-US" b="0" i="1" noProof="0" smtClean="0">
                            <a:latin typeface="Cambria Math" panose="02040503050406030204" pitchFamily="18" charset="0"/>
                          </a:rPr>
                          <m:t>,</m:t>
                        </m:r>
                        <m:r>
                          <a:rPr lang="en-US" b="0" i="1" noProof="0" smtClean="0">
                            <a:latin typeface="Cambria Math" panose="02040503050406030204" pitchFamily="18" charset="0"/>
                          </a:rPr>
                          <m:t>𝑧</m:t>
                        </m:r>
                      </m:e>
                    </m:d>
                  </m:oMath>
                </a14:m>
                <a:r>
                  <a:rPr lang="en-US" b="0" noProof="0" dirty="0"/>
                  <a:t> draw </a:t>
                </a:r>
                <a14:m>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𝑣</m:t>
                        </m:r>
                      </m:e>
                      <m:sub>
                        <m:r>
                          <a:rPr lang="en-US" b="0" i="1" noProof="0" smtClean="0">
                            <a:latin typeface="Cambria Math" panose="02040503050406030204" pitchFamily="18" charset="0"/>
                          </a:rPr>
                          <m:t>𝑖</m:t>
                        </m:r>
                        <m:r>
                          <a:rPr lang="en-US" b="0" i="1" noProof="0" smtClean="0">
                            <a:latin typeface="Cambria Math" panose="02040503050406030204" pitchFamily="18" charset="0"/>
                          </a:rPr>
                          <m:t>,</m:t>
                        </m:r>
                        <m:r>
                          <a:rPr lang="en-US" b="0" i="1" noProof="0" smtClean="0">
                            <a:latin typeface="Cambria Math" panose="02040503050406030204" pitchFamily="18" charset="0"/>
                          </a:rPr>
                          <m:t>𝜇</m:t>
                        </m:r>
                      </m:sub>
                    </m:sSub>
                  </m:oMath>
                </a14:m>
                <a:r>
                  <a:rPr lang="en-US" b="0" noProof="0" dirty="0"/>
                  <a:t> from a normal distribution with </a:t>
                </a:r>
                <a14:m>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𝜎</m:t>
                        </m:r>
                      </m:e>
                      <m:sub>
                        <m:r>
                          <a:rPr lang="en-US" b="0" i="1" noProof="0" smtClean="0">
                            <a:latin typeface="Cambria Math" panose="02040503050406030204" pitchFamily="18" charset="0"/>
                          </a:rPr>
                          <m:t>𝑖</m:t>
                        </m:r>
                      </m:sub>
                    </m:sSub>
                    <m:r>
                      <a:rPr lang="en-US" b="0" i="1" noProof="0" smtClean="0">
                        <a:latin typeface="Cambria Math" panose="02040503050406030204" pitchFamily="18" charset="0"/>
                      </a:rPr>
                      <m:t>=1</m:t>
                    </m:r>
                  </m:oMath>
                </a14:m>
                <a:endParaRPr lang="en-US" b="0" noProof="0" dirty="0"/>
              </a:p>
              <a:p>
                <a:pPr marL="342900" indent="-342900">
                  <a:buAutoNum type="arabicPeriod"/>
                </a:pPr>
                <a:r>
                  <a:rPr lang="en-US" noProof="0" dirty="0"/>
                  <a:t>Account for the particle mass by rescaling:</a:t>
                </a:r>
                <a:br>
                  <a:rPr lang="en-US" noProof="0" dirty="0"/>
                </a:br>
                <a14:m>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𝑣</m:t>
                        </m:r>
                      </m:e>
                      <m:sub>
                        <m:r>
                          <a:rPr lang="en-US" b="0" i="1" noProof="0" smtClean="0">
                            <a:latin typeface="Cambria Math" panose="02040503050406030204" pitchFamily="18" charset="0"/>
                          </a:rPr>
                          <m:t>𝑖</m:t>
                        </m:r>
                        <m:r>
                          <a:rPr lang="en-US" b="0" i="1" noProof="0" smtClean="0">
                            <a:latin typeface="Cambria Math" panose="02040503050406030204" pitchFamily="18" charset="0"/>
                          </a:rPr>
                          <m:t>,</m:t>
                        </m:r>
                        <m:r>
                          <a:rPr lang="en-US" b="0" i="1" noProof="0" smtClean="0">
                            <a:latin typeface="Cambria Math" panose="02040503050406030204" pitchFamily="18" charset="0"/>
                          </a:rPr>
                          <m:t>𝜇</m:t>
                        </m:r>
                      </m:sub>
                    </m:sSub>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1</m:t>
                        </m:r>
                      </m:num>
                      <m:den>
                        <m:sSub>
                          <m:sSubPr>
                            <m:ctrlPr>
                              <a:rPr lang="en-US" b="0" i="1" noProof="0" smtClean="0">
                                <a:latin typeface="Cambria Math" panose="02040503050406030204" pitchFamily="18" charset="0"/>
                              </a:rPr>
                            </m:ctrlPr>
                          </m:sSubPr>
                          <m:e>
                            <m:rad>
                              <m:radPr>
                                <m:degHide m:val="on"/>
                                <m:ctrlPr>
                                  <a:rPr lang="en-US" b="0" i="1" noProof="0" smtClean="0">
                                    <a:latin typeface="Cambria Math" panose="02040503050406030204" pitchFamily="18" charset="0"/>
                                  </a:rPr>
                                </m:ctrlPr>
                              </m:radPr>
                              <m:deg/>
                              <m:e>
                                <m:r>
                                  <a:rPr lang="en-US" b="0" i="1" noProof="0" smtClean="0">
                                    <a:latin typeface="Cambria Math" panose="02040503050406030204" pitchFamily="18" charset="0"/>
                                  </a:rPr>
                                  <m:t>𝑚</m:t>
                                </m:r>
                              </m:e>
                            </m:rad>
                          </m:e>
                          <m:sub>
                            <m:r>
                              <a:rPr lang="en-US" b="0" i="1" noProof="0" smtClean="0">
                                <a:latin typeface="Cambria Math" panose="02040503050406030204" pitchFamily="18" charset="0"/>
                              </a:rPr>
                              <m:t>𝑖</m:t>
                            </m:r>
                          </m:sub>
                        </m:sSub>
                      </m:den>
                    </m:f>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𝑣</m:t>
                        </m:r>
                      </m:e>
                      <m:sub>
                        <m:r>
                          <a:rPr lang="en-US" b="0" i="1" noProof="0" smtClean="0">
                            <a:latin typeface="Cambria Math" panose="02040503050406030204" pitchFamily="18" charset="0"/>
                          </a:rPr>
                          <m:t>𝑖</m:t>
                        </m:r>
                        <m:r>
                          <a:rPr lang="en-US" b="0" i="1" noProof="0" smtClean="0">
                            <a:latin typeface="Cambria Math" panose="02040503050406030204" pitchFamily="18" charset="0"/>
                          </a:rPr>
                          <m:t>,</m:t>
                        </m:r>
                        <m:r>
                          <a:rPr lang="en-US" b="0" i="1" noProof="0" smtClean="0">
                            <a:latin typeface="Cambria Math" panose="02040503050406030204" pitchFamily="18" charset="0"/>
                          </a:rPr>
                          <m:t>𝜇</m:t>
                        </m:r>
                      </m:sub>
                    </m:sSub>
                  </m:oMath>
                </a14:m>
                <a:endParaRPr lang="en-US" b="0" noProof="0" dirty="0"/>
              </a:p>
              <a:p>
                <a:pPr marL="342900" indent="-342900">
                  <a:buAutoNum type="arabicPeriod"/>
                </a:pPr>
                <a:r>
                  <a:rPr lang="en-US" noProof="0" dirty="0"/>
                  <a:t>If zero total momentum is required, remove the center-of-mass velocity</a:t>
                </a:r>
                <a:br>
                  <a:rPr lang="en-US" noProof="0" dirty="0"/>
                </a:br>
                <a14:m>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𝑣</m:t>
                        </m:r>
                      </m:e>
                      <m:sub>
                        <m:r>
                          <a:rPr lang="en-US" b="0" i="1" noProof="0" smtClean="0">
                            <a:latin typeface="Cambria Math" panose="02040503050406030204" pitchFamily="18" charset="0"/>
                          </a:rPr>
                          <m:t>𝑖</m:t>
                        </m:r>
                        <m:r>
                          <a:rPr lang="en-US" b="0" i="1" noProof="0" smtClean="0">
                            <a:latin typeface="Cambria Math" panose="02040503050406030204" pitchFamily="18" charset="0"/>
                          </a:rPr>
                          <m:t>,</m:t>
                        </m:r>
                        <m:r>
                          <a:rPr lang="en-US" b="0" i="1" noProof="0" smtClean="0">
                            <a:latin typeface="Cambria Math" panose="02040503050406030204" pitchFamily="18" charset="0"/>
                          </a:rPr>
                          <m:t>𝜇</m:t>
                        </m:r>
                      </m:sub>
                    </m:sSub>
                    <m:r>
                      <a:rPr lang="en-US" b="0" i="1" noProof="0" smtClean="0">
                        <a:latin typeface="Cambria Math" panose="02040503050406030204" pitchFamily="18" charset="0"/>
                      </a:rPr>
                      <m:t>→</m:t>
                    </m:r>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𝑣</m:t>
                        </m:r>
                      </m:e>
                      <m:sub>
                        <m:r>
                          <a:rPr lang="en-US" b="0" i="1" noProof="0" smtClean="0">
                            <a:latin typeface="Cambria Math" panose="02040503050406030204" pitchFamily="18" charset="0"/>
                          </a:rPr>
                          <m:t>𝑖</m:t>
                        </m:r>
                        <m:r>
                          <a:rPr lang="en-US" b="0" i="1" noProof="0" smtClean="0">
                            <a:latin typeface="Cambria Math" panose="02040503050406030204" pitchFamily="18" charset="0"/>
                          </a:rPr>
                          <m:t>,</m:t>
                        </m:r>
                        <m:r>
                          <a:rPr lang="en-US" b="0" i="1" noProof="0" smtClean="0">
                            <a:latin typeface="Cambria Math" panose="02040503050406030204" pitchFamily="18" charset="0"/>
                          </a:rPr>
                          <m:t>𝜇</m:t>
                        </m:r>
                      </m:sub>
                    </m:sSub>
                    <m:f>
                      <m:fPr>
                        <m:ctrlPr>
                          <a:rPr lang="en-US" b="0" i="1" noProof="0" smtClean="0">
                            <a:latin typeface="Cambria Math" panose="02040503050406030204" pitchFamily="18" charset="0"/>
                          </a:rPr>
                        </m:ctrlPr>
                      </m:fPr>
                      <m:num>
                        <m:nary>
                          <m:naryPr>
                            <m:chr m:val="∑"/>
                            <m:supHide m:val="on"/>
                            <m:ctrlPr>
                              <a:rPr lang="en-US" b="0" i="1" noProof="0" smtClean="0">
                                <a:latin typeface="Cambria Math" panose="02040503050406030204" pitchFamily="18" charset="0"/>
                              </a:rPr>
                            </m:ctrlPr>
                          </m:naryPr>
                          <m:sub>
                            <m:r>
                              <a:rPr lang="en-US" b="0" i="1" noProof="0" smtClean="0">
                                <a:latin typeface="Cambria Math" panose="02040503050406030204" pitchFamily="18" charset="0"/>
                              </a:rPr>
                              <m:t>𝑖</m:t>
                            </m:r>
                          </m:sub>
                          <m:sup/>
                          <m:e>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𝑖</m:t>
                                </m:r>
                              </m:sub>
                            </m:sSub>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𝑣</m:t>
                                </m:r>
                              </m:e>
                              <m:sub>
                                <m:r>
                                  <a:rPr lang="en-US" b="0" i="1" noProof="0" smtClean="0">
                                    <a:latin typeface="Cambria Math" panose="02040503050406030204" pitchFamily="18" charset="0"/>
                                  </a:rPr>
                                  <m:t>𝑖</m:t>
                                </m:r>
                                <m:r>
                                  <a:rPr lang="en-US" b="0" i="1" noProof="0" smtClean="0">
                                    <a:latin typeface="Cambria Math" panose="02040503050406030204" pitchFamily="18" charset="0"/>
                                  </a:rPr>
                                  <m:t>,</m:t>
                                </m:r>
                                <m:r>
                                  <a:rPr lang="en-US" b="0" i="1" noProof="0" smtClean="0">
                                    <a:latin typeface="Cambria Math" panose="02040503050406030204" pitchFamily="18" charset="0"/>
                                  </a:rPr>
                                  <m:t>𝜇</m:t>
                                </m:r>
                              </m:sub>
                            </m:sSub>
                          </m:e>
                        </m:nary>
                      </m:num>
                      <m:den>
                        <m:nary>
                          <m:naryPr>
                            <m:chr m:val="∑"/>
                            <m:supHide m:val="on"/>
                            <m:ctrlPr>
                              <a:rPr lang="en-US" b="0" i="1" noProof="0" smtClean="0">
                                <a:latin typeface="Cambria Math" panose="02040503050406030204" pitchFamily="18" charset="0"/>
                              </a:rPr>
                            </m:ctrlPr>
                          </m:naryPr>
                          <m:sub>
                            <m:r>
                              <a:rPr lang="en-US" b="0" i="1" noProof="0" smtClean="0">
                                <a:latin typeface="Cambria Math" panose="02040503050406030204" pitchFamily="18" charset="0"/>
                              </a:rPr>
                              <m:t>𝑖</m:t>
                            </m:r>
                          </m:sub>
                          <m:sup/>
                          <m:e>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𝑖</m:t>
                                </m:r>
                              </m:sub>
                            </m:sSub>
                          </m:e>
                        </m:nary>
                      </m:den>
                    </m:f>
                  </m:oMath>
                </a14:m>
                <a:endParaRPr lang="en-US" b="0" noProof="0" dirty="0"/>
              </a:p>
              <a:p>
                <a:pPr marL="342900" indent="-342900">
                  <a:buAutoNum type="arabicPeriod"/>
                </a:pPr>
                <a:r>
                  <a:rPr lang="en-US" noProof="0" dirty="0"/>
                  <a:t>Rescale to get desired kinetic energy</a:t>
                </a:r>
                <a:br>
                  <a:rPr lang="en-US" noProof="0" dirty="0"/>
                </a:br>
                <a14:m>
                  <m:oMath xmlns:m="http://schemas.openxmlformats.org/officeDocument/2006/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𝑣</m:t>
                        </m:r>
                      </m:e>
                      <m:sub>
                        <m:r>
                          <a:rPr lang="en-US" b="0" i="1" noProof="0" smtClean="0">
                            <a:latin typeface="Cambria Math" panose="02040503050406030204" pitchFamily="18" charset="0"/>
                          </a:rPr>
                          <m:t>𝑖</m:t>
                        </m:r>
                        <m:r>
                          <a:rPr lang="en-US" b="0" i="1" noProof="0" smtClean="0">
                            <a:latin typeface="Cambria Math" panose="02040503050406030204" pitchFamily="18" charset="0"/>
                          </a:rPr>
                          <m:t>,</m:t>
                        </m:r>
                        <m:r>
                          <a:rPr lang="en-US" b="0" i="1" noProof="0" smtClean="0">
                            <a:latin typeface="Cambria Math" panose="02040503050406030204" pitchFamily="18" charset="0"/>
                          </a:rPr>
                          <m:t>𝜇</m:t>
                        </m:r>
                      </m:sub>
                    </m:sSub>
                    <m:r>
                      <a:rPr lang="en-US" b="0" i="1" noProof="0" smtClean="0">
                        <a:latin typeface="Cambria Math" panose="02040503050406030204" pitchFamily="18" charset="0"/>
                      </a:rPr>
                      <m:t>→</m:t>
                    </m:r>
                    <m:rad>
                      <m:radPr>
                        <m:degHide m:val="on"/>
                        <m:ctrlPr>
                          <a:rPr lang="en-US" b="0" i="1" noProof="0" smtClean="0">
                            <a:latin typeface="Cambria Math" panose="02040503050406030204" pitchFamily="18" charset="0"/>
                          </a:rPr>
                        </m:ctrlPr>
                      </m:radPr>
                      <m:deg/>
                      <m:e>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𝑓</m:t>
                            </m:r>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𝑘</m:t>
                                </m:r>
                              </m:e>
                              <m:sub>
                                <m:r>
                                  <a:rPr lang="en-US" b="0" i="1" noProof="0" smtClean="0">
                                    <a:latin typeface="Cambria Math" panose="02040503050406030204" pitchFamily="18" charset="0"/>
                                  </a:rPr>
                                  <m:t>𝑏</m:t>
                                </m:r>
                              </m:sub>
                            </m:sSub>
                            <m:r>
                              <a:rPr lang="en-US" b="0" i="1" noProof="0" smtClean="0">
                                <a:latin typeface="Cambria Math" panose="02040503050406030204" pitchFamily="18" charset="0"/>
                              </a:rPr>
                              <m:t>𝑇</m:t>
                            </m:r>
                          </m:num>
                          <m:den>
                            <m:nary>
                              <m:naryPr>
                                <m:chr m:val="∑"/>
                                <m:supHide m:val="on"/>
                                <m:ctrlPr>
                                  <a:rPr lang="en-US" b="0" i="1" noProof="0" smtClean="0">
                                    <a:latin typeface="Cambria Math" panose="02040503050406030204" pitchFamily="18" charset="0"/>
                                  </a:rPr>
                                </m:ctrlPr>
                              </m:naryPr>
                              <m:sub>
                                <m:r>
                                  <a:rPr lang="en-US" b="0" i="1" noProof="0" smtClean="0">
                                    <a:latin typeface="Cambria Math" panose="02040503050406030204" pitchFamily="18" charset="0"/>
                                  </a:rPr>
                                  <m:t>𝑗</m:t>
                                </m:r>
                                <m:r>
                                  <a:rPr lang="en-US" b="0" i="1" noProof="0" smtClean="0">
                                    <a:latin typeface="Cambria Math" panose="02040503050406030204" pitchFamily="18" charset="0"/>
                                  </a:rPr>
                                  <m:t>,</m:t>
                                </m:r>
                                <m:r>
                                  <a:rPr lang="en-US" b="0" i="1" noProof="0" smtClean="0">
                                    <a:latin typeface="Cambria Math" panose="02040503050406030204" pitchFamily="18" charset="0"/>
                                  </a:rPr>
                                  <m:t>𝑣</m:t>
                                </m:r>
                              </m:sub>
                              <m:sup/>
                              <m:e>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𝑚</m:t>
                                    </m:r>
                                  </m:e>
                                  <m:sub>
                                    <m:r>
                                      <a:rPr lang="en-US" b="0" i="1" noProof="0" smtClean="0">
                                        <a:latin typeface="Cambria Math" panose="02040503050406030204" pitchFamily="18" charset="0"/>
                                      </a:rPr>
                                      <m:t>𝑗</m:t>
                                    </m:r>
                                  </m:sub>
                                </m:sSub>
                                <m:sSubSup>
                                  <m:sSubSupPr>
                                    <m:ctrlPr>
                                      <a:rPr lang="en-US" b="0" i="1" noProof="0" smtClean="0">
                                        <a:latin typeface="Cambria Math" panose="02040503050406030204" pitchFamily="18" charset="0"/>
                                      </a:rPr>
                                    </m:ctrlPr>
                                  </m:sSubSupPr>
                                  <m:e>
                                    <m:r>
                                      <a:rPr lang="en-US" b="0" i="1" noProof="0" smtClean="0">
                                        <a:latin typeface="Cambria Math" panose="02040503050406030204" pitchFamily="18" charset="0"/>
                                      </a:rPr>
                                      <m:t>𝑣</m:t>
                                    </m:r>
                                  </m:e>
                                  <m:sub>
                                    <m:r>
                                      <a:rPr lang="en-US" b="0" i="1" noProof="0" smtClean="0">
                                        <a:latin typeface="Cambria Math" panose="02040503050406030204" pitchFamily="18" charset="0"/>
                                      </a:rPr>
                                      <m:t>𝑗</m:t>
                                    </m:r>
                                    <m:r>
                                      <a:rPr lang="en-US" b="0" i="1" noProof="0" smtClean="0">
                                        <a:latin typeface="Cambria Math" panose="02040503050406030204" pitchFamily="18" charset="0"/>
                                      </a:rPr>
                                      <m:t>,</m:t>
                                    </m:r>
                                    <m:r>
                                      <a:rPr lang="en-US" b="0" i="1" noProof="0" smtClean="0">
                                        <a:latin typeface="Cambria Math" panose="02040503050406030204" pitchFamily="18" charset="0"/>
                                      </a:rPr>
                                      <m:t>𝜇</m:t>
                                    </m:r>
                                  </m:sub>
                                  <m:sup>
                                    <m:r>
                                      <a:rPr lang="en-US" b="0" i="1" noProof="0" smtClean="0">
                                        <a:latin typeface="Cambria Math" panose="02040503050406030204" pitchFamily="18" charset="0"/>
                                      </a:rPr>
                                      <m:t>2</m:t>
                                    </m:r>
                                  </m:sup>
                                </m:sSubSup>
                              </m:e>
                            </m:nary>
                          </m:den>
                        </m:f>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𝑣</m:t>
                            </m:r>
                          </m:e>
                          <m:sub>
                            <m:r>
                              <a:rPr lang="en-US" b="0" i="1" noProof="0" smtClean="0">
                                <a:latin typeface="Cambria Math" panose="02040503050406030204" pitchFamily="18" charset="0"/>
                              </a:rPr>
                              <m:t>𝑖</m:t>
                            </m:r>
                            <m:r>
                              <a:rPr lang="en-US" b="0" i="1" noProof="0" smtClean="0">
                                <a:latin typeface="Cambria Math" panose="02040503050406030204" pitchFamily="18" charset="0"/>
                              </a:rPr>
                              <m:t>,</m:t>
                            </m:r>
                            <m:r>
                              <a:rPr lang="en-US" b="0" i="1" noProof="0" smtClean="0">
                                <a:latin typeface="Cambria Math" panose="02040503050406030204" pitchFamily="18" charset="0"/>
                              </a:rPr>
                              <m:t>𝜇</m:t>
                            </m:r>
                          </m:sub>
                        </m:sSub>
                      </m:e>
                    </m:rad>
                  </m:oMath>
                </a14:m>
                <a:br>
                  <a:rPr lang="en-US" b="0" noProof="0" dirty="0"/>
                </a:br>
                <a:r>
                  <a:rPr lang="en-US" b="0" noProof="0" dirty="0"/>
                  <a:t>where </a:t>
                </a:r>
                <a:r>
                  <a:rPr lang="en-US" b="0" i="1" noProof="0" dirty="0"/>
                  <a:t>f</a:t>
                </a:r>
                <a:r>
                  <a:rPr lang="en-US" b="0" noProof="0" dirty="0"/>
                  <a:t> is the number of unconstrained velocity degrees of freedom.</a:t>
                </a:r>
              </a:p>
              <a:p>
                <a:endParaRPr lang="en-US" noProof="0" dirty="0"/>
              </a:p>
            </p:txBody>
          </p:sp>
        </mc:Choice>
        <mc:Fallback xmlns="">
          <p:sp>
            <p:nvSpPr>
              <p:cNvPr id="4" name="Pladsholder til tekst 3">
                <a:extLst>
                  <a:ext uri="{FF2B5EF4-FFF2-40B4-BE49-F238E27FC236}">
                    <a16:creationId xmlns:a16="http://schemas.microsoft.com/office/drawing/2014/main" id="{D22A3FA4-49A9-2CC8-8445-697CE7B9E101}"/>
                  </a:ext>
                </a:extLst>
              </p:cNvPr>
              <p:cNvSpPr>
                <a:spLocks noGrp="1" noRot="1" noChangeAspect="1" noMove="1" noResize="1" noEditPoints="1" noAdjustHandles="1" noChangeArrowheads="1" noChangeShapeType="1" noTextEdit="1"/>
              </p:cNvSpPr>
              <p:nvPr>
                <p:ph type="body" sz="half" idx="2"/>
              </p:nvPr>
            </p:nvSpPr>
            <p:spPr>
              <a:xfrm>
                <a:off x="839788" y="2057399"/>
                <a:ext cx="4712786" cy="4534989"/>
              </a:xfrm>
              <a:blipFill>
                <a:blip r:embed="rId2"/>
                <a:stretch>
                  <a:fillRect l="-776" t="-806" r="-259"/>
                </a:stretch>
              </a:blipFill>
            </p:spPr>
            <p:txBody>
              <a:bodyPr/>
              <a:lstStyle/>
              <a:p>
                <a:r>
                  <a:rPr lang="da-DK">
                    <a:noFill/>
                  </a:rPr>
                  <a:t> </a:t>
                </a:r>
              </a:p>
            </p:txBody>
          </p:sp>
        </mc:Fallback>
      </mc:AlternateContent>
      <p:sp>
        <p:nvSpPr>
          <p:cNvPr id="6" name="Pladsholder til tekst 3">
            <a:extLst>
              <a:ext uri="{FF2B5EF4-FFF2-40B4-BE49-F238E27FC236}">
                <a16:creationId xmlns:a16="http://schemas.microsoft.com/office/drawing/2014/main" id="{08A3FBC1-BABA-5756-D98C-2D9E199005F8}"/>
              </a:ext>
            </a:extLst>
          </p:cNvPr>
          <p:cNvSpPr txBox="1">
            <a:spLocks/>
          </p:cNvSpPr>
          <p:nvPr/>
        </p:nvSpPr>
        <p:spPr>
          <a:xfrm>
            <a:off x="6278291" y="2057398"/>
            <a:ext cx="3932237" cy="453498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endParaRPr lang="en-US" noProof="0" dirty="0"/>
          </a:p>
        </p:txBody>
      </p:sp>
      <mc:AlternateContent xmlns:mc="http://schemas.openxmlformats.org/markup-compatibility/2006" xmlns:a14="http://schemas.microsoft.com/office/drawing/2010/main">
        <mc:Choice Requires="a14">
          <p:sp>
            <p:nvSpPr>
              <p:cNvPr id="8" name="Tekstfelt 7">
                <a:extLst>
                  <a:ext uri="{FF2B5EF4-FFF2-40B4-BE49-F238E27FC236}">
                    <a16:creationId xmlns:a16="http://schemas.microsoft.com/office/drawing/2014/main" id="{0B643AFC-1B9A-3962-0516-139BCD893A44}"/>
                  </a:ext>
                </a:extLst>
              </p:cNvPr>
              <p:cNvSpPr txBox="1"/>
              <p:nvPr/>
            </p:nvSpPr>
            <p:spPr>
              <a:xfrm>
                <a:off x="6397305" y="2007322"/>
                <a:ext cx="5059279" cy="2608599"/>
              </a:xfrm>
              <a:prstGeom prst="rect">
                <a:avLst/>
              </a:prstGeom>
              <a:noFill/>
            </p:spPr>
            <p:txBody>
              <a:bodyPr wrap="square" rtlCol="0">
                <a:spAutoFit/>
              </a:bodyPr>
              <a:lstStyle/>
              <a:p>
                <a:r>
                  <a:rPr lang="en-US" sz="1600" noProof="0" dirty="0"/>
                  <a:t>For a small system, this exact velocity rescaling is not equivalent to canonical sampling.</a:t>
                </a:r>
              </a:p>
              <a:p>
                <a:r>
                  <a:rPr lang="en-US" sz="1600" noProof="0" dirty="0"/>
                  <a:t>In this course, we instead draw from the Maxwell-Boltzmann distribution:</a:t>
                </a:r>
              </a:p>
              <a:p>
                <a:pPr/>
                <a14:m>
                  <m:oMathPara xmlns:m="http://schemas.openxmlformats.org/officeDocument/2006/math">
                    <m:oMath>
                      <m:sSub>
                        <m:sSubPr>
                          <m:ctrlPr>
                            <a:rPr lang="en-US" sz="1600" b="0" i="1" noProof="0" smtClean="0">
                              <a:latin typeface="Cambria Math" panose="02040503050406030204" pitchFamily="18" charset="0"/>
                            </a:rPr>
                          </m:ctrlPr>
                        </m:sSubPr>
                        <m:e>
                          <m:r>
                            <a:rPr lang="en-US" sz="1600" b="0" i="1" noProof="0" smtClean="0">
                              <a:latin typeface="Cambria Math" panose="02040503050406030204" pitchFamily="18" charset="0"/>
                            </a:rPr>
                            <m:t>𝑣</m:t>
                          </m:r>
                        </m:e>
                        <m:sub>
                          <m:r>
                            <a:rPr lang="en-US" sz="1600" b="0" i="1" noProof="0" smtClean="0">
                              <a:latin typeface="Cambria Math" panose="02040503050406030204" pitchFamily="18" charset="0"/>
                            </a:rPr>
                            <m:t>𝑖</m:t>
                          </m:r>
                          <m:r>
                            <a:rPr lang="en-US" sz="1600" b="0" i="1" noProof="0" smtClean="0">
                              <a:latin typeface="Cambria Math" panose="02040503050406030204" pitchFamily="18" charset="0"/>
                            </a:rPr>
                            <m:t>,</m:t>
                          </m:r>
                          <m:r>
                            <a:rPr lang="en-US" sz="1600" b="0" i="1" noProof="0" smtClean="0">
                              <a:latin typeface="Cambria Math" panose="02040503050406030204" pitchFamily="18" charset="0"/>
                            </a:rPr>
                            <m:t>𝜇</m:t>
                          </m:r>
                        </m:sub>
                      </m:sSub>
                      <m:r>
                        <a:rPr lang="en-US" sz="1600" b="0" i="1" noProof="0" smtClean="0">
                          <a:latin typeface="Cambria Math" panose="02040503050406030204" pitchFamily="18" charset="0"/>
                        </a:rPr>
                        <m:t>∼</m:t>
                      </m:r>
                      <m:r>
                        <a:rPr lang="en-US" sz="1600" b="0" i="1" noProof="0" smtClean="0">
                          <a:latin typeface="Cambria Math" panose="02040503050406030204" pitchFamily="18" charset="0"/>
                          <a:ea typeface="Cambria Math" panose="02040503050406030204" pitchFamily="18" charset="0"/>
                        </a:rPr>
                        <m:t>𝒩</m:t>
                      </m:r>
                      <m:d>
                        <m:dPr>
                          <m:ctrlPr>
                            <a:rPr lang="en-US" sz="1600" b="0" i="1" noProof="0" smtClean="0">
                              <a:latin typeface="Cambria Math" panose="02040503050406030204" pitchFamily="18" charset="0"/>
                              <a:ea typeface="Cambria Math" panose="02040503050406030204" pitchFamily="18" charset="0"/>
                            </a:rPr>
                          </m:ctrlPr>
                        </m:dPr>
                        <m:e>
                          <m:r>
                            <a:rPr lang="en-US" sz="1600" b="0" i="1" noProof="0" smtClean="0">
                              <a:latin typeface="Cambria Math" panose="02040503050406030204" pitchFamily="18" charset="0"/>
                              <a:ea typeface="Cambria Math" panose="02040503050406030204" pitchFamily="18" charset="0"/>
                            </a:rPr>
                            <m:t>0,</m:t>
                          </m:r>
                          <m:rad>
                            <m:radPr>
                              <m:degHide m:val="on"/>
                              <m:ctrlPr>
                                <a:rPr lang="en-US" sz="1600" b="0" i="1" noProof="0" smtClean="0">
                                  <a:latin typeface="Cambria Math" panose="02040503050406030204" pitchFamily="18" charset="0"/>
                                  <a:ea typeface="Cambria Math" panose="02040503050406030204" pitchFamily="18" charset="0"/>
                                </a:rPr>
                              </m:ctrlPr>
                            </m:radPr>
                            <m:deg/>
                            <m:e>
                              <m:f>
                                <m:fPr>
                                  <m:ctrlPr>
                                    <a:rPr lang="en-US" sz="1600" b="0" i="1" noProof="0" smtClean="0">
                                      <a:latin typeface="Cambria Math" panose="02040503050406030204" pitchFamily="18" charset="0"/>
                                      <a:ea typeface="Cambria Math" panose="02040503050406030204" pitchFamily="18" charset="0"/>
                                    </a:rPr>
                                  </m:ctrlPr>
                                </m:fPr>
                                <m:num>
                                  <m:sSub>
                                    <m:sSubPr>
                                      <m:ctrlPr>
                                        <a:rPr lang="en-US" sz="1600" b="0" i="1" noProof="0" smtClean="0">
                                          <a:latin typeface="Cambria Math" panose="02040503050406030204" pitchFamily="18" charset="0"/>
                                          <a:ea typeface="Cambria Math" panose="02040503050406030204" pitchFamily="18" charset="0"/>
                                        </a:rPr>
                                      </m:ctrlPr>
                                    </m:sSubPr>
                                    <m:e>
                                      <m:r>
                                        <a:rPr lang="en-US" sz="1600" b="0" i="1" noProof="0" smtClean="0">
                                          <a:latin typeface="Cambria Math" panose="02040503050406030204" pitchFamily="18" charset="0"/>
                                          <a:ea typeface="Cambria Math" panose="02040503050406030204" pitchFamily="18" charset="0"/>
                                        </a:rPr>
                                        <m:t>𝑘</m:t>
                                      </m:r>
                                    </m:e>
                                    <m:sub>
                                      <m:r>
                                        <a:rPr lang="en-US" sz="1600" b="0" i="1" noProof="0" smtClean="0">
                                          <a:latin typeface="Cambria Math" panose="02040503050406030204" pitchFamily="18" charset="0"/>
                                          <a:ea typeface="Cambria Math" panose="02040503050406030204" pitchFamily="18" charset="0"/>
                                        </a:rPr>
                                        <m:t>𝑏</m:t>
                                      </m:r>
                                    </m:sub>
                                  </m:sSub>
                                  <m:r>
                                    <a:rPr lang="en-US" sz="1600" b="0" i="1" noProof="0" smtClean="0">
                                      <a:latin typeface="Cambria Math" panose="02040503050406030204" pitchFamily="18" charset="0"/>
                                      <a:ea typeface="Cambria Math" panose="02040503050406030204" pitchFamily="18" charset="0"/>
                                    </a:rPr>
                                    <m:t>𝑇</m:t>
                                  </m:r>
                                </m:num>
                                <m:den>
                                  <m:sSub>
                                    <m:sSubPr>
                                      <m:ctrlPr>
                                        <a:rPr lang="en-US" sz="1600" b="0" i="1" noProof="0" smtClean="0">
                                          <a:latin typeface="Cambria Math" panose="02040503050406030204" pitchFamily="18" charset="0"/>
                                          <a:ea typeface="Cambria Math" panose="02040503050406030204" pitchFamily="18" charset="0"/>
                                        </a:rPr>
                                      </m:ctrlPr>
                                    </m:sSubPr>
                                    <m:e>
                                      <m:r>
                                        <a:rPr lang="en-US" sz="1600" b="0" i="1" noProof="0" smtClean="0">
                                          <a:latin typeface="Cambria Math" panose="02040503050406030204" pitchFamily="18" charset="0"/>
                                          <a:ea typeface="Cambria Math" panose="02040503050406030204" pitchFamily="18" charset="0"/>
                                        </a:rPr>
                                        <m:t>𝑚</m:t>
                                      </m:r>
                                    </m:e>
                                    <m:sub>
                                      <m:r>
                                        <a:rPr lang="en-US" sz="1600" b="0" i="1" noProof="0" smtClean="0">
                                          <a:latin typeface="Cambria Math" panose="02040503050406030204" pitchFamily="18" charset="0"/>
                                          <a:ea typeface="Cambria Math" panose="02040503050406030204" pitchFamily="18" charset="0"/>
                                        </a:rPr>
                                        <m:t>𝑖</m:t>
                                      </m:r>
                                    </m:sub>
                                  </m:sSub>
                                </m:den>
                              </m:f>
                            </m:e>
                          </m:rad>
                        </m:e>
                      </m:d>
                    </m:oMath>
                  </m:oMathPara>
                </a14:m>
                <a:endParaRPr lang="en-US" sz="1600" noProof="0" dirty="0"/>
              </a:p>
              <a:p>
                <a:r>
                  <a:rPr lang="en-US" sz="1600" noProof="0" dirty="0"/>
                  <a:t>This is referred to as the Andrea-Anderson thermostat in the exercises.</a:t>
                </a:r>
              </a:p>
              <a:p>
                <a:endParaRPr lang="en-US" sz="1600" noProof="0" dirty="0"/>
              </a:p>
            </p:txBody>
          </p:sp>
        </mc:Choice>
        <mc:Fallback xmlns="">
          <p:sp>
            <p:nvSpPr>
              <p:cNvPr id="8" name="Tekstfelt 7">
                <a:extLst>
                  <a:ext uri="{FF2B5EF4-FFF2-40B4-BE49-F238E27FC236}">
                    <a16:creationId xmlns:a16="http://schemas.microsoft.com/office/drawing/2014/main" id="{0B643AFC-1B9A-3962-0516-139BCD893A44}"/>
                  </a:ext>
                </a:extLst>
              </p:cNvPr>
              <p:cNvSpPr txBox="1">
                <a:spLocks noRot="1" noChangeAspect="1" noMove="1" noResize="1" noEditPoints="1" noAdjustHandles="1" noChangeArrowheads="1" noChangeShapeType="1" noTextEdit="1"/>
              </p:cNvSpPr>
              <p:nvPr/>
            </p:nvSpPr>
            <p:spPr>
              <a:xfrm>
                <a:off x="6397305" y="2007322"/>
                <a:ext cx="5059279" cy="2608599"/>
              </a:xfrm>
              <a:prstGeom prst="rect">
                <a:avLst/>
              </a:prstGeom>
              <a:blipFill>
                <a:blip r:embed="rId3"/>
                <a:stretch>
                  <a:fillRect l="-602" t="-701" r="-1325"/>
                </a:stretch>
              </a:blipFill>
            </p:spPr>
            <p:txBody>
              <a:bodyPr/>
              <a:lstStyle/>
              <a:p>
                <a:r>
                  <a:rPr lang="da-DK">
                    <a:noFill/>
                  </a:rPr>
                  <a:t> </a:t>
                </a:r>
              </a:p>
            </p:txBody>
          </p:sp>
        </mc:Fallback>
      </mc:AlternateContent>
      <p:pic>
        <p:nvPicPr>
          <p:cNvPr id="5" name="Billede 4">
            <a:extLst>
              <a:ext uri="{FF2B5EF4-FFF2-40B4-BE49-F238E27FC236}">
                <a16:creationId xmlns:a16="http://schemas.microsoft.com/office/drawing/2014/main" id="{72A3F8E3-20C9-02CB-3561-8692A780BEFF}"/>
              </a:ext>
            </a:extLst>
          </p:cNvPr>
          <p:cNvPicPr>
            <a:picLocks noChangeAspect="1"/>
          </p:cNvPicPr>
          <p:nvPr/>
        </p:nvPicPr>
        <p:blipFill>
          <a:blip r:embed="rId4"/>
          <a:stretch>
            <a:fillRect/>
          </a:stretch>
        </p:blipFill>
        <p:spPr>
          <a:xfrm>
            <a:off x="6397305" y="5481805"/>
            <a:ext cx="5175045" cy="1028039"/>
          </a:xfrm>
          <a:prstGeom prst="rect">
            <a:avLst/>
          </a:prstGeom>
        </p:spPr>
      </p:pic>
      <p:pic>
        <p:nvPicPr>
          <p:cNvPr id="9" name="Billede 8">
            <a:extLst>
              <a:ext uri="{FF2B5EF4-FFF2-40B4-BE49-F238E27FC236}">
                <a16:creationId xmlns:a16="http://schemas.microsoft.com/office/drawing/2014/main" id="{DADD9830-DFFD-B7A9-165E-542FD7F2F611}"/>
              </a:ext>
            </a:extLst>
          </p:cNvPr>
          <p:cNvPicPr>
            <a:picLocks noChangeAspect="1"/>
          </p:cNvPicPr>
          <p:nvPr/>
        </p:nvPicPr>
        <p:blipFill>
          <a:blip r:embed="rId5"/>
          <a:stretch>
            <a:fillRect/>
          </a:stretch>
        </p:blipFill>
        <p:spPr>
          <a:xfrm>
            <a:off x="6397305" y="4522218"/>
            <a:ext cx="3467584" cy="704948"/>
          </a:xfrm>
          <a:prstGeom prst="rect">
            <a:avLst/>
          </a:prstGeom>
        </p:spPr>
      </p:pic>
    </p:spTree>
    <p:extLst>
      <p:ext uri="{BB962C8B-B14F-4D97-AF65-F5344CB8AC3E}">
        <p14:creationId xmlns:p14="http://schemas.microsoft.com/office/powerpoint/2010/main" val="2722611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DC4CE-A2BF-485A-F0C7-5911616B9BA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40495CB-168B-B10E-8246-9E702EAD2DC3}"/>
              </a:ext>
            </a:extLst>
          </p:cNvPr>
          <p:cNvSpPr>
            <a:spLocks noGrp="1"/>
          </p:cNvSpPr>
          <p:nvPr>
            <p:ph type="title"/>
          </p:nvPr>
        </p:nvSpPr>
        <p:spPr>
          <a:xfrm>
            <a:off x="839788" y="457200"/>
            <a:ext cx="3932237" cy="986589"/>
          </a:xfrm>
        </p:spPr>
        <p:txBody>
          <a:bodyPr/>
          <a:lstStyle/>
          <a:p>
            <a:r>
              <a:rPr lang="en-US" noProof="0" dirty="0"/>
              <a:t>Thermostat</a:t>
            </a:r>
          </a:p>
        </p:txBody>
      </p:sp>
      <p:sp>
        <p:nvSpPr>
          <p:cNvPr id="6" name="Pladsholder til tekst 3">
            <a:extLst>
              <a:ext uri="{FF2B5EF4-FFF2-40B4-BE49-F238E27FC236}">
                <a16:creationId xmlns:a16="http://schemas.microsoft.com/office/drawing/2014/main" id="{812B7222-4468-C25A-F877-07EF87A5054A}"/>
              </a:ext>
            </a:extLst>
          </p:cNvPr>
          <p:cNvSpPr txBox="1">
            <a:spLocks/>
          </p:cNvSpPr>
          <p:nvPr/>
        </p:nvSpPr>
        <p:spPr>
          <a:xfrm>
            <a:off x="6278291" y="2057398"/>
            <a:ext cx="3932237" cy="453498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endParaRPr lang="en-US" noProof="0" dirty="0"/>
          </a:p>
        </p:txBody>
      </p:sp>
      <mc:AlternateContent xmlns:mc="http://schemas.openxmlformats.org/markup-compatibility/2006" xmlns:a14="http://schemas.microsoft.com/office/drawing/2010/main">
        <mc:Choice Requires="a14">
          <p:sp>
            <p:nvSpPr>
              <p:cNvPr id="7" name="Pladsholder til tekst 6">
                <a:extLst>
                  <a:ext uri="{FF2B5EF4-FFF2-40B4-BE49-F238E27FC236}">
                    <a16:creationId xmlns:a16="http://schemas.microsoft.com/office/drawing/2014/main" id="{06F5EC56-C3A4-B89E-7750-15D51A745271}"/>
                  </a:ext>
                </a:extLst>
              </p:cNvPr>
              <p:cNvSpPr>
                <a:spLocks noGrp="1"/>
              </p:cNvSpPr>
              <p:nvPr>
                <p:ph type="body" sz="half" idx="2"/>
              </p:nvPr>
            </p:nvSpPr>
            <p:spPr>
              <a:xfrm>
                <a:off x="839788" y="2057400"/>
                <a:ext cx="3932237" cy="4343400"/>
              </a:xfrm>
            </p:spPr>
            <p:txBody>
              <a:bodyPr>
                <a:normAutofit/>
              </a:bodyPr>
              <a:lstStyle/>
              <a:p>
                <a:pPr/>
                <a:r>
                  <a:rPr lang="en-US" noProof="0" dirty="0"/>
                  <a:t>Sampling velocities with:</a:t>
                </a:r>
                <a:br>
                  <a:rPr lang="en-US" noProof="0" dirty="0"/>
                </a:br>
                <a14:m>
                  <m:oMathPara xmlns:m="http://schemas.openxmlformats.org/officeDocument/2006/math">
                    <m:oMath>
                      <m:sSub>
                        <m:sSubPr>
                          <m:ctrlPr>
                            <a:rPr lang="en-US" i="1" noProof="0">
                              <a:latin typeface="Cambria Math" panose="02040503050406030204" pitchFamily="18" charset="0"/>
                            </a:rPr>
                          </m:ctrlPr>
                        </m:sSubPr>
                        <m:e>
                          <m:r>
                            <a:rPr lang="en-US" i="1" noProof="0">
                              <a:latin typeface="Cambria Math" panose="02040503050406030204" pitchFamily="18" charset="0"/>
                            </a:rPr>
                            <m:t>𝑣</m:t>
                          </m:r>
                        </m:e>
                        <m:sub>
                          <m:r>
                            <a:rPr lang="en-US" i="1" noProof="0">
                              <a:latin typeface="Cambria Math" panose="02040503050406030204" pitchFamily="18" charset="0"/>
                            </a:rPr>
                            <m:t>𝑖</m:t>
                          </m:r>
                          <m:r>
                            <a:rPr lang="en-US" i="1" noProof="0">
                              <a:latin typeface="Cambria Math" panose="02040503050406030204" pitchFamily="18" charset="0"/>
                            </a:rPr>
                            <m:t>,</m:t>
                          </m:r>
                          <m:r>
                            <a:rPr lang="en-US" i="1" noProof="0">
                              <a:latin typeface="Cambria Math" panose="02040503050406030204" pitchFamily="18" charset="0"/>
                            </a:rPr>
                            <m:t>𝜇</m:t>
                          </m:r>
                        </m:sub>
                      </m:sSub>
                      <m:r>
                        <a:rPr lang="en-US" i="1" noProof="0">
                          <a:latin typeface="Cambria Math" panose="02040503050406030204" pitchFamily="18" charset="0"/>
                        </a:rPr>
                        <m:t>∼</m:t>
                      </m:r>
                      <m:r>
                        <a:rPr lang="en-US" i="1" noProof="0">
                          <a:latin typeface="Cambria Math" panose="02040503050406030204" pitchFamily="18" charset="0"/>
                          <a:ea typeface="Cambria Math" panose="02040503050406030204" pitchFamily="18" charset="0"/>
                        </a:rPr>
                        <m:t>𝒩</m:t>
                      </m:r>
                      <m:d>
                        <m:dPr>
                          <m:ctrlPr>
                            <a:rPr lang="en-US" i="1" noProof="0">
                              <a:latin typeface="Cambria Math" panose="02040503050406030204" pitchFamily="18" charset="0"/>
                              <a:ea typeface="Cambria Math" panose="02040503050406030204" pitchFamily="18" charset="0"/>
                            </a:rPr>
                          </m:ctrlPr>
                        </m:dPr>
                        <m:e>
                          <m:r>
                            <a:rPr lang="en-US" i="1" noProof="0">
                              <a:latin typeface="Cambria Math" panose="02040503050406030204" pitchFamily="18" charset="0"/>
                              <a:ea typeface="Cambria Math" panose="02040503050406030204" pitchFamily="18" charset="0"/>
                            </a:rPr>
                            <m:t>0,</m:t>
                          </m:r>
                          <m:rad>
                            <m:radPr>
                              <m:degHide m:val="on"/>
                              <m:ctrlPr>
                                <a:rPr lang="en-US" i="1" noProof="0">
                                  <a:latin typeface="Cambria Math" panose="02040503050406030204" pitchFamily="18" charset="0"/>
                                  <a:ea typeface="Cambria Math" panose="02040503050406030204" pitchFamily="18" charset="0"/>
                                </a:rPr>
                              </m:ctrlPr>
                            </m:radPr>
                            <m:deg/>
                            <m:e>
                              <m:f>
                                <m:fPr>
                                  <m:ctrlPr>
                                    <a:rPr lang="en-US" i="1" noProof="0">
                                      <a:latin typeface="Cambria Math" panose="02040503050406030204" pitchFamily="18" charset="0"/>
                                      <a:ea typeface="Cambria Math" panose="02040503050406030204" pitchFamily="18" charset="0"/>
                                    </a:rPr>
                                  </m:ctrlPr>
                                </m:fPr>
                                <m:num>
                                  <m:sSub>
                                    <m:sSubPr>
                                      <m:ctrlPr>
                                        <a:rPr lang="en-US" i="1" noProof="0">
                                          <a:latin typeface="Cambria Math" panose="02040503050406030204" pitchFamily="18" charset="0"/>
                                          <a:ea typeface="Cambria Math" panose="02040503050406030204" pitchFamily="18" charset="0"/>
                                        </a:rPr>
                                      </m:ctrlPr>
                                    </m:sSubPr>
                                    <m:e>
                                      <m:r>
                                        <a:rPr lang="en-US" i="1" noProof="0">
                                          <a:latin typeface="Cambria Math" panose="02040503050406030204" pitchFamily="18" charset="0"/>
                                          <a:ea typeface="Cambria Math" panose="02040503050406030204" pitchFamily="18" charset="0"/>
                                        </a:rPr>
                                        <m:t>𝑘</m:t>
                                      </m:r>
                                    </m:e>
                                    <m:sub>
                                      <m:r>
                                        <a:rPr lang="en-US" i="1" noProof="0">
                                          <a:latin typeface="Cambria Math" panose="02040503050406030204" pitchFamily="18" charset="0"/>
                                          <a:ea typeface="Cambria Math" panose="02040503050406030204" pitchFamily="18" charset="0"/>
                                        </a:rPr>
                                        <m:t>𝑏</m:t>
                                      </m:r>
                                    </m:sub>
                                  </m:sSub>
                                  <m:r>
                                    <a:rPr lang="en-US" i="1" noProof="0">
                                      <a:latin typeface="Cambria Math" panose="02040503050406030204" pitchFamily="18" charset="0"/>
                                      <a:ea typeface="Cambria Math" panose="02040503050406030204" pitchFamily="18" charset="0"/>
                                    </a:rPr>
                                    <m:t>𝑇</m:t>
                                  </m:r>
                                </m:num>
                                <m:den>
                                  <m:sSub>
                                    <m:sSubPr>
                                      <m:ctrlPr>
                                        <a:rPr lang="en-US" i="1" noProof="0">
                                          <a:latin typeface="Cambria Math" panose="02040503050406030204" pitchFamily="18" charset="0"/>
                                          <a:ea typeface="Cambria Math" panose="02040503050406030204" pitchFamily="18" charset="0"/>
                                        </a:rPr>
                                      </m:ctrlPr>
                                    </m:sSubPr>
                                    <m:e>
                                      <m:r>
                                        <a:rPr lang="en-US" i="1" noProof="0">
                                          <a:latin typeface="Cambria Math" panose="02040503050406030204" pitchFamily="18" charset="0"/>
                                          <a:ea typeface="Cambria Math" panose="02040503050406030204" pitchFamily="18" charset="0"/>
                                        </a:rPr>
                                        <m:t>𝑚</m:t>
                                      </m:r>
                                    </m:e>
                                    <m:sub>
                                      <m:r>
                                        <a:rPr lang="en-US" i="1" noProof="0">
                                          <a:latin typeface="Cambria Math" panose="02040503050406030204" pitchFamily="18" charset="0"/>
                                          <a:ea typeface="Cambria Math" panose="02040503050406030204" pitchFamily="18" charset="0"/>
                                        </a:rPr>
                                        <m:t>𝑖</m:t>
                                      </m:r>
                                    </m:sub>
                                  </m:sSub>
                                </m:den>
                              </m:f>
                            </m:e>
                          </m:rad>
                        </m:e>
                      </m:d>
                    </m:oMath>
                  </m:oMathPara>
                </a14:m>
                <a:br>
                  <a:rPr lang="en-US" noProof="0" dirty="0"/>
                </a:br>
                <a:r>
                  <a:rPr lang="en-US" noProof="0" dirty="0"/>
                  <a:t>we can run a MD simulation at a constant temperature, and evaluate the thermal average and heat capacity of a 1D harmonic oscillator, which should be:</a:t>
                </a:r>
              </a:p>
              <a:p>
                <a:pPr/>
                <a14:m>
                  <m:oMathPara xmlns:m="http://schemas.openxmlformats.org/officeDocument/2006/math">
                    <m:oMath>
                      <m:d>
                        <m:dPr>
                          <m:begChr m:val="⟨"/>
                          <m:endChr m:val="⟩"/>
                          <m:ctrlPr>
                            <a:rPr lang="en-US" b="0" i="1" noProof="0" smtClean="0">
                              <a:latin typeface="Cambria Math" panose="02040503050406030204" pitchFamily="18" charset="0"/>
                            </a:rPr>
                          </m:ctrlPr>
                        </m:dPr>
                        <m:e>
                          <m:r>
                            <a:rPr lang="en-US" b="0" i="1" noProof="0" smtClean="0">
                              <a:latin typeface="Cambria Math" panose="02040503050406030204" pitchFamily="18" charset="0"/>
                            </a:rPr>
                            <m:t>𝑉</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𝑥</m:t>
                              </m:r>
                            </m:e>
                          </m:d>
                        </m:e>
                      </m:d>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1</m:t>
                          </m:r>
                        </m:num>
                        <m:den>
                          <m:r>
                            <a:rPr lang="en-US" b="0" i="1" noProof="0" smtClean="0">
                              <a:latin typeface="Cambria Math" panose="02040503050406030204" pitchFamily="18" charset="0"/>
                            </a:rPr>
                            <m:t>2</m:t>
                          </m:r>
                        </m:den>
                      </m:f>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𝑘</m:t>
                          </m:r>
                        </m:e>
                        <m:sub>
                          <m:r>
                            <a:rPr lang="en-US" b="0" i="1" noProof="0" smtClean="0">
                              <a:latin typeface="Cambria Math" panose="02040503050406030204" pitchFamily="18" charset="0"/>
                            </a:rPr>
                            <m:t>𝑏</m:t>
                          </m:r>
                        </m:sub>
                      </m:sSub>
                      <m:r>
                        <a:rPr lang="en-US" b="0" i="1" noProof="0" smtClean="0">
                          <a:latin typeface="Cambria Math" panose="02040503050406030204" pitchFamily="18" charset="0"/>
                        </a:rPr>
                        <m:t>𝑇</m:t>
                      </m:r>
                    </m:oMath>
                  </m:oMathPara>
                </a14:m>
                <a:endParaRPr lang="en-US" noProof="0" dirty="0"/>
              </a:p>
              <a:p>
                <a:pPr/>
                <a14:m>
                  <m:oMathPara xmlns:m="http://schemas.openxmlformats.org/officeDocument/2006/math">
                    <m:oMath>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𝐶</m:t>
                          </m:r>
                        </m:e>
                        <m:sub>
                          <m:r>
                            <a:rPr lang="en-US" b="0" i="1" noProof="0" smtClean="0">
                              <a:latin typeface="Cambria Math" panose="02040503050406030204" pitchFamily="18" charset="0"/>
                            </a:rPr>
                            <m:t>𝑣</m:t>
                          </m:r>
                        </m:sub>
                      </m:sSub>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𝑑</m:t>
                          </m:r>
                          <m:d>
                            <m:dPr>
                              <m:begChr m:val="⟨"/>
                              <m:endChr m:val="⟩"/>
                              <m:ctrlPr>
                                <a:rPr lang="en-US" i="1" noProof="0">
                                  <a:latin typeface="Cambria Math" panose="02040503050406030204" pitchFamily="18" charset="0"/>
                                </a:rPr>
                              </m:ctrlPr>
                            </m:dPr>
                            <m:e>
                              <m:r>
                                <a:rPr lang="en-US" i="1" noProof="0">
                                  <a:latin typeface="Cambria Math" panose="02040503050406030204" pitchFamily="18" charset="0"/>
                                </a:rPr>
                                <m:t>𝑉</m:t>
                              </m:r>
                              <m:d>
                                <m:dPr>
                                  <m:ctrlPr>
                                    <a:rPr lang="en-US" i="1" noProof="0">
                                      <a:latin typeface="Cambria Math" panose="02040503050406030204" pitchFamily="18" charset="0"/>
                                    </a:rPr>
                                  </m:ctrlPr>
                                </m:dPr>
                                <m:e>
                                  <m:r>
                                    <a:rPr lang="en-US" i="1" noProof="0">
                                      <a:latin typeface="Cambria Math" panose="02040503050406030204" pitchFamily="18" charset="0"/>
                                    </a:rPr>
                                    <m:t>𝑥</m:t>
                                  </m:r>
                                </m:e>
                              </m:d>
                            </m:e>
                          </m:d>
                        </m:num>
                        <m:den>
                          <m:r>
                            <a:rPr lang="en-US" b="0" i="1" noProof="0" smtClean="0">
                              <a:latin typeface="Cambria Math" panose="02040503050406030204" pitchFamily="18" charset="0"/>
                            </a:rPr>
                            <m:t>𝑑𝑇</m:t>
                          </m:r>
                        </m:den>
                      </m:f>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1</m:t>
                          </m:r>
                        </m:num>
                        <m:den>
                          <m:r>
                            <a:rPr lang="en-US" b="0" i="1" noProof="0" smtClean="0">
                              <a:latin typeface="Cambria Math" panose="02040503050406030204" pitchFamily="18" charset="0"/>
                            </a:rPr>
                            <m:t>2</m:t>
                          </m:r>
                        </m:den>
                      </m:f>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𝑘</m:t>
                          </m:r>
                        </m:e>
                        <m:sub>
                          <m:r>
                            <a:rPr lang="en-US" b="0" i="1" noProof="0" smtClean="0">
                              <a:latin typeface="Cambria Math" panose="02040503050406030204" pitchFamily="18" charset="0"/>
                            </a:rPr>
                            <m:t>𝑏</m:t>
                          </m:r>
                        </m:sub>
                      </m:sSub>
                    </m:oMath>
                  </m:oMathPara>
                </a14:m>
                <a:endParaRPr lang="en-US" noProof="0" dirty="0"/>
              </a:p>
              <a:p>
                <a:r>
                  <a:rPr lang="en-US" noProof="0" dirty="0"/>
                  <a:t>Increasing the number of timesteps would result in more accurate results.</a:t>
                </a:r>
              </a:p>
              <a:p>
                <a:r>
                  <a:rPr lang="en-US" noProof="0" dirty="0"/>
                  <a:t>This oscillator of changing energy (velocity) reveals the Boltzmann distribution of positions around x=0.</a:t>
                </a:r>
              </a:p>
            </p:txBody>
          </p:sp>
        </mc:Choice>
        <mc:Fallback xmlns="">
          <p:sp>
            <p:nvSpPr>
              <p:cNvPr id="7" name="Pladsholder til tekst 6">
                <a:extLst>
                  <a:ext uri="{FF2B5EF4-FFF2-40B4-BE49-F238E27FC236}">
                    <a16:creationId xmlns:a16="http://schemas.microsoft.com/office/drawing/2014/main" id="{06F5EC56-C3A4-B89E-7750-15D51A745271}"/>
                  </a:ext>
                </a:extLst>
              </p:cNvPr>
              <p:cNvSpPr>
                <a:spLocks noGrp="1" noRot="1" noChangeAspect="1" noMove="1" noResize="1" noEditPoints="1" noAdjustHandles="1" noChangeArrowheads="1" noChangeShapeType="1" noTextEdit="1"/>
              </p:cNvSpPr>
              <p:nvPr>
                <p:ph type="body" sz="half" idx="2"/>
              </p:nvPr>
            </p:nvSpPr>
            <p:spPr>
              <a:xfrm>
                <a:off x="839788" y="2057400"/>
                <a:ext cx="3932237" cy="4343400"/>
              </a:xfrm>
              <a:blipFill>
                <a:blip r:embed="rId2"/>
                <a:stretch>
                  <a:fillRect l="-930" t="-983" r="-1550"/>
                </a:stretch>
              </a:blipFill>
            </p:spPr>
            <p:txBody>
              <a:bodyPr/>
              <a:lstStyle/>
              <a:p>
                <a:r>
                  <a:rPr lang="da-DK">
                    <a:noFill/>
                  </a:rPr>
                  <a:t> </a:t>
                </a:r>
              </a:p>
            </p:txBody>
          </p:sp>
        </mc:Fallback>
      </mc:AlternateContent>
      <p:pic>
        <p:nvPicPr>
          <p:cNvPr id="10" name="Billede 9">
            <a:extLst>
              <a:ext uri="{FF2B5EF4-FFF2-40B4-BE49-F238E27FC236}">
                <a16:creationId xmlns:a16="http://schemas.microsoft.com/office/drawing/2014/main" id="{E2CBEF56-AED0-FB31-3BF9-ABDD45E976DF}"/>
              </a:ext>
            </a:extLst>
          </p:cNvPr>
          <p:cNvPicPr>
            <a:picLocks noChangeAspect="1"/>
          </p:cNvPicPr>
          <p:nvPr/>
        </p:nvPicPr>
        <p:blipFill>
          <a:blip r:embed="rId3"/>
          <a:stretch>
            <a:fillRect/>
          </a:stretch>
        </p:blipFill>
        <p:spPr>
          <a:xfrm>
            <a:off x="6363012" y="2057398"/>
            <a:ext cx="4845910" cy="2736595"/>
          </a:xfrm>
          <a:prstGeom prst="rect">
            <a:avLst/>
          </a:prstGeom>
        </p:spPr>
      </p:pic>
      <p:pic>
        <p:nvPicPr>
          <p:cNvPr id="12" name="Billede 11">
            <a:extLst>
              <a:ext uri="{FF2B5EF4-FFF2-40B4-BE49-F238E27FC236}">
                <a16:creationId xmlns:a16="http://schemas.microsoft.com/office/drawing/2014/main" id="{E23E146D-A032-97FD-DB33-03B6332798AD}"/>
              </a:ext>
            </a:extLst>
          </p:cNvPr>
          <p:cNvPicPr>
            <a:picLocks noChangeAspect="1"/>
          </p:cNvPicPr>
          <p:nvPr/>
        </p:nvPicPr>
        <p:blipFill>
          <a:blip r:embed="rId4"/>
          <a:stretch>
            <a:fillRect/>
          </a:stretch>
        </p:blipFill>
        <p:spPr>
          <a:xfrm>
            <a:off x="7259993" y="329858"/>
            <a:ext cx="3315163" cy="1648055"/>
          </a:xfrm>
          <a:prstGeom prst="rect">
            <a:avLst/>
          </a:prstGeom>
        </p:spPr>
      </p:pic>
      <mc:AlternateContent xmlns:mc="http://schemas.openxmlformats.org/markup-compatibility/2006" xmlns:p14="http://schemas.microsoft.com/office/powerpoint/2010/main">
        <mc:Choice Requires="p14">
          <p:contentPart p14:bwMode="auto" r:id="rId5">
            <p14:nvContentPartPr>
              <p14:cNvPr id="14" name="Håndskrift 13">
                <a:extLst>
                  <a:ext uri="{FF2B5EF4-FFF2-40B4-BE49-F238E27FC236}">
                    <a16:creationId xmlns:a16="http://schemas.microsoft.com/office/drawing/2014/main" id="{23B4CF3C-73FB-9BFF-BEB0-06181E0C840B}"/>
                  </a:ext>
                </a:extLst>
              </p14:cNvPr>
              <p14:cNvContentPartPr/>
              <p14:nvPr/>
            </p14:nvContentPartPr>
            <p14:xfrm>
              <a:off x="5799789" y="5032937"/>
              <a:ext cx="1226880" cy="18000"/>
            </p14:xfrm>
          </p:contentPart>
        </mc:Choice>
        <mc:Fallback xmlns="">
          <p:pic>
            <p:nvPicPr>
              <p:cNvPr id="14" name="Håndskrift 13">
                <a:extLst>
                  <a:ext uri="{FF2B5EF4-FFF2-40B4-BE49-F238E27FC236}">
                    <a16:creationId xmlns:a16="http://schemas.microsoft.com/office/drawing/2014/main" id="{23B4CF3C-73FB-9BFF-BEB0-06181E0C840B}"/>
                  </a:ext>
                </a:extLst>
              </p:cNvPr>
              <p:cNvPicPr/>
              <p:nvPr/>
            </p:nvPicPr>
            <p:blipFill>
              <a:blip r:embed="rId6"/>
              <a:stretch>
                <a:fillRect/>
              </a:stretch>
            </p:blipFill>
            <p:spPr>
              <a:xfrm>
                <a:off x="5793669" y="5026817"/>
                <a:ext cx="1239120" cy="30240"/>
              </a:xfrm>
              <a:prstGeom prst="rect">
                <a:avLst/>
              </a:prstGeom>
            </p:spPr>
          </p:pic>
        </mc:Fallback>
      </mc:AlternateContent>
      <p:grpSp>
        <p:nvGrpSpPr>
          <p:cNvPr id="31" name="Gruppe 30">
            <a:extLst>
              <a:ext uri="{FF2B5EF4-FFF2-40B4-BE49-F238E27FC236}">
                <a16:creationId xmlns:a16="http://schemas.microsoft.com/office/drawing/2014/main" id="{7F171647-B425-7F6B-E541-ED63B05FC3D1}"/>
              </a:ext>
            </a:extLst>
          </p:cNvPr>
          <p:cNvGrpSpPr/>
          <p:nvPr/>
        </p:nvGrpSpPr>
        <p:grpSpPr>
          <a:xfrm>
            <a:off x="5825709" y="4989737"/>
            <a:ext cx="1150920" cy="1333800"/>
            <a:chOff x="5825709" y="4989737"/>
            <a:chExt cx="1150920" cy="1333800"/>
          </a:xfrm>
        </p:grpSpPr>
        <mc:AlternateContent xmlns:mc="http://schemas.openxmlformats.org/markup-compatibility/2006" xmlns:p14="http://schemas.microsoft.com/office/powerpoint/2010/main">
          <mc:Choice Requires="p14">
            <p:contentPart p14:bwMode="auto" r:id="rId7">
              <p14:nvContentPartPr>
                <p14:cNvPr id="16" name="Håndskrift 15">
                  <a:extLst>
                    <a:ext uri="{FF2B5EF4-FFF2-40B4-BE49-F238E27FC236}">
                      <a16:creationId xmlns:a16="http://schemas.microsoft.com/office/drawing/2014/main" id="{C640596D-395B-B8CB-59BF-60DB647F670D}"/>
                    </a:ext>
                  </a:extLst>
                </p14:cNvPr>
                <p14:cNvContentPartPr/>
                <p14:nvPr/>
              </p14:nvContentPartPr>
              <p14:xfrm>
                <a:off x="6179229" y="5094497"/>
                <a:ext cx="230760" cy="770760"/>
              </p14:xfrm>
            </p:contentPart>
          </mc:Choice>
          <mc:Fallback xmlns="">
            <p:pic>
              <p:nvPicPr>
                <p:cNvPr id="16" name="Håndskrift 15">
                  <a:extLst>
                    <a:ext uri="{FF2B5EF4-FFF2-40B4-BE49-F238E27FC236}">
                      <a16:creationId xmlns:a16="http://schemas.microsoft.com/office/drawing/2014/main" id="{C640596D-395B-B8CB-59BF-60DB647F670D}"/>
                    </a:ext>
                  </a:extLst>
                </p:cNvPr>
                <p:cNvPicPr/>
                <p:nvPr/>
              </p:nvPicPr>
              <p:blipFill>
                <a:blip r:embed="rId8"/>
                <a:stretch>
                  <a:fillRect/>
                </a:stretch>
              </p:blipFill>
              <p:spPr>
                <a:xfrm>
                  <a:off x="6173109" y="5088377"/>
                  <a:ext cx="243000" cy="783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Håndskrift 16">
                  <a:extLst>
                    <a:ext uri="{FF2B5EF4-FFF2-40B4-BE49-F238E27FC236}">
                      <a16:creationId xmlns:a16="http://schemas.microsoft.com/office/drawing/2014/main" id="{340B98CC-85FC-76CC-9B21-3921AB4B5FCE}"/>
                    </a:ext>
                  </a:extLst>
                </p14:cNvPr>
                <p14:cNvContentPartPr/>
                <p14:nvPr/>
              </p14:nvContentPartPr>
              <p14:xfrm>
                <a:off x="6130269" y="5861297"/>
                <a:ext cx="70560" cy="105480"/>
              </p14:xfrm>
            </p:contentPart>
          </mc:Choice>
          <mc:Fallback xmlns="">
            <p:pic>
              <p:nvPicPr>
                <p:cNvPr id="17" name="Håndskrift 16">
                  <a:extLst>
                    <a:ext uri="{FF2B5EF4-FFF2-40B4-BE49-F238E27FC236}">
                      <a16:creationId xmlns:a16="http://schemas.microsoft.com/office/drawing/2014/main" id="{340B98CC-85FC-76CC-9B21-3921AB4B5FCE}"/>
                    </a:ext>
                  </a:extLst>
                </p:cNvPr>
                <p:cNvPicPr/>
                <p:nvPr/>
              </p:nvPicPr>
              <p:blipFill>
                <a:blip r:embed="rId10"/>
                <a:stretch>
                  <a:fillRect/>
                </a:stretch>
              </p:blipFill>
              <p:spPr>
                <a:xfrm>
                  <a:off x="6124149" y="5855177"/>
                  <a:ext cx="8280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9" name="Håndskrift 18">
                  <a:extLst>
                    <a:ext uri="{FF2B5EF4-FFF2-40B4-BE49-F238E27FC236}">
                      <a16:creationId xmlns:a16="http://schemas.microsoft.com/office/drawing/2014/main" id="{D65D0D3B-965A-0DF6-4D65-C477400AD89A}"/>
                    </a:ext>
                  </a:extLst>
                </p14:cNvPr>
                <p14:cNvContentPartPr/>
                <p14:nvPr/>
              </p14:nvContentPartPr>
              <p14:xfrm>
                <a:off x="6391989" y="4989737"/>
                <a:ext cx="360" cy="15840"/>
              </p14:xfrm>
            </p:contentPart>
          </mc:Choice>
          <mc:Fallback xmlns="">
            <p:pic>
              <p:nvPicPr>
                <p:cNvPr id="19" name="Håndskrift 18">
                  <a:extLst>
                    <a:ext uri="{FF2B5EF4-FFF2-40B4-BE49-F238E27FC236}">
                      <a16:creationId xmlns:a16="http://schemas.microsoft.com/office/drawing/2014/main" id="{D65D0D3B-965A-0DF6-4D65-C477400AD89A}"/>
                    </a:ext>
                  </a:extLst>
                </p:cNvPr>
                <p:cNvPicPr/>
                <p:nvPr/>
              </p:nvPicPr>
              <p:blipFill>
                <a:blip r:embed="rId12"/>
                <a:stretch>
                  <a:fillRect/>
                </a:stretch>
              </p:blipFill>
              <p:spPr>
                <a:xfrm>
                  <a:off x="6385869" y="4983617"/>
                  <a:ext cx="126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0" name="Håndskrift 19">
                  <a:extLst>
                    <a:ext uri="{FF2B5EF4-FFF2-40B4-BE49-F238E27FC236}">
                      <a16:creationId xmlns:a16="http://schemas.microsoft.com/office/drawing/2014/main" id="{CCA3B2AB-9965-762A-98EF-D48A104BE549}"/>
                    </a:ext>
                  </a:extLst>
                </p14:cNvPr>
                <p14:cNvContentPartPr/>
                <p14:nvPr/>
              </p14:nvContentPartPr>
              <p14:xfrm>
                <a:off x="6391989" y="5146697"/>
                <a:ext cx="360" cy="77400"/>
              </p14:xfrm>
            </p:contentPart>
          </mc:Choice>
          <mc:Fallback xmlns="">
            <p:pic>
              <p:nvPicPr>
                <p:cNvPr id="20" name="Håndskrift 19">
                  <a:extLst>
                    <a:ext uri="{FF2B5EF4-FFF2-40B4-BE49-F238E27FC236}">
                      <a16:creationId xmlns:a16="http://schemas.microsoft.com/office/drawing/2014/main" id="{CCA3B2AB-9965-762A-98EF-D48A104BE549}"/>
                    </a:ext>
                  </a:extLst>
                </p:cNvPr>
                <p:cNvPicPr/>
                <p:nvPr/>
              </p:nvPicPr>
              <p:blipFill>
                <a:blip r:embed="rId14"/>
                <a:stretch>
                  <a:fillRect/>
                </a:stretch>
              </p:blipFill>
              <p:spPr>
                <a:xfrm>
                  <a:off x="6385869" y="5140577"/>
                  <a:ext cx="1260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1" name="Håndskrift 20">
                  <a:extLst>
                    <a:ext uri="{FF2B5EF4-FFF2-40B4-BE49-F238E27FC236}">
                      <a16:creationId xmlns:a16="http://schemas.microsoft.com/office/drawing/2014/main" id="{A8681C7D-1CF9-B0AA-F4B7-18611829105F}"/>
                    </a:ext>
                  </a:extLst>
                </p14:cNvPr>
                <p14:cNvContentPartPr/>
                <p14:nvPr/>
              </p14:nvContentPartPr>
              <p14:xfrm>
                <a:off x="6417909" y="5355497"/>
                <a:ext cx="7200" cy="43560"/>
              </p14:xfrm>
            </p:contentPart>
          </mc:Choice>
          <mc:Fallback xmlns="">
            <p:pic>
              <p:nvPicPr>
                <p:cNvPr id="21" name="Håndskrift 20">
                  <a:extLst>
                    <a:ext uri="{FF2B5EF4-FFF2-40B4-BE49-F238E27FC236}">
                      <a16:creationId xmlns:a16="http://schemas.microsoft.com/office/drawing/2014/main" id="{A8681C7D-1CF9-B0AA-F4B7-18611829105F}"/>
                    </a:ext>
                  </a:extLst>
                </p:cNvPr>
                <p:cNvPicPr/>
                <p:nvPr/>
              </p:nvPicPr>
              <p:blipFill>
                <a:blip r:embed="rId16"/>
                <a:stretch>
                  <a:fillRect/>
                </a:stretch>
              </p:blipFill>
              <p:spPr>
                <a:xfrm>
                  <a:off x="6411789" y="5349377"/>
                  <a:ext cx="194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2" name="Håndskrift 21">
                  <a:extLst>
                    <a:ext uri="{FF2B5EF4-FFF2-40B4-BE49-F238E27FC236}">
                      <a16:creationId xmlns:a16="http://schemas.microsoft.com/office/drawing/2014/main" id="{658726C8-90CC-13CA-DDF9-119C6253539F}"/>
                    </a:ext>
                  </a:extLst>
                </p14:cNvPr>
                <p14:cNvContentPartPr/>
                <p14:nvPr/>
              </p14:nvContentPartPr>
              <p14:xfrm>
                <a:off x="6426909" y="5503817"/>
                <a:ext cx="360" cy="147600"/>
              </p14:xfrm>
            </p:contentPart>
          </mc:Choice>
          <mc:Fallback xmlns="">
            <p:pic>
              <p:nvPicPr>
                <p:cNvPr id="22" name="Håndskrift 21">
                  <a:extLst>
                    <a:ext uri="{FF2B5EF4-FFF2-40B4-BE49-F238E27FC236}">
                      <a16:creationId xmlns:a16="http://schemas.microsoft.com/office/drawing/2014/main" id="{658726C8-90CC-13CA-DDF9-119C6253539F}"/>
                    </a:ext>
                  </a:extLst>
                </p:cNvPr>
                <p:cNvPicPr/>
                <p:nvPr/>
              </p:nvPicPr>
              <p:blipFill>
                <a:blip r:embed="rId18"/>
                <a:stretch>
                  <a:fillRect/>
                </a:stretch>
              </p:blipFill>
              <p:spPr>
                <a:xfrm>
                  <a:off x="6420789" y="5497697"/>
                  <a:ext cx="1260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3" name="Håndskrift 22">
                  <a:extLst>
                    <a:ext uri="{FF2B5EF4-FFF2-40B4-BE49-F238E27FC236}">
                      <a16:creationId xmlns:a16="http://schemas.microsoft.com/office/drawing/2014/main" id="{BB0A0A23-99FD-9984-ACE3-3879EFB685C2}"/>
                    </a:ext>
                  </a:extLst>
                </p14:cNvPr>
                <p14:cNvContentPartPr/>
                <p14:nvPr/>
              </p14:nvContentPartPr>
              <p14:xfrm>
                <a:off x="6426909" y="5782457"/>
                <a:ext cx="360" cy="138600"/>
              </p14:xfrm>
            </p:contentPart>
          </mc:Choice>
          <mc:Fallback xmlns="">
            <p:pic>
              <p:nvPicPr>
                <p:cNvPr id="23" name="Håndskrift 22">
                  <a:extLst>
                    <a:ext uri="{FF2B5EF4-FFF2-40B4-BE49-F238E27FC236}">
                      <a16:creationId xmlns:a16="http://schemas.microsoft.com/office/drawing/2014/main" id="{BB0A0A23-99FD-9984-ACE3-3879EFB685C2}"/>
                    </a:ext>
                  </a:extLst>
                </p:cNvPr>
                <p:cNvPicPr/>
                <p:nvPr/>
              </p:nvPicPr>
              <p:blipFill>
                <a:blip r:embed="rId20"/>
                <a:stretch>
                  <a:fillRect/>
                </a:stretch>
              </p:blipFill>
              <p:spPr>
                <a:xfrm>
                  <a:off x="6420789" y="5776337"/>
                  <a:ext cx="1260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4" name="Håndskrift 23">
                  <a:extLst>
                    <a:ext uri="{FF2B5EF4-FFF2-40B4-BE49-F238E27FC236}">
                      <a16:creationId xmlns:a16="http://schemas.microsoft.com/office/drawing/2014/main" id="{B2E61AB9-29AB-3F8B-F927-35ABAF0AB4AF}"/>
                    </a:ext>
                  </a:extLst>
                </p14:cNvPr>
                <p14:cNvContentPartPr/>
                <p14:nvPr/>
              </p14:nvContentPartPr>
              <p14:xfrm>
                <a:off x="6426909" y="6008897"/>
                <a:ext cx="360" cy="77400"/>
              </p14:xfrm>
            </p:contentPart>
          </mc:Choice>
          <mc:Fallback xmlns="">
            <p:pic>
              <p:nvPicPr>
                <p:cNvPr id="24" name="Håndskrift 23">
                  <a:extLst>
                    <a:ext uri="{FF2B5EF4-FFF2-40B4-BE49-F238E27FC236}">
                      <a16:creationId xmlns:a16="http://schemas.microsoft.com/office/drawing/2014/main" id="{B2E61AB9-29AB-3F8B-F927-35ABAF0AB4AF}"/>
                    </a:ext>
                  </a:extLst>
                </p:cNvPr>
                <p:cNvPicPr/>
                <p:nvPr/>
              </p:nvPicPr>
              <p:blipFill>
                <a:blip r:embed="rId14"/>
                <a:stretch>
                  <a:fillRect/>
                </a:stretch>
              </p:blipFill>
              <p:spPr>
                <a:xfrm>
                  <a:off x="6420789" y="6002777"/>
                  <a:ext cx="1260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5" name="Håndskrift 24">
                  <a:extLst>
                    <a:ext uri="{FF2B5EF4-FFF2-40B4-BE49-F238E27FC236}">
                      <a16:creationId xmlns:a16="http://schemas.microsoft.com/office/drawing/2014/main" id="{44F5285D-04CC-B9BE-E698-32763D6C1FF9}"/>
                    </a:ext>
                  </a:extLst>
                </p14:cNvPr>
                <p14:cNvContentPartPr/>
                <p14:nvPr/>
              </p14:nvContentPartPr>
              <p14:xfrm>
                <a:off x="6426909" y="6148217"/>
                <a:ext cx="360" cy="77400"/>
              </p14:xfrm>
            </p:contentPart>
          </mc:Choice>
          <mc:Fallback xmlns="">
            <p:pic>
              <p:nvPicPr>
                <p:cNvPr id="25" name="Håndskrift 24">
                  <a:extLst>
                    <a:ext uri="{FF2B5EF4-FFF2-40B4-BE49-F238E27FC236}">
                      <a16:creationId xmlns:a16="http://schemas.microsoft.com/office/drawing/2014/main" id="{44F5285D-04CC-B9BE-E698-32763D6C1FF9}"/>
                    </a:ext>
                  </a:extLst>
                </p:cNvPr>
                <p:cNvPicPr/>
                <p:nvPr/>
              </p:nvPicPr>
              <p:blipFill>
                <a:blip r:embed="rId14"/>
                <a:stretch>
                  <a:fillRect/>
                </a:stretch>
              </p:blipFill>
              <p:spPr>
                <a:xfrm>
                  <a:off x="6420789" y="6142097"/>
                  <a:ext cx="1260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6" name="Håndskrift 25">
                  <a:extLst>
                    <a:ext uri="{FF2B5EF4-FFF2-40B4-BE49-F238E27FC236}">
                      <a16:creationId xmlns:a16="http://schemas.microsoft.com/office/drawing/2014/main" id="{6D1A07DE-713C-EC5B-3F53-545E9288CB14}"/>
                    </a:ext>
                  </a:extLst>
                </p14:cNvPr>
                <p14:cNvContentPartPr/>
                <p14:nvPr/>
              </p14:nvContentPartPr>
              <p14:xfrm>
                <a:off x="6426909" y="6287537"/>
                <a:ext cx="5760" cy="36000"/>
              </p14:xfrm>
            </p:contentPart>
          </mc:Choice>
          <mc:Fallback xmlns="">
            <p:pic>
              <p:nvPicPr>
                <p:cNvPr id="26" name="Håndskrift 25">
                  <a:extLst>
                    <a:ext uri="{FF2B5EF4-FFF2-40B4-BE49-F238E27FC236}">
                      <a16:creationId xmlns:a16="http://schemas.microsoft.com/office/drawing/2014/main" id="{6D1A07DE-713C-EC5B-3F53-545E9288CB14}"/>
                    </a:ext>
                  </a:extLst>
                </p:cNvPr>
                <p:cNvPicPr/>
                <p:nvPr/>
              </p:nvPicPr>
              <p:blipFill>
                <a:blip r:embed="rId24"/>
                <a:stretch>
                  <a:fillRect/>
                </a:stretch>
              </p:blipFill>
              <p:spPr>
                <a:xfrm>
                  <a:off x="6420789" y="6281417"/>
                  <a:ext cx="1800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8" name="Håndskrift 27">
                  <a:extLst>
                    <a:ext uri="{FF2B5EF4-FFF2-40B4-BE49-F238E27FC236}">
                      <a16:creationId xmlns:a16="http://schemas.microsoft.com/office/drawing/2014/main" id="{414BCF43-7B41-E99D-0CF4-6F77769D7D09}"/>
                    </a:ext>
                  </a:extLst>
                </p14:cNvPr>
                <p14:cNvContentPartPr/>
                <p14:nvPr/>
              </p14:nvContentPartPr>
              <p14:xfrm>
                <a:off x="5851989" y="5703977"/>
                <a:ext cx="280800" cy="232920"/>
              </p14:xfrm>
            </p:contentPart>
          </mc:Choice>
          <mc:Fallback xmlns="">
            <p:pic>
              <p:nvPicPr>
                <p:cNvPr id="28" name="Håndskrift 27">
                  <a:extLst>
                    <a:ext uri="{FF2B5EF4-FFF2-40B4-BE49-F238E27FC236}">
                      <a16:creationId xmlns:a16="http://schemas.microsoft.com/office/drawing/2014/main" id="{414BCF43-7B41-E99D-0CF4-6F77769D7D09}"/>
                    </a:ext>
                  </a:extLst>
                </p:cNvPr>
                <p:cNvPicPr/>
                <p:nvPr/>
              </p:nvPicPr>
              <p:blipFill>
                <a:blip r:embed="rId26"/>
                <a:stretch>
                  <a:fillRect/>
                </a:stretch>
              </p:blipFill>
              <p:spPr>
                <a:xfrm>
                  <a:off x="5845869" y="5697857"/>
                  <a:ext cx="29304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9" name="Håndskrift 28">
                  <a:extLst>
                    <a:ext uri="{FF2B5EF4-FFF2-40B4-BE49-F238E27FC236}">
                      <a16:creationId xmlns:a16="http://schemas.microsoft.com/office/drawing/2014/main" id="{B43F73F9-D0CC-5CE4-6298-19E02E5F5775}"/>
                    </a:ext>
                  </a:extLst>
                </p14:cNvPr>
                <p14:cNvContentPartPr/>
                <p14:nvPr/>
              </p14:nvContentPartPr>
              <p14:xfrm>
                <a:off x="5825709" y="5676257"/>
                <a:ext cx="126720" cy="86760"/>
              </p14:xfrm>
            </p:contentPart>
          </mc:Choice>
          <mc:Fallback xmlns="">
            <p:pic>
              <p:nvPicPr>
                <p:cNvPr id="29" name="Håndskrift 28">
                  <a:extLst>
                    <a:ext uri="{FF2B5EF4-FFF2-40B4-BE49-F238E27FC236}">
                      <a16:creationId xmlns:a16="http://schemas.microsoft.com/office/drawing/2014/main" id="{B43F73F9-D0CC-5CE4-6298-19E02E5F5775}"/>
                    </a:ext>
                  </a:extLst>
                </p:cNvPr>
                <p:cNvPicPr/>
                <p:nvPr/>
              </p:nvPicPr>
              <p:blipFill>
                <a:blip r:embed="rId28"/>
                <a:stretch>
                  <a:fillRect/>
                </a:stretch>
              </p:blipFill>
              <p:spPr>
                <a:xfrm>
                  <a:off x="5819589" y="5670137"/>
                  <a:ext cx="13896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0" name="Håndskrift 29">
                  <a:extLst>
                    <a:ext uri="{FF2B5EF4-FFF2-40B4-BE49-F238E27FC236}">
                      <a16:creationId xmlns:a16="http://schemas.microsoft.com/office/drawing/2014/main" id="{F9154F14-1BC3-F22D-B513-9C707F5D3213}"/>
                    </a:ext>
                  </a:extLst>
                </p14:cNvPr>
                <p14:cNvContentPartPr/>
                <p14:nvPr/>
              </p14:nvContentPartPr>
              <p14:xfrm>
                <a:off x="6217749" y="5711897"/>
                <a:ext cx="758880" cy="272880"/>
              </p14:xfrm>
            </p:contentPart>
          </mc:Choice>
          <mc:Fallback xmlns="">
            <p:pic>
              <p:nvPicPr>
                <p:cNvPr id="30" name="Håndskrift 29">
                  <a:extLst>
                    <a:ext uri="{FF2B5EF4-FFF2-40B4-BE49-F238E27FC236}">
                      <a16:creationId xmlns:a16="http://schemas.microsoft.com/office/drawing/2014/main" id="{F9154F14-1BC3-F22D-B513-9C707F5D3213}"/>
                    </a:ext>
                  </a:extLst>
                </p:cNvPr>
                <p:cNvPicPr/>
                <p:nvPr/>
              </p:nvPicPr>
              <p:blipFill>
                <a:blip r:embed="rId30"/>
                <a:stretch>
                  <a:fillRect/>
                </a:stretch>
              </p:blipFill>
              <p:spPr>
                <a:xfrm>
                  <a:off x="6211629" y="5705777"/>
                  <a:ext cx="771120" cy="285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
            <p14:nvContentPartPr>
              <p14:cNvPr id="32" name="Håndskrift 31">
                <a:extLst>
                  <a:ext uri="{FF2B5EF4-FFF2-40B4-BE49-F238E27FC236}">
                    <a16:creationId xmlns:a16="http://schemas.microsoft.com/office/drawing/2014/main" id="{068DD332-FAB2-EC8E-60B5-D51F0B7F6B37}"/>
                  </a:ext>
                </a:extLst>
              </p14:cNvPr>
              <p14:cNvContentPartPr/>
              <p14:nvPr/>
            </p14:nvContentPartPr>
            <p14:xfrm>
              <a:off x="7497909" y="5692817"/>
              <a:ext cx="243360" cy="164880"/>
            </p14:xfrm>
          </p:contentPart>
        </mc:Choice>
        <mc:Fallback xmlns="">
          <p:pic>
            <p:nvPicPr>
              <p:cNvPr id="32" name="Håndskrift 31">
                <a:extLst>
                  <a:ext uri="{FF2B5EF4-FFF2-40B4-BE49-F238E27FC236}">
                    <a16:creationId xmlns:a16="http://schemas.microsoft.com/office/drawing/2014/main" id="{068DD332-FAB2-EC8E-60B5-D51F0B7F6B37}"/>
                  </a:ext>
                </a:extLst>
              </p:cNvPr>
              <p:cNvPicPr/>
              <p:nvPr/>
            </p:nvPicPr>
            <p:blipFill>
              <a:blip r:embed="rId32"/>
              <a:stretch>
                <a:fillRect/>
              </a:stretch>
            </p:blipFill>
            <p:spPr>
              <a:xfrm>
                <a:off x="7491789" y="5686697"/>
                <a:ext cx="2556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0" name="Håndskrift 39">
                <a:extLst>
                  <a:ext uri="{FF2B5EF4-FFF2-40B4-BE49-F238E27FC236}">
                    <a16:creationId xmlns:a16="http://schemas.microsoft.com/office/drawing/2014/main" id="{72BEDEC0-2389-8C8C-1819-A170752D91A7}"/>
                  </a:ext>
                </a:extLst>
              </p14:cNvPr>
              <p14:cNvContentPartPr/>
              <p14:nvPr/>
            </p14:nvContentPartPr>
            <p14:xfrm>
              <a:off x="9318069" y="5875697"/>
              <a:ext cx="209880" cy="100800"/>
            </p14:xfrm>
          </p:contentPart>
        </mc:Choice>
        <mc:Fallback xmlns="">
          <p:pic>
            <p:nvPicPr>
              <p:cNvPr id="40" name="Håndskrift 39">
                <a:extLst>
                  <a:ext uri="{FF2B5EF4-FFF2-40B4-BE49-F238E27FC236}">
                    <a16:creationId xmlns:a16="http://schemas.microsoft.com/office/drawing/2014/main" id="{72BEDEC0-2389-8C8C-1819-A170752D91A7}"/>
                  </a:ext>
                </a:extLst>
              </p:cNvPr>
              <p:cNvPicPr/>
              <p:nvPr/>
            </p:nvPicPr>
            <p:blipFill>
              <a:blip r:embed="rId34"/>
              <a:stretch>
                <a:fillRect/>
              </a:stretch>
            </p:blipFill>
            <p:spPr>
              <a:xfrm>
                <a:off x="9311949" y="5869577"/>
                <a:ext cx="222120" cy="113040"/>
              </a:xfrm>
              <a:prstGeom prst="rect">
                <a:avLst/>
              </a:prstGeom>
            </p:spPr>
          </p:pic>
        </mc:Fallback>
      </mc:AlternateContent>
      <p:grpSp>
        <p:nvGrpSpPr>
          <p:cNvPr id="45" name="Gruppe 44">
            <a:extLst>
              <a:ext uri="{FF2B5EF4-FFF2-40B4-BE49-F238E27FC236}">
                <a16:creationId xmlns:a16="http://schemas.microsoft.com/office/drawing/2014/main" id="{5C2A948F-6774-9C15-D77A-AC526552AEEE}"/>
              </a:ext>
            </a:extLst>
          </p:cNvPr>
          <p:cNvGrpSpPr/>
          <p:nvPr/>
        </p:nvGrpSpPr>
        <p:grpSpPr>
          <a:xfrm>
            <a:off x="8194509" y="6286817"/>
            <a:ext cx="1498320" cy="264240"/>
            <a:chOff x="8194509" y="6286817"/>
            <a:chExt cx="1498320" cy="264240"/>
          </a:xfrm>
        </p:grpSpPr>
        <mc:AlternateContent xmlns:mc="http://schemas.openxmlformats.org/markup-compatibility/2006" xmlns:p14="http://schemas.microsoft.com/office/powerpoint/2010/main">
          <mc:Choice Requires="p14">
            <p:contentPart p14:bwMode="auto" r:id="rId35">
              <p14:nvContentPartPr>
                <p14:cNvPr id="42" name="Håndskrift 41">
                  <a:extLst>
                    <a:ext uri="{FF2B5EF4-FFF2-40B4-BE49-F238E27FC236}">
                      <a16:creationId xmlns:a16="http://schemas.microsoft.com/office/drawing/2014/main" id="{A1899AD8-FB62-7932-C194-5F4E918652E6}"/>
                    </a:ext>
                  </a:extLst>
                </p14:cNvPr>
                <p14:cNvContentPartPr/>
                <p14:nvPr/>
              </p14:nvContentPartPr>
              <p14:xfrm>
                <a:off x="8194509" y="6286817"/>
                <a:ext cx="1403280" cy="169920"/>
              </p14:xfrm>
            </p:contentPart>
          </mc:Choice>
          <mc:Fallback xmlns="">
            <p:pic>
              <p:nvPicPr>
                <p:cNvPr id="42" name="Håndskrift 41">
                  <a:extLst>
                    <a:ext uri="{FF2B5EF4-FFF2-40B4-BE49-F238E27FC236}">
                      <a16:creationId xmlns:a16="http://schemas.microsoft.com/office/drawing/2014/main" id="{A1899AD8-FB62-7932-C194-5F4E918652E6}"/>
                    </a:ext>
                  </a:extLst>
                </p:cNvPr>
                <p:cNvPicPr/>
                <p:nvPr/>
              </p:nvPicPr>
              <p:blipFill>
                <a:blip r:embed="rId36"/>
                <a:stretch>
                  <a:fillRect/>
                </a:stretch>
              </p:blipFill>
              <p:spPr>
                <a:xfrm>
                  <a:off x="8188389" y="6280697"/>
                  <a:ext cx="141552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3" name="Håndskrift 42">
                  <a:extLst>
                    <a:ext uri="{FF2B5EF4-FFF2-40B4-BE49-F238E27FC236}">
                      <a16:creationId xmlns:a16="http://schemas.microsoft.com/office/drawing/2014/main" id="{A5F49B34-4C22-D9DA-0EC2-E1E7080C9662}"/>
                    </a:ext>
                  </a:extLst>
                </p14:cNvPr>
                <p14:cNvContentPartPr/>
                <p14:nvPr/>
              </p14:nvContentPartPr>
              <p14:xfrm>
                <a:off x="9517509" y="6444137"/>
                <a:ext cx="175320" cy="105120"/>
              </p14:xfrm>
            </p:contentPart>
          </mc:Choice>
          <mc:Fallback xmlns="">
            <p:pic>
              <p:nvPicPr>
                <p:cNvPr id="43" name="Håndskrift 42">
                  <a:extLst>
                    <a:ext uri="{FF2B5EF4-FFF2-40B4-BE49-F238E27FC236}">
                      <a16:creationId xmlns:a16="http://schemas.microsoft.com/office/drawing/2014/main" id="{A5F49B34-4C22-D9DA-0EC2-E1E7080C9662}"/>
                    </a:ext>
                  </a:extLst>
                </p:cNvPr>
                <p:cNvPicPr/>
                <p:nvPr/>
              </p:nvPicPr>
              <p:blipFill>
                <a:blip r:embed="rId38"/>
                <a:stretch>
                  <a:fillRect/>
                </a:stretch>
              </p:blipFill>
              <p:spPr>
                <a:xfrm>
                  <a:off x="9511389" y="6438017"/>
                  <a:ext cx="18756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4" name="Håndskrift 43">
                  <a:extLst>
                    <a:ext uri="{FF2B5EF4-FFF2-40B4-BE49-F238E27FC236}">
                      <a16:creationId xmlns:a16="http://schemas.microsoft.com/office/drawing/2014/main" id="{2E9A9BF1-3EB1-F760-EF67-BA0B2524013B}"/>
                    </a:ext>
                  </a:extLst>
                </p14:cNvPr>
                <p14:cNvContentPartPr/>
                <p14:nvPr/>
              </p14:nvContentPartPr>
              <p14:xfrm>
                <a:off x="9553149" y="6452777"/>
                <a:ext cx="101880" cy="98280"/>
              </p14:xfrm>
            </p:contentPart>
          </mc:Choice>
          <mc:Fallback xmlns="">
            <p:pic>
              <p:nvPicPr>
                <p:cNvPr id="44" name="Håndskrift 43">
                  <a:extLst>
                    <a:ext uri="{FF2B5EF4-FFF2-40B4-BE49-F238E27FC236}">
                      <a16:creationId xmlns:a16="http://schemas.microsoft.com/office/drawing/2014/main" id="{2E9A9BF1-3EB1-F760-EF67-BA0B2524013B}"/>
                    </a:ext>
                  </a:extLst>
                </p:cNvPr>
                <p:cNvPicPr/>
                <p:nvPr/>
              </p:nvPicPr>
              <p:blipFill>
                <a:blip r:embed="rId40"/>
                <a:stretch>
                  <a:fillRect/>
                </a:stretch>
              </p:blipFill>
              <p:spPr>
                <a:xfrm>
                  <a:off x="9547029" y="6446657"/>
                  <a:ext cx="114120" cy="110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1">
            <p14:nvContentPartPr>
              <p14:cNvPr id="47" name="Håndskrift 46">
                <a:extLst>
                  <a:ext uri="{FF2B5EF4-FFF2-40B4-BE49-F238E27FC236}">
                    <a16:creationId xmlns:a16="http://schemas.microsoft.com/office/drawing/2014/main" id="{CE397AED-EEC2-6626-D767-37DC65D624BE}"/>
                  </a:ext>
                </a:extLst>
              </p14:cNvPr>
              <p14:cNvContentPartPr/>
              <p14:nvPr/>
            </p14:nvContentPartPr>
            <p14:xfrm>
              <a:off x="9056709" y="6252617"/>
              <a:ext cx="17640" cy="209160"/>
            </p14:xfrm>
          </p:contentPart>
        </mc:Choice>
        <mc:Fallback xmlns="">
          <p:pic>
            <p:nvPicPr>
              <p:cNvPr id="47" name="Håndskrift 46">
                <a:extLst>
                  <a:ext uri="{FF2B5EF4-FFF2-40B4-BE49-F238E27FC236}">
                    <a16:creationId xmlns:a16="http://schemas.microsoft.com/office/drawing/2014/main" id="{CE397AED-EEC2-6626-D767-37DC65D624BE}"/>
                  </a:ext>
                </a:extLst>
              </p:cNvPr>
              <p:cNvPicPr/>
              <p:nvPr/>
            </p:nvPicPr>
            <p:blipFill>
              <a:blip r:embed="rId42"/>
              <a:stretch>
                <a:fillRect/>
              </a:stretch>
            </p:blipFill>
            <p:spPr>
              <a:xfrm>
                <a:off x="9050589" y="6246497"/>
                <a:ext cx="29880" cy="221400"/>
              </a:xfrm>
              <a:prstGeom prst="rect">
                <a:avLst/>
              </a:prstGeom>
            </p:spPr>
          </p:pic>
        </mc:Fallback>
      </mc:AlternateContent>
      <p:grpSp>
        <p:nvGrpSpPr>
          <p:cNvPr id="63" name="Gruppe 62">
            <a:extLst>
              <a:ext uri="{FF2B5EF4-FFF2-40B4-BE49-F238E27FC236}">
                <a16:creationId xmlns:a16="http://schemas.microsoft.com/office/drawing/2014/main" id="{D72B59D6-DFC5-B63F-11F1-4C441218A343}"/>
              </a:ext>
            </a:extLst>
          </p:cNvPr>
          <p:cNvGrpSpPr/>
          <p:nvPr/>
        </p:nvGrpSpPr>
        <p:grpSpPr>
          <a:xfrm>
            <a:off x="8943669" y="6522617"/>
            <a:ext cx="191880" cy="225000"/>
            <a:chOff x="8943669" y="6522617"/>
            <a:chExt cx="191880" cy="225000"/>
          </a:xfrm>
        </p:grpSpPr>
        <mc:AlternateContent xmlns:mc="http://schemas.openxmlformats.org/markup-compatibility/2006" xmlns:p14="http://schemas.microsoft.com/office/powerpoint/2010/main">
          <mc:Choice Requires="p14">
            <p:contentPart p14:bwMode="auto" r:id="rId43">
              <p14:nvContentPartPr>
                <p14:cNvPr id="48" name="Håndskrift 47">
                  <a:extLst>
                    <a:ext uri="{FF2B5EF4-FFF2-40B4-BE49-F238E27FC236}">
                      <a16:creationId xmlns:a16="http://schemas.microsoft.com/office/drawing/2014/main" id="{DC053ADE-EF42-6FC4-40C1-8DF5119EDF73}"/>
                    </a:ext>
                  </a:extLst>
                </p14:cNvPr>
                <p14:cNvContentPartPr/>
                <p14:nvPr/>
              </p14:nvContentPartPr>
              <p14:xfrm>
                <a:off x="8953029" y="6574817"/>
                <a:ext cx="156240" cy="80640"/>
              </p14:xfrm>
            </p:contentPart>
          </mc:Choice>
          <mc:Fallback xmlns="">
            <p:pic>
              <p:nvPicPr>
                <p:cNvPr id="48" name="Håndskrift 47">
                  <a:extLst>
                    <a:ext uri="{FF2B5EF4-FFF2-40B4-BE49-F238E27FC236}">
                      <a16:creationId xmlns:a16="http://schemas.microsoft.com/office/drawing/2014/main" id="{DC053ADE-EF42-6FC4-40C1-8DF5119EDF73}"/>
                    </a:ext>
                  </a:extLst>
                </p:cNvPr>
                <p:cNvPicPr/>
                <p:nvPr/>
              </p:nvPicPr>
              <p:blipFill>
                <a:blip r:embed="rId44"/>
                <a:stretch>
                  <a:fillRect/>
                </a:stretch>
              </p:blipFill>
              <p:spPr>
                <a:xfrm>
                  <a:off x="8946909" y="6568697"/>
                  <a:ext cx="16848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9" name="Håndskrift 48">
                  <a:extLst>
                    <a:ext uri="{FF2B5EF4-FFF2-40B4-BE49-F238E27FC236}">
                      <a16:creationId xmlns:a16="http://schemas.microsoft.com/office/drawing/2014/main" id="{EBEB4585-4822-F9F7-9C74-FFD5B35AE8D8}"/>
                    </a:ext>
                  </a:extLst>
                </p14:cNvPr>
                <p14:cNvContentPartPr/>
                <p14:nvPr/>
              </p14:nvContentPartPr>
              <p14:xfrm>
                <a:off x="8943669" y="6522617"/>
                <a:ext cx="113760" cy="138960"/>
              </p14:xfrm>
            </p:contentPart>
          </mc:Choice>
          <mc:Fallback xmlns="">
            <p:pic>
              <p:nvPicPr>
                <p:cNvPr id="49" name="Håndskrift 48">
                  <a:extLst>
                    <a:ext uri="{FF2B5EF4-FFF2-40B4-BE49-F238E27FC236}">
                      <a16:creationId xmlns:a16="http://schemas.microsoft.com/office/drawing/2014/main" id="{EBEB4585-4822-F9F7-9C74-FFD5B35AE8D8}"/>
                    </a:ext>
                  </a:extLst>
                </p:cNvPr>
                <p:cNvPicPr/>
                <p:nvPr/>
              </p:nvPicPr>
              <p:blipFill>
                <a:blip r:embed="rId46"/>
                <a:stretch>
                  <a:fillRect/>
                </a:stretch>
              </p:blipFill>
              <p:spPr>
                <a:xfrm>
                  <a:off x="8937549" y="6516497"/>
                  <a:ext cx="1260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1" name="Håndskrift 50">
                  <a:extLst>
                    <a:ext uri="{FF2B5EF4-FFF2-40B4-BE49-F238E27FC236}">
                      <a16:creationId xmlns:a16="http://schemas.microsoft.com/office/drawing/2014/main" id="{28932195-0290-E3EC-471D-374117412870}"/>
                    </a:ext>
                  </a:extLst>
                </p14:cNvPr>
                <p14:cNvContentPartPr/>
                <p14:nvPr/>
              </p14:nvContentPartPr>
              <p14:xfrm>
                <a:off x="9048069" y="6661937"/>
                <a:ext cx="28440" cy="31680"/>
              </p14:xfrm>
            </p:contentPart>
          </mc:Choice>
          <mc:Fallback xmlns="">
            <p:pic>
              <p:nvPicPr>
                <p:cNvPr id="51" name="Håndskrift 50">
                  <a:extLst>
                    <a:ext uri="{FF2B5EF4-FFF2-40B4-BE49-F238E27FC236}">
                      <a16:creationId xmlns:a16="http://schemas.microsoft.com/office/drawing/2014/main" id="{28932195-0290-E3EC-471D-374117412870}"/>
                    </a:ext>
                  </a:extLst>
                </p:cNvPr>
                <p:cNvPicPr/>
                <p:nvPr/>
              </p:nvPicPr>
              <p:blipFill>
                <a:blip r:embed="rId48"/>
                <a:stretch>
                  <a:fillRect/>
                </a:stretch>
              </p:blipFill>
              <p:spPr>
                <a:xfrm>
                  <a:off x="9041949" y="6655817"/>
                  <a:ext cx="4068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2" name="Håndskrift 61">
                  <a:extLst>
                    <a:ext uri="{FF2B5EF4-FFF2-40B4-BE49-F238E27FC236}">
                      <a16:creationId xmlns:a16="http://schemas.microsoft.com/office/drawing/2014/main" id="{9BD0EBAA-F3AF-4179-5FE8-D53D46028325}"/>
                    </a:ext>
                  </a:extLst>
                </p14:cNvPr>
                <p14:cNvContentPartPr/>
                <p14:nvPr/>
              </p14:nvContentPartPr>
              <p14:xfrm>
                <a:off x="9135189" y="6687857"/>
                <a:ext cx="360" cy="59760"/>
              </p14:xfrm>
            </p:contentPart>
          </mc:Choice>
          <mc:Fallback xmlns="">
            <p:pic>
              <p:nvPicPr>
                <p:cNvPr id="62" name="Håndskrift 61">
                  <a:extLst>
                    <a:ext uri="{FF2B5EF4-FFF2-40B4-BE49-F238E27FC236}">
                      <a16:creationId xmlns:a16="http://schemas.microsoft.com/office/drawing/2014/main" id="{9BD0EBAA-F3AF-4179-5FE8-D53D46028325}"/>
                    </a:ext>
                  </a:extLst>
                </p:cNvPr>
                <p:cNvPicPr/>
                <p:nvPr/>
              </p:nvPicPr>
              <p:blipFill>
                <a:blip r:embed="rId50"/>
                <a:stretch>
                  <a:fillRect/>
                </a:stretch>
              </p:blipFill>
              <p:spPr>
                <a:xfrm>
                  <a:off x="9129069" y="6681737"/>
                  <a:ext cx="12600" cy="7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1">
            <p14:nvContentPartPr>
              <p14:cNvPr id="69" name="Håndskrift 68">
                <a:extLst>
                  <a:ext uri="{FF2B5EF4-FFF2-40B4-BE49-F238E27FC236}">
                    <a16:creationId xmlns:a16="http://schemas.microsoft.com/office/drawing/2014/main" id="{58E9DDB4-7967-44E1-7DE2-FDC58C9ADE67}"/>
                  </a:ext>
                </a:extLst>
              </p14:cNvPr>
              <p14:cNvContentPartPr/>
              <p14:nvPr/>
            </p14:nvContentPartPr>
            <p14:xfrm>
              <a:off x="8904429" y="5947697"/>
              <a:ext cx="91440" cy="21600"/>
            </p14:xfrm>
          </p:contentPart>
        </mc:Choice>
        <mc:Fallback xmlns="">
          <p:pic>
            <p:nvPicPr>
              <p:cNvPr id="69" name="Håndskrift 68">
                <a:extLst>
                  <a:ext uri="{FF2B5EF4-FFF2-40B4-BE49-F238E27FC236}">
                    <a16:creationId xmlns:a16="http://schemas.microsoft.com/office/drawing/2014/main" id="{58E9DDB4-7967-44E1-7DE2-FDC58C9ADE67}"/>
                  </a:ext>
                </a:extLst>
              </p:cNvPr>
              <p:cNvPicPr/>
              <p:nvPr/>
            </p:nvPicPr>
            <p:blipFill>
              <a:blip r:embed="rId52"/>
              <a:stretch>
                <a:fillRect/>
              </a:stretch>
            </p:blipFill>
            <p:spPr>
              <a:xfrm>
                <a:off x="8898309" y="5941577"/>
                <a:ext cx="103680" cy="33840"/>
              </a:xfrm>
              <a:prstGeom prst="rect">
                <a:avLst/>
              </a:prstGeom>
            </p:spPr>
          </p:pic>
        </mc:Fallback>
      </mc:AlternateContent>
      <p:grpSp>
        <p:nvGrpSpPr>
          <p:cNvPr id="74" name="Gruppe 73">
            <a:extLst>
              <a:ext uri="{FF2B5EF4-FFF2-40B4-BE49-F238E27FC236}">
                <a16:creationId xmlns:a16="http://schemas.microsoft.com/office/drawing/2014/main" id="{C1F18032-4025-1DE8-380D-CD623E8E7C51}"/>
              </a:ext>
            </a:extLst>
          </p:cNvPr>
          <p:cNvGrpSpPr/>
          <p:nvPr/>
        </p:nvGrpSpPr>
        <p:grpSpPr>
          <a:xfrm>
            <a:off x="8699589" y="5747537"/>
            <a:ext cx="218160" cy="277560"/>
            <a:chOff x="8699589" y="5747537"/>
            <a:chExt cx="218160" cy="277560"/>
          </a:xfrm>
        </p:grpSpPr>
        <mc:AlternateContent xmlns:mc="http://schemas.openxmlformats.org/markup-compatibility/2006" xmlns:p14="http://schemas.microsoft.com/office/powerpoint/2010/main">
          <mc:Choice Requires="p14">
            <p:contentPart p14:bwMode="auto" r:id="rId53">
              <p14:nvContentPartPr>
                <p14:cNvPr id="71" name="Håndskrift 70">
                  <a:extLst>
                    <a:ext uri="{FF2B5EF4-FFF2-40B4-BE49-F238E27FC236}">
                      <a16:creationId xmlns:a16="http://schemas.microsoft.com/office/drawing/2014/main" id="{857AA55E-5734-D5DC-1887-9CC8DBE209B5}"/>
                    </a:ext>
                  </a:extLst>
                </p14:cNvPr>
                <p14:cNvContentPartPr/>
                <p14:nvPr/>
              </p14:nvContentPartPr>
              <p14:xfrm>
                <a:off x="8848629" y="5935457"/>
                <a:ext cx="69120" cy="89640"/>
              </p14:xfrm>
            </p:contentPart>
          </mc:Choice>
          <mc:Fallback xmlns="">
            <p:pic>
              <p:nvPicPr>
                <p:cNvPr id="71" name="Håndskrift 70">
                  <a:extLst>
                    <a:ext uri="{FF2B5EF4-FFF2-40B4-BE49-F238E27FC236}">
                      <a16:creationId xmlns:a16="http://schemas.microsoft.com/office/drawing/2014/main" id="{857AA55E-5734-D5DC-1887-9CC8DBE209B5}"/>
                    </a:ext>
                  </a:extLst>
                </p:cNvPr>
                <p:cNvPicPr/>
                <p:nvPr/>
              </p:nvPicPr>
              <p:blipFill>
                <a:blip r:embed="rId54"/>
                <a:stretch>
                  <a:fillRect/>
                </a:stretch>
              </p:blipFill>
              <p:spPr>
                <a:xfrm>
                  <a:off x="8842509" y="5929337"/>
                  <a:ext cx="8136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Håndskrift 71">
                  <a:extLst>
                    <a:ext uri="{FF2B5EF4-FFF2-40B4-BE49-F238E27FC236}">
                      <a16:creationId xmlns:a16="http://schemas.microsoft.com/office/drawing/2014/main" id="{5D0047DC-20CB-2C82-E746-3E6849FEE847}"/>
                    </a:ext>
                  </a:extLst>
                </p14:cNvPr>
                <p14:cNvContentPartPr/>
                <p14:nvPr/>
              </p14:nvContentPartPr>
              <p14:xfrm>
                <a:off x="8699589" y="5800817"/>
                <a:ext cx="122400" cy="122760"/>
              </p14:xfrm>
            </p:contentPart>
          </mc:Choice>
          <mc:Fallback xmlns="">
            <p:pic>
              <p:nvPicPr>
                <p:cNvPr id="72" name="Håndskrift 71">
                  <a:extLst>
                    <a:ext uri="{FF2B5EF4-FFF2-40B4-BE49-F238E27FC236}">
                      <a16:creationId xmlns:a16="http://schemas.microsoft.com/office/drawing/2014/main" id="{5D0047DC-20CB-2C82-E746-3E6849FEE847}"/>
                    </a:ext>
                  </a:extLst>
                </p:cNvPr>
                <p:cNvPicPr/>
                <p:nvPr/>
              </p:nvPicPr>
              <p:blipFill>
                <a:blip r:embed="rId56"/>
                <a:stretch>
                  <a:fillRect/>
                </a:stretch>
              </p:blipFill>
              <p:spPr>
                <a:xfrm>
                  <a:off x="8693469" y="5794697"/>
                  <a:ext cx="1346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3" name="Håndskrift 72">
                  <a:extLst>
                    <a:ext uri="{FF2B5EF4-FFF2-40B4-BE49-F238E27FC236}">
                      <a16:creationId xmlns:a16="http://schemas.microsoft.com/office/drawing/2014/main" id="{E81B1F08-4DDB-E704-E71E-BE35A2766A46}"/>
                    </a:ext>
                  </a:extLst>
                </p14:cNvPr>
                <p14:cNvContentPartPr/>
                <p14:nvPr/>
              </p14:nvContentPartPr>
              <p14:xfrm>
                <a:off x="8865189" y="5747537"/>
                <a:ext cx="9360" cy="59760"/>
              </p14:xfrm>
            </p:contentPart>
          </mc:Choice>
          <mc:Fallback xmlns="">
            <p:pic>
              <p:nvPicPr>
                <p:cNvPr id="73" name="Håndskrift 72">
                  <a:extLst>
                    <a:ext uri="{FF2B5EF4-FFF2-40B4-BE49-F238E27FC236}">
                      <a16:creationId xmlns:a16="http://schemas.microsoft.com/office/drawing/2014/main" id="{E81B1F08-4DDB-E704-E71E-BE35A2766A46}"/>
                    </a:ext>
                  </a:extLst>
                </p:cNvPr>
                <p:cNvPicPr/>
                <p:nvPr/>
              </p:nvPicPr>
              <p:blipFill>
                <a:blip r:embed="rId58"/>
                <a:stretch>
                  <a:fillRect/>
                </a:stretch>
              </p:blipFill>
              <p:spPr>
                <a:xfrm>
                  <a:off x="8859069" y="5741417"/>
                  <a:ext cx="21600" cy="7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9">
            <p14:nvContentPartPr>
              <p14:cNvPr id="75" name="Håndskrift 74">
                <a:extLst>
                  <a:ext uri="{FF2B5EF4-FFF2-40B4-BE49-F238E27FC236}">
                    <a16:creationId xmlns:a16="http://schemas.microsoft.com/office/drawing/2014/main" id="{F58A9A80-601B-9F1C-D8C3-7387A828FB18}"/>
                  </a:ext>
                </a:extLst>
              </p14:cNvPr>
              <p14:cNvContentPartPr/>
              <p14:nvPr/>
            </p14:nvContentPartPr>
            <p14:xfrm>
              <a:off x="9962469" y="5556017"/>
              <a:ext cx="237240" cy="196560"/>
            </p14:xfrm>
          </p:contentPart>
        </mc:Choice>
        <mc:Fallback xmlns="">
          <p:pic>
            <p:nvPicPr>
              <p:cNvPr id="75" name="Håndskrift 74">
                <a:extLst>
                  <a:ext uri="{FF2B5EF4-FFF2-40B4-BE49-F238E27FC236}">
                    <a16:creationId xmlns:a16="http://schemas.microsoft.com/office/drawing/2014/main" id="{F58A9A80-601B-9F1C-D8C3-7387A828FB18}"/>
                  </a:ext>
                </a:extLst>
              </p:cNvPr>
              <p:cNvPicPr/>
              <p:nvPr/>
            </p:nvPicPr>
            <p:blipFill>
              <a:blip r:embed="rId60"/>
              <a:stretch>
                <a:fillRect/>
              </a:stretch>
            </p:blipFill>
            <p:spPr>
              <a:xfrm>
                <a:off x="9956349" y="5549897"/>
                <a:ext cx="24948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76" name="Håndskrift 75">
                <a:extLst>
                  <a:ext uri="{FF2B5EF4-FFF2-40B4-BE49-F238E27FC236}">
                    <a16:creationId xmlns:a16="http://schemas.microsoft.com/office/drawing/2014/main" id="{1869E477-55E5-313B-4FC7-5EA54AB21688}"/>
                  </a:ext>
                </a:extLst>
              </p14:cNvPr>
              <p14:cNvContentPartPr/>
              <p14:nvPr/>
            </p14:nvContentPartPr>
            <p14:xfrm>
              <a:off x="10571949" y="5041937"/>
              <a:ext cx="1305720" cy="52920"/>
            </p14:xfrm>
          </p:contentPart>
        </mc:Choice>
        <mc:Fallback xmlns="">
          <p:pic>
            <p:nvPicPr>
              <p:cNvPr id="76" name="Håndskrift 75">
                <a:extLst>
                  <a:ext uri="{FF2B5EF4-FFF2-40B4-BE49-F238E27FC236}">
                    <a16:creationId xmlns:a16="http://schemas.microsoft.com/office/drawing/2014/main" id="{1869E477-55E5-313B-4FC7-5EA54AB21688}"/>
                  </a:ext>
                </a:extLst>
              </p:cNvPr>
              <p:cNvPicPr/>
              <p:nvPr/>
            </p:nvPicPr>
            <p:blipFill>
              <a:blip r:embed="rId62"/>
              <a:stretch>
                <a:fillRect/>
              </a:stretch>
            </p:blipFill>
            <p:spPr>
              <a:xfrm>
                <a:off x="10565829" y="5035817"/>
                <a:ext cx="13179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78" name="Håndskrift 77">
                <a:extLst>
                  <a:ext uri="{FF2B5EF4-FFF2-40B4-BE49-F238E27FC236}">
                    <a16:creationId xmlns:a16="http://schemas.microsoft.com/office/drawing/2014/main" id="{71ADACB4-57C4-DBC6-7DA1-713AB963ABD8}"/>
                  </a:ext>
                </a:extLst>
              </p14:cNvPr>
              <p14:cNvContentPartPr/>
              <p14:nvPr/>
            </p14:nvContentPartPr>
            <p14:xfrm>
              <a:off x="11268549" y="5085497"/>
              <a:ext cx="61560" cy="819360"/>
            </p14:xfrm>
          </p:contentPart>
        </mc:Choice>
        <mc:Fallback xmlns="">
          <p:pic>
            <p:nvPicPr>
              <p:cNvPr id="78" name="Håndskrift 77">
                <a:extLst>
                  <a:ext uri="{FF2B5EF4-FFF2-40B4-BE49-F238E27FC236}">
                    <a16:creationId xmlns:a16="http://schemas.microsoft.com/office/drawing/2014/main" id="{71ADACB4-57C4-DBC6-7DA1-713AB963ABD8}"/>
                  </a:ext>
                </a:extLst>
              </p:cNvPr>
              <p:cNvPicPr/>
              <p:nvPr/>
            </p:nvPicPr>
            <p:blipFill>
              <a:blip r:embed="rId64"/>
              <a:stretch>
                <a:fillRect/>
              </a:stretch>
            </p:blipFill>
            <p:spPr>
              <a:xfrm>
                <a:off x="11262429" y="5079377"/>
                <a:ext cx="73800" cy="8316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79" name="Håndskrift 78">
                <a:extLst>
                  <a:ext uri="{FF2B5EF4-FFF2-40B4-BE49-F238E27FC236}">
                    <a16:creationId xmlns:a16="http://schemas.microsoft.com/office/drawing/2014/main" id="{E09B2F28-1A2C-25A2-6D40-6C8EB2D136E8}"/>
                  </a:ext>
                </a:extLst>
              </p14:cNvPr>
              <p14:cNvContentPartPr/>
              <p14:nvPr/>
            </p14:nvContentPartPr>
            <p14:xfrm>
              <a:off x="11249829" y="5892977"/>
              <a:ext cx="126000" cy="140760"/>
            </p14:xfrm>
          </p:contentPart>
        </mc:Choice>
        <mc:Fallback xmlns="">
          <p:pic>
            <p:nvPicPr>
              <p:cNvPr id="79" name="Håndskrift 78">
                <a:extLst>
                  <a:ext uri="{FF2B5EF4-FFF2-40B4-BE49-F238E27FC236}">
                    <a16:creationId xmlns:a16="http://schemas.microsoft.com/office/drawing/2014/main" id="{E09B2F28-1A2C-25A2-6D40-6C8EB2D136E8}"/>
                  </a:ext>
                </a:extLst>
              </p:cNvPr>
              <p:cNvPicPr/>
              <p:nvPr/>
            </p:nvPicPr>
            <p:blipFill>
              <a:blip r:embed="rId66"/>
              <a:stretch>
                <a:fillRect/>
              </a:stretch>
            </p:blipFill>
            <p:spPr>
              <a:xfrm>
                <a:off x="11243709" y="5886857"/>
                <a:ext cx="138240" cy="153000"/>
              </a:xfrm>
              <a:prstGeom prst="rect">
                <a:avLst/>
              </a:prstGeom>
            </p:spPr>
          </p:pic>
        </mc:Fallback>
      </mc:AlternateContent>
      <p:grpSp>
        <p:nvGrpSpPr>
          <p:cNvPr id="95" name="Gruppe 94">
            <a:extLst>
              <a:ext uri="{FF2B5EF4-FFF2-40B4-BE49-F238E27FC236}">
                <a16:creationId xmlns:a16="http://schemas.microsoft.com/office/drawing/2014/main" id="{729E8A0D-A3E8-4BD9-292B-137AE7254E08}"/>
              </a:ext>
            </a:extLst>
          </p:cNvPr>
          <p:cNvGrpSpPr/>
          <p:nvPr/>
        </p:nvGrpSpPr>
        <p:grpSpPr>
          <a:xfrm>
            <a:off x="8159589" y="5007377"/>
            <a:ext cx="1284480" cy="1061640"/>
            <a:chOff x="8159589" y="5007377"/>
            <a:chExt cx="1284480" cy="1061640"/>
          </a:xfrm>
        </p:grpSpPr>
        <mc:AlternateContent xmlns:mc="http://schemas.openxmlformats.org/markup-compatibility/2006" xmlns:p14="http://schemas.microsoft.com/office/powerpoint/2010/main">
          <mc:Choice Requires="p14">
            <p:contentPart p14:bwMode="auto" r:id="rId67">
              <p14:nvContentPartPr>
                <p14:cNvPr id="33" name="Håndskrift 32">
                  <a:extLst>
                    <a:ext uri="{FF2B5EF4-FFF2-40B4-BE49-F238E27FC236}">
                      <a16:creationId xmlns:a16="http://schemas.microsoft.com/office/drawing/2014/main" id="{2B4A0708-AA7E-D446-698E-41206DCF4B32}"/>
                    </a:ext>
                  </a:extLst>
                </p14:cNvPr>
                <p14:cNvContentPartPr/>
                <p14:nvPr/>
              </p14:nvContentPartPr>
              <p14:xfrm>
                <a:off x="8159589" y="5008097"/>
                <a:ext cx="1175760" cy="25560"/>
              </p14:xfrm>
            </p:contentPart>
          </mc:Choice>
          <mc:Fallback xmlns="">
            <p:pic>
              <p:nvPicPr>
                <p:cNvPr id="33" name="Håndskrift 32">
                  <a:extLst>
                    <a:ext uri="{FF2B5EF4-FFF2-40B4-BE49-F238E27FC236}">
                      <a16:creationId xmlns:a16="http://schemas.microsoft.com/office/drawing/2014/main" id="{2B4A0708-AA7E-D446-698E-41206DCF4B32}"/>
                    </a:ext>
                  </a:extLst>
                </p:cNvPr>
                <p:cNvPicPr/>
                <p:nvPr/>
              </p:nvPicPr>
              <p:blipFill>
                <a:blip r:embed="rId68"/>
                <a:stretch>
                  <a:fillRect/>
                </a:stretch>
              </p:blipFill>
              <p:spPr>
                <a:xfrm>
                  <a:off x="8153469" y="5001977"/>
                  <a:ext cx="118800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34" name="Håndskrift 33">
                  <a:extLst>
                    <a:ext uri="{FF2B5EF4-FFF2-40B4-BE49-F238E27FC236}">
                      <a16:creationId xmlns:a16="http://schemas.microsoft.com/office/drawing/2014/main" id="{1975D86A-D9BB-BD2F-E170-C36DA2BD6A27}"/>
                    </a:ext>
                  </a:extLst>
                </p14:cNvPr>
                <p14:cNvContentPartPr/>
                <p14:nvPr/>
              </p14:nvContentPartPr>
              <p14:xfrm>
                <a:off x="8725869" y="5059577"/>
                <a:ext cx="349200" cy="791640"/>
              </p14:xfrm>
            </p:contentPart>
          </mc:Choice>
          <mc:Fallback xmlns="">
            <p:pic>
              <p:nvPicPr>
                <p:cNvPr id="34" name="Håndskrift 33">
                  <a:extLst>
                    <a:ext uri="{FF2B5EF4-FFF2-40B4-BE49-F238E27FC236}">
                      <a16:creationId xmlns:a16="http://schemas.microsoft.com/office/drawing/2014/main" id="{1975D86A-D9BB-BD2F-E170-C36DA2BD6A27}"/>
                    </a:ext>
                  </a:extLst>
                </p:cNvPr>
                <p:cNvPicPr/>
                <p:nvPr/>
              </p:nvPicPr>
              <p:blipFill>
                <a:blip r:embed="rId70"/>
                <a:stretch>
                  <a:fillRect/>
                </a:stretch>
              </p:blipFill>
              <p:spPr>
                <a:xfrm>
                  <a:off x="8719749" y="5053457"/>
                  <a:ext cx="361440" cy="8038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35" name="Håndskrift 34">
                  <a:extLst>
                    <a:ext uri="{FF2B5EF4-FFF2-40B4-BE49-F238E27FC236}">
                      <a16:creationId xmlns:a16="http://schemas.microsoft.com/office/drawing/2014/main" id="{9C4F80D2-C63D-A610-0505-D82C5A04A460}"/>
                    </a:ext>
                  </a:extLst>
                </p14:cNvPr>
                <p14:cNvContentPartPr/>
                <p14:nvPr/>
              </p14:nvContentPartPr>
              <p14:xfrm>
                <a:off x="8986869" y="5850497"/>
                <a:ext cx="124560" cy="108360"/>
              </p14:xfrm>
            </p:contentPart>
          </mc:Choice>
          <mc:Fallback xmlns="">
            <p:pic>
              <p:nvPicPr>
                <p:cNvPr id="35" name="Håndskrift 34">
                  <a:extLst>
                    <a:ext uri="{FF2B5EF4-FFF2-40B4-BE49-F238E27FC236}">
                      <a16:creationId xmlns:a16="http://schemas.microsoft.com/office/drawing/2014/main" id="{9C4F80D2-C63D-A610-0505-D82C5A04A460}"/>
                    </a:ext>
                  </a:extLst>
                </p:cNvPr>
                <p:cNvPicPr/>
                <p:nvPr/>
              </p:nvPicPr>
              <p:blipFill>
                <a:blip r:embed="rId72"/>
                <a:stretch>
                  <a:fillRect/>
                </a:stretch>
              </p:blipFill>
              <p:spPr>
                <a:xfrm>
                  <a:off x="8980749" y="5844377"/>
                  <a:ext cx="1368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37" name="Håndskrift 36">
                  <a:extLst>
                    <a:ext uri="{FF2B5EF4-FFF2-40B4-BE49-F238E27FC236}">
                      <a16:creationId xmlns:a16="http://schemas.microsoft.com/office/drawing/2014/main" id="{09C2A74E-0FC1-920B-4A97-14EF8FB6AF90}"/>
                    </a:ext>
                  </a:extLst>
                </p14:cNvPr>
                <p14:cNvContentPartPr/>
                <p14:nvPr/>
              </p14:nvContentPartPr>
              <p14:xfrm>
                <a:off x="9135189" y="5633777"/>
                <a:ext cx="308880" cy="235800"/>
              </p14:xfrm>
            </p:contentPart>
          </mc:Choice>
          <mc:Fallback xmlns="">
            <p:pic>
              <p:nvPicPr>
                <p:cNvPr id="37" name="Håndskrift 36">
                  <a:extLst>
                    <a:ext uri="{FF2B5EF4-FFF2-40B4-BE49-F238E27FC236}">
                      <a16:creationId xmlns:a16="http://schemas.microsoft.com/office/drawing/2014/main" id="{09C2A74E-0FC1-920B-4A97-14EF8FB6AF90}"/>
                    </a:ext>
                  </a:extLst>
                </p:cNvPr>
                <p:cNvPicPr/>
                <p:nvPr/>
              </p:nvPicPr>
              <p:blipFill>
                <a:blip r:embed="rId74"/>
                <a:stretch>
                  <a:fillRect/>
                </a:stretch>
              </p:blipFill>
              <p:spPr>
                <a:xfrm>
                  <a:off x="9129069" y="5627657"/>
                  <a:ext cx="32112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80" name="Håndskrift 79">
                  <a:extLst>
                    <a:ext uri="{FF2B5EF4-FFF2-40B4-BE49-F238E27FC236}">
                      <a16:creationId xmlns:a16="http://schemas.microsoft.com/office/drawing/2014/main" id="{ADDC388A-9D1F-A962-B925-D343BDDBAD7B}"/>
                    </a:ext>
                  </a:extLst>
                </p14:cNvPr>
                <p14:cNvContentPartPr/>
                <p14:nvPr/>
              </p14:nvContentPartPr>
              <p14:xfrm>
                <a:off x="8751789" y="5016017"/>
                <a:ext cx="360" cy="9000"/>
              </p14:xfrm>
            </p:contentPart>
          </mc:Choice>
          <mc:Fallback xmlns="">
            <p:pic>
              <p:nvPicPr>
                <p:cNvPr id="80" name="Håndskrift 79">
                  <a:extLst>
                    <a:ext uri="{FF2B5EF4-FFF2-40B4-BE49-F238E27FC236}">
                      <a16:creationId xmlns:a16="http://schemas.microsoft.com/office/drawing/2014/main" id="{ADDC388A-9D1F-A962-B925-D343BDDBAD7B}"/>
                    </a:ext>
                  </a:extLst>
                </p:cNvPr>
                <p:cNvPicPr/>
                <p:nvPr/>
              </p:nvPicPr>
              <p:blipFill>
                <a:blip r:embed="rId76"/>
                <a:stretch>
                  <a:fillRect/>
                </a:stretch>
              </p:blipFill>
              <p:spPr>
                <a:xfrm>
                  <a:off x="8745669" y="5009897"/>
                  <a:ext cx="126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81" name="Håndskrift 80">
                  <a:extLst>
                    <a:ext uri="{FF2B5EF4-FFF2-40B4-BE49-F238E27FC236}">
                      <a16:creationId xmlns:a16="http://schemas.microsoft.com/office/drawing/2014/main" id="{65C95CCD-8388-2629-14B6-F31D7B51F0D9}"/>
                    </a:ext>
                  </a:extLst>
                </p14:cNvPr>
                <p14:cNvContentPartPr/>
                <p14:nvPr/>
              </p14:nvContentPartPr>
              <p14:xfrm>
                <a:off x="8778069" y="5103137"/>
                <a:ext cx="9360" cy="41400"/>
              </p14:xfrm>
            </p:contentPart>
          </mc:Choice>
          <mc:Fallback xmlns="">
            <p:pic>
              <p:nvPicPr>
                <p:cNvPr id="81" name="Håndskrift 80">
                  <a:extLst>
                    <a:ext uri="{FF2B5EF4-FFF2-40B4-BE49-F238E27FC236}">
                      <a16:creationId xmlns:a16="http://schemas.microsoft.com/office/drawing/2014/main" id="{65C95CCD-8388-2629-14B6-F31D7B51F0D9}"/>
                    </a:ext>
                  </a:extLst>
                </p:cNvPr>
                <p:cNvPicPr/>
                <p:nvPr/>
              </p:nvPicPr>
              <p:blipFill>
                <a:blip r:embed="rId78"/>
                <a:stretch>
                  <a:fillRect/>
                </a:stretch>
              </p:blipFill>
              <p:spPr>
                <a:xfrm>
                  <a:off x="8771949" y="5097017"/>
                  <a:ext cx="2160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83" name="Håndskrift 82">
                  <a:extLst>
                    <a:ext uri="{FF2B5EF4-FFF2-40B4-BE49-F238E27FC236}">
                      <a16:creationId xmlns:a16="http://schemas.microsoft.com/office/drawing/2014/main" id="{CD9E7CCF-78A9-60E8-6FA6-4FB28548C1A7}"/>
                    </a:ext>
                  </a:extLst>
                </p14:cNvPr>
                <p14:cNvContentPartPr/>
                <p14:nvPr/>
              </p14:nvContentPartPr>
              <p14:xfrm>
                <a:off x="8690949" y="5041937"/>
                <a:ext cx="360" cy="360"/>
              </p14:xfrm>
            </p:contentPart>
          </mc:Choice>
          <mc:Fallback xmlns="">
            <p:pic>
              <p:nvPicPr>
                <p:cNvPr id="83" name="Håndskrift 82">
                  <a:extLst>
                    <a:ext uri="{FF2B5EF4-FFF2-40B4-BE49-F238E27FC236}">
                      <a16:creationId xmlns:a16="http://schemas.microsoft.com/office/drawing/2014/main" id="{CD9E7CCF-78A9-60E8-6FA6-4FB28548C1A7}"/>
                    </a:ext>
                  </a:extLst>
                </p:cNvPr>
                <p:cNvPicPr/>
                <p:nvPr/>
              </p:nvPicPr>
              <p:blipFill>
                <a:blip r:embed="rId80"/>
                <a:stretch>
                  <a:fillRect/>
                </a:stretch>
              </p:blipFill>
              <p:spPr>
                <a:xfrm>
                  <a:off x="8684829" y="503581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84" name="Håndskrift 83">
                  <a:extLst>
                    <a:ext uri="{FF2B5EF4-FFF2-40B4-BE49-F238E27FC236}">
                      <a16:creationId xmlns:a16="http://schemas.microsoft.com/office/drawing/2014/main" id="{89594275-41AC-08F3-E001-BEFA61AB6A25}"/>
                    </a:ext>
                  </a:extLst>
                </p14:cNvPr>
                <p14:cNvContentPartPr/>
                <p14:nvPr/>
              </p14:nvContentPartPr>
              <p14:xfrm>
                <a:off x="8751789" y="5007377"/>
                <a:ext cx="360" cy="15840"/>
              </p14:xfrm>
            </p:contentPart>
          </mc:Choice>
          <mc:Fallback xmlns="">
            <p:pic>
              <p:nvPicPr>
                <p:cNvPr id="84" name="Håndskrift 83">
                  <a:extLst>
                    <a:ext uri="{FF2B5EF4-FFF2-40B4-BE49-F238E27FC236}">
                      <a16:creationId xmlns:a16="http://schemas.microsoft.com/office/drawing/2014/main" id="{89594275-41AC-08F3-E001-BEFA61AB6A25}"/>
                    </a:ext>
                  </a:extLst>
                </p:cNvPr>
                <p:cNvPicPr/>
                <p:nvPr/>
              </p:nvPicPr>
              <p:blipFill>
                <a:blip r:embed="rId12"/>
                <a:stretch>
                  <a:fillRect/>
                </a:stretch>
              </p:blipFill>
              <p:spPr>
                <a:xfrm>
                  <a:off x="8745669" y="5001257"/>
                  <a:ext cx="126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85" name="Håndskrift 84">
                  <a:extLst>
                    <a:ext uri="{FF2B5EF4-FFF2-40B4-BE49-F238E27FC236}">
                      <a16:creationId xmlns:a16="http://schemas.microsoft.com/office/drawing/2014/main" id="{316F14F9-E821-E98A-DC16-6E4BECDE55E9}"/>
                    </a:ext>
                  </a:extLst>
                </p14:cNvPr>
                <p14:cNvContentPartPr/>
                <p14:nvPr/>
              </p14:nvContentPartPr>
              <p14:xfrm>
                <a:off x="8751789" y="5111777"/>
                <a:ext cx="360" cy="41400"/>
              </p14:xfrm>
            </p:contentPart>
          </mc:Choice>
          <mc:Fallback xmlns="">
            <p:pic>
              <p:nvPicPr>
                <p:cNvPr id="85" name="Håndskrift 84">
                  <a:extLst>
                    <a:ext uri="{FF2B5EF4-FFF2-40B4-BE49-F238E27FC236}">
                      <a16:creationId xmlns:a16="http://schemas.microsoft.com/office/drawing/2014/main" id="{316F14F9-E821-E98A-DC16-6E4BECDE55E9}"/>
                    </a:ext>
                  </a:extLst>
                </p:cNvPr>
                <p:cNvPicPr/>
                <p:nvPr/>
              </p:nvPicPr>
              <p:blipFill>
                <a:blip r:embed="rId83"/>
                <a:stretch>
                  <a:fillRect/>
                </a:stretch>
              </p:blipFill>
              <p:spPr>
                <a:xfrm>
                  <a:off x="8745669" y="5105657"/>
                  <a:ext cx="1260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86" name="Håndskrift 85">
                  <a:extLst>
                    <a:ext uri="{FF2B5EF4-FFF2-40B4-BE49-F238E27FC236}">
                      <a16:creationId xmlns:a16="http://schemas.microsoft.com/office/drawing/2014/main" id="{6155E203-22B9-53E0-466F-342874717D82}"/>
                    </a:ext>
                  </a:extLst>
                </p14:cNvPr>
                <p14:cNvContentPartPr/>
                <p14:nvPr/>
              </p14:nvContentPartPr>
              <p14:xfrm>
                <a:off x="8743149" y="5242457"/>
                <a:ext cx="360" cy="59760"/>
              </p14:xfrm>
            </p:contentPart>
          </mc:Choice>
          <mc:Fallback xmlns="">
            <p:pic>
              <p:nvPicPr>
                <p:cNvPr id="86" name="Håndskrift 85">
                  <a:extLst>
                    <a:ext uri="{FF2B5EF4-FFF2-40B4-BE49-F238E27FC236}">
                      <a16:creationId xmlns:a16="http://schemas.microsoft.com/office/drawing/2014/main" id="{6155E203-22B9-53E0-466F-342874717D82}"/>
                    </a:ext>
                  </a:extLst>
                </p:cNvPr>
                <p:cNvPicPr/>
                <p:nvPr/>
              </p:nvPicPr>
              <p:blipFill>
                <a:blip r:embed="rId50"/>
                <a:stretch>
                  <a:fillRect/>
                </a:stretch>
              </p:blipFill>
              <p:spPr>
                <a:xfrm>
                  <a:off x="8737029" y="5236337"/>
                  <a:ext cx="126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87" name="Håndskrift 86">
                  <a:extLst>
                    <a:ext uri="{FF2B5EF4-FFF2-40B4-BE49-F238E27FC236}">
                      <a16:creationId xmlns:a16="http://schemas.microsoft.com/office/drawing/2014/main" id="{BEB4A837-1B5B-E7E1-30B6-0BDF5D5434F9}"/>
                    </a:ext>
                  </a:extLst>
                </p14:cNvPr>
                <p14:cNvContentPartPr/>
                <p14:nvPr/>
              </p14:nvContentPartPr>
              <p14:xfrm>
                <a:off x="8734509" y="5390417"/>
                <a:ext cx="360" cy="23760"/>
              </p14:xfrm>
            </p:contentPart>
          </mc:Choice>
          <mc:Fallback xmlns="">
            <p:pic>
              <p:nvPicPr>
                <p:cNvPr id="87" name="Håndskrift 86">
                  <a:extLst>
                    <a:ext uri="{FF2B5EF4-FFF2-40B4-BE49-F238E27FC236}">
                      <a16:creationId xmlns:a16="http://schemas.microsoft.com/office/drawing/2014/main" id="{BEB4A837-1B5B-E7E1-30B6-0BDF5D5434F9}"/>
                    </a:ext>
                  </a:extLst>
                </p:cNvPr>
                <p:cNvPicPr/>
                <p:nvPr/>
              </p:nvPicPr>
              <p:blipFill>
                <a:blip r:embed="rId86"/>
                <a:stretch>
                  <a:fillRect/>
                </a:stretch>
              </p:blipFill>
              <p:spPr>
                <a:xfrm>
                  <a:off x="8728389" y="5384297"/>
                  <a:ext cx="126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88" name="Håndskrift 87">
                  <a:extLst>
                    <a:ext uri="{FF2B5EF4-FFF2-40B4-BE49-F238E27FC236}">
                      <a16:creationId xmlns:a16="http://schemas.microsoft.com/office/drawing/2014/main" id="{81C050C8-DA06-065B-F267-38AE40253707}"/>
                    </a:ext>
                  </a:extLst>
                </p14:cNvPr>
                <p14:cNvContentPartPr/>
                <p14:nvPr/>
              </p14:nvContentPartPr>
              <p14:xfrm>
                <a:off x="8734509" y="5521097"/>
                <a:ext cx="360" cy="50400"/>
              </p14:xfrm>
            </p:contentPart>
          </mc:Choice>
          <mc:Fallback xmlns="">
            <p:pic>
              <p:nvPicPr>
                <p:cNvPr id="88" name="Håndskrift 87">
                  <a:extLst>
                    <a:ext uri="{FF2B5EF4-FFF2-40B4-BE49-F238E27FC236}">
                      <a16:creationId xmlns:a16="http://schemas.microsoft.com/office/drawing/2014/main" id="{81C050C8-DA06-065B-F267-38AE40253707}"/>
                    </a:ext>
                  </a:extLst>
                </p:cNvPr>
                <p:cNvPicPr/>
                <p:nvPr/>
              </p:nvPicPr>
              <p:blipFill>
                <a:blip r:embed="rId88"/>
                <a:stretch>
                  <a:fillRect/>
                </a:stretch>
              </p:blipFill>
              <p:spPr>
                <a:xfrm>
                  <a:off x="8728389" y="5514977"/>
                  <a:ext cx="126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89" name="Håndskrift 88">
                  <a:extLst>
                    <a:ext uri="{FF2B5EF4-FFF2-40B4-BE49-F238E27FC236}">
                      <a16:creationId xmlns:a16="http://schemas.microsoft.com/office/drawing/2014/main" id="{87D8610B-5B7B-F59B-435C-60C007A5ACA5}"/>
                    </a:ext>
                  </a:extLst>
                </p14:cNvPr>
                <p14:cNvContentPartPr/>
                <p14:nvPr/>
              </p14:nvContentPartPr>
              <p14:xfrm>
                <a:off x="8734509" y="5634137"/>
                <a:ext cx="360" cy="50400"/>
              </p14:xfrm>
            </p:contentPart>
          </mc:Choice>
          <mc:Fallback xmlns="">
            <p:pic>
              <p:nvPicPr>
                <p:cNvPr id="89" name="Håndskrift 88">
                  <a:extLst>
                    <a:ext uri="{FF2B5EF4-FFF2-40B4-BE49-F238E27FC236}">
                      <a16:creationId xmlns:a16="http://schemas.microsoft.com/office/drawing/2014/main" id="{87D8610B-5B7B-F59B-435C-60C007A5ACA5}"/>
                    </a:ext>
                  </a:extLst>
                </p:cNvPr>
                <p:cNvPicPr/>
                <p:nvPr/>
              </p:nvPicPr>
              <p:blipFill>
                <a:blip r:embed="rId88"/>
                <a:stretch>
                  <a:fillRect/>
                </a:stretch>
              </p:blipFill>
              <p:spPr>
                <a:xfrm>
                  <a:off x="8728389" y="5628017"/>
                  <a:ext cx="126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90" name="Håndskrift 89">
                  <a:extLst>
                    <a:ext uri="{FF2B5EF4-FFF2-40B4-BE49-F238E27FC236}">
                      <a16:creationId xmlns:a16="http://schemas.microsoft.com/office/drawing/2014/main" id="{DF4ABEBB-DE71-A608-EA22-2225E5A1ECB0}"/>
                    </a:ext>
                  </a:extLst>
                </p14:cNvPr>
                <p14:cNvContentPartPr/>
                <p14:nvPr/>
              </p14:nvContentPartPr>
              <p14:xfrm>
                <a:off x="8729109" y="5764817"/>
                <a:ext cx="5760" cy="81000"/>
              </p14:xfrm>
            </p:contentPart>
          </mc:Choice>
          <mc:Fallback xmlns="">
            <p:pic>
              <p:nvPicPr>
                <p:cNvPr id="90" name="Håndskrift 89">
                  <a:extLst>
                    <a:ext uri="{FF2B5EF4-FFF2-40B4-BE49-F238E27FC236}">
                      <a16:creationId xmlns:a16="http://schemas.microsoft.com/office/drawing/2014/main" id="{DF4ABEBB-DE71-A608-EA22-2225E5A1ECB0}"/>
                    </a:ext>
                  </a:extLst>
                </p:cNvPr>
                <p:cNvPicPr/>
                <p:nvPr/>
              </p:nvPicPr>
              <p:blipFill>
                <a:blip r:embed="rId91"/>
                <a:stretch>
                  <a:fillRect/>
                </a:stretch>
              </p:blipFill>
              <p:spPr>
                <a:xfrm>
                  <a:off x="8722989" y="5758697"/>
                  <a:ext cx="1800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91" name="Håndskrift 90">
                  <a:extLst>
                    <a:ext uri="{FF2B5EF4-FFF2-40B4-BE49-F238E27FC236}">
                      <a16:creationId xmlns:a16="http://schemas.microsoft.com/office/drawing/2014/main" id="{9A070555-B684-D7D5-3C67-6CEBA0C9422C}"/>
                    </a:ext>
                  </a:extLst>
                </p14:cNvPr>
                <p14:cNvContentPartPr/>
                <p14:nvPr/>
              </p14:nvContentPartPr>
              <p14:xfrm>
                <a:off x="8700309" y="5982617"/>
                <a:ext cx="16920" cy="86400"/>
              </p14:xfrm>
            </p:contentPart>
          </mc:Choice>
          <mc:Fallback xmlns="">
            <p:pic>
              <p:nvPicPr>
                <p:cNvPr id="91" name="Håndskrift 90">
                  <a:extLst>
                    <a:ext uri="{FF2B5EF4-FFF2-40B4-BE49-F238E27FC236}">
                      <a16:creationId xmlns:a16="http://schemas.microsoft.com/office/drawing/2014/main" id="{9A070555-B684-D7D5-3C67-6CEBA0C9422C}"/>
                    </a:ext>
                  </a:extLst>
                </p:cNvPr>
                <p:cNvPicPr/>
                <p:nvPr/>
              </p:nvPicPr>
              <p:blipFill>
                <a:blip r:embed="rId93"/>
                <a:stretch>
                  <a:fillRect/>
                </a:stretch>
              </p:blipFill>
              <p:spPr>
                <a:xfrm>
                  <a:off x="8694189" y="5976497"/>
                  <a:ext cx="29160" cy="98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4">
            <p14:nvContentPartPr>
              <p14:cNvPr id="92" name="Håndskrift 91">
                <a:extLst>
                  <a:ext uri="{FF2B5EF4-FFF2-40B4-BE49-F238E27FC236}">
                    <a16:creationId xmlns:a16="http://schemas.microsoft.com/office/drawing/2014/main" id="{67DD6D32-DECA-38E7-E3E1-B4FCB10B5A03}"/>
                  </a:ext>
                </a:extLst>
              </p14:cNvPr>
              <p14:cNvContentPartPr/>
              <p14:nvPr/>
            </p14:nvContentPartPr>
            <p14:xfrm>
              <a:off x="8690949" y="6156857"/>
              <a:ext cx="360" cy="50400"/>
            </p14:xfrm>
          </p:contentPart>
        </mc:Choice>
        <mc:Fallback xmlns="">
          <p:pic>
            <p:nvPicPr>
              <p:cNvPr id="92" name="Håndskrift 91">
                <a:extLst>
                  <a:ext uri="{FF2B5EF4-FFF2-40B4-BE49-F238E27FC236}">
                    <a16:creationId xmlns:a16="http://schemas.microsoft.com/office/drawing/2014/main" id="{67DD6D32-DECA-38E7-E3E1-B4FCB10B5A03}"/>
                  </a:ext>
                </a:extLst>
              </p:cNvPr>
              <p:cNvPicPr/>
              <p:nvPr/>
            </p:nvPicPr>
            <p:blipFill>
              <a:blip r:embed="rId88"/>
              <a:stretch>
                <a:fillRect/>
              </a:stretch>
            </p:blipFill>
            <p:spPr>
              <a:xfrm>
                <a:off x="8684829" y="6150737"/>
                <a:ext cx="126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93" name="Håndskrift 92">
                <a:extLst>
                  <a:ext uri="{FF2B5EF4-FFF2-40B4-BE49-F238E27FC236}">
                    <a16:creationId xmlns:a16="http://schemas.microsoft.com/office/drawing/2014/main" id="{2189AACA-A318-D1DF-44A7-08B47FBB5826}"/>
                  </a:ext>
                </a:extLst>
              </p14:cNvPr>
              <p14:cNvContentPartPr/>
              <p14:nvPr/>
            </p14:nvContentPartPr>
            <p14:xfrm>
              <a:off x="8690949" y="6296177"/>
              <a:ext cx="360" cy="59760"/>
            </p14:xfrm>
          </p:contentPart>
        </mc:Choice>
        <mc:Fallback xmlns="">
          <p:pic>
            <p:nvPicPr>
              <p:cNvPr id="93" name="Håndskrift 92">
                <a:extLst>
                  <a:ext uri="{FF2B5EF4-FFF2-40B4-BE49-F238E27FC236}">
                    <a16:creationId xmlns:a16="http://schemas.microsoft.com/office/drawing/2014/main" id="{2189AACA-A318-D1DF-44A7-08B47FBB5826}"/>
                  </a:ext>
                </a:extLst>
              </p:cNvPr>
              <p:cNvPicPr/>
              <p:nvPr/>
            </p:nvPicPr>
            <p:blipFill>
              <a:blip r:embed="rId50"/>
              <a:stretch>
                <a:fillRect/>
              </a:stretch>
            </p:blipFill>
            <p:spPr>
              <a:xfrm>
                <a:off x="8684829" y="6290057"/>
                <a:ext cx="126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96" name="Håndskrift 95">
                <a:extLst>
                  <a:ext uri="{FF2B5EF4-FFF2-40B4-BE49-F238E27FC236}">
                    <a16:creationId xmlns:a16="http://schemas.microsoft.com/office/drawing/2014/main" id="{65A67ADD-7CBE-AC83-67FB-6A08617F7617}"/>
                  </a:ext>
                </a:extLst>
              </p14:cNvPr>
              <p14:cNvContentPartPr/>
              <p14:nvPr/>
            </p14:nvContentPartPr>
            <p14:xfrm>
              <a:off x="11251269" y="5103137"/>
              <a:ext cx="360" cy="9000"/>
            </p14:xfrm>
          </p:contentPart>
        </mc:Choice>
        <mc:Fallback xmlns="">
          <p:pic>
            <p:nvPicPr>
              <p:cNvPr id="96" name="Håndskrift 95">
                <a:extLst>
                  <a:ext uri="{FF2B5EF4-FFF2-40B4-BE49-F238E27FC236}">
                    <a16:creationId xmlns:a16="http://schemas.microsoft.com/office/drawing/2014/main" id="{65A67ADD-7CBE-AC83-67FB-6A08617F7617}"/>
                  </a:ext>
                </a:extLst>
              </p:cNvPr>
              <p:cNvPicPr/>
              <p:nvPr/>
            </p:nvPicPr>
            <p:blipFill>
              <a:blip r:embed="rId76"/>
              <a:stretch>
                <a:fillRect/>
              </a:stretch>
            </p:blipFill>
            <p:spPr>
              <a:xfrm>
                <a:off x="11245149" y="5097017"/>
                <a:ext cx="12600" cy="21240"/>
              </a:xfrm>
              <a:prstGeom prst="rect">
                <a:avLst/>
              </a:prstGeom>
            </p:spPr>
          </p:pic>
        </mc:Fallback>
      </mc:AlternateContent>
      <p:grpSp>
        <p:nvGrpSpPr>
          <p:cNvPr id="107" name="Gruppe 106">
            <a:extLst>
              <a:ext uri="{FF2B5EF4-FFF2-40B4-BE49-F238E27FC236}">
                <a16:creationId xmlns:a16="http://schemas.microsoft.com/office/drawing/2014/main" id="{5F9B07A2-AEF2-173B-0710-BA4FA8CC13A7}"/>
              </a:ext>
            </a:extLst>
          </p:cNvPr>
          <p:cNvGrpSpPr/>
          <p:nvPr/>
        </p:nvGrpSpPr>
        <p:grpSpPr>
          <a:xfrm>
            <a:off x="11202309" y="5259737"/>
            <a:ext cx="40680" cy="298440"/>
            <a:chOff x="11202309" y="5259737"/>
            <a:chExt cx="40680" cy="298440"/>
          </a:xfrm>
        </p:grpSpPr>
        <mc:AlternateContent xmlns:mc="http://schemas.openxmlformats.org/markup-compatibility/2006" xmlns:p14="http://schemas.microsoft.com/office/powerpoint/2010/main">
          <mc:Choice Requires="p14">
            <p:contentPart p14:bwMode="auto" r:id="rId97">
              <p14:nvContentPartPr>
                <p14:cNvPr id="97" name="Håndskrift 96">
                  <a:extLst>
                    <a:ext uri="{FF2B5EF4-FFF2-40B4-BE49-F238E27FC236}">
                      <a16:creationId xmlns:a16="http://schemas.microsoft.com/office/drawing/2014/main" id="{747EF756-8D46-D312-337F-3B43A245096D}"/>
                    </a:ext>
                  </a:extLst>
                </p14:cNvPr>
                <p14:cNvContentPartPr/>
                <p14:nvPr/>
              </p14:nvContentPartPr>
              <p14:xfrm>
                <a:off x="11242629" y="5259737"/>
                <a:ext cx="360" cy="41400"/>
              </p14:xfrm>
            </p:contentPart>
          </mc:Choice>
          <mc:Fallback xmlns="">
            <p:pic>
              <p:nvPicPr>
                <p:cNvPr id="97" name="Håndskrift 96">
                  <a:extLst>
                    <a:ext uri="{FF2B5EF4-FFF2-40B4-BE49-F238E27FC236}">
                      <a16:creationId xmlns:a16="http://schemas.microsoft.com/office/drawing/2014/main" id="{747EF756-8D46-D312-337F-3B43A245096D}"/>
                    </a:ext>
                  </a:extLst>
                </p:cNvPr>
                <p:cNvPicPr/>
                <p:nvPr/>
              </p:nvPicPr>
              <p:blipFill>
                <a:blip r:embed="rId83"/>
                <a:stretch>
                  <a:fillRect/>
                </a:stretch>
              </p:blipFill>
              <p:spPr>
                <a:xfrm>
                  <a:off x="11236509" y="5253617"/>
                  <a:ext cx="1260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98" name="Håndskrift 97">
                  <a:extLst>
                    <a:ext uri="{FF2B5EF4-FFF2-40B4-BE49-F238E27FC236}">
                      <a16:creationId xmlns:a16="http://schemas.microsoft.com/office/drawing/2014/main" id="{C68D42B0-50A1-C873-67E5-55154DC9BFD7}"/>
                    </a:ext>
                  </a:extLst>
                </p14:cNvPr>
                <p14:cNvContentPartPr/>
                <p14:nvPr/>
              </p14:nvContentPartPr>
              <p14:xfrm>
                <a:off x="11225709" y="5373137"/>
                <a:ext cx="17280" cy="60480"/>
              </p14:xfrm>
            </p:contentPart>
          </mc:Choice>
          <mc:Fallback xmlns="">
            <p:pic>
              <p:nvPicPr>
                <p:cNvPr id="98" name="Håndskrift 97">
                  <a:extLst>
                    <a:ext uri="{FF2B5EF4-FFF2-40B4-BE49-F238E27FC236}">
                      <a16:creationId xmlns:a16="http://schemas.microsoft.com/office/drawing/2014/main" id="{C68D42B0-50A1-C873-67E5-55154DC9BFD7}"/>
                    </a:ext>
                  </a:extLst>
                </p:cNvPr>
                <p:cNvPicPr/>
                <p:nvPr/>
              </p:nvPicPr>
              <p:blipFill>
                <a:blip r:embed="rId99"/>
                <a:stretch>
                  <a:fillRect/>
                </a:stretch>
              </p:blipFill>
              <p:spPr>
                <a:xfrm>
                  <a:off x="11219589" y="5367017"/>
                  <a:ext cx="295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99" name="Håndskrift 98">
                  <a:extLst>
                    <a:ext uri="{FF2B5EF4-FFF2-40B4-BE49-F238E27FC236}">
                      <a16:creationId xmlns:a16="http://schemas.microsoft.com/office/drawing/2014/main" id="{D6E3E270-7FC9-4DD9-F2BE-7D350BA41599}"/>
                    </a:ext>
                  </a:extLst>
                </p14:cNvPr>
                <p14:cNvContentPartPr/>
                <p14:nvPr/>
              </p14:nvContentPartPr>
              <p14:xfrm>
                <a:off x="11202309" y="5503817"/>
                <a:ext cx="5760" cy="54360"/>
              </p14:xfrm>
            </p:contentPart>
          </mc:Choice>
          <mc:Fallback xmlns="">
            <p:pic>
              <p:nvPicPr>
                <p:cNvPr id="99" name="Håndskrift 98">
                  <a:extLst>
                    <a:ext uri="{FF2B5EF4-FFF2-40B4-BE49-F238E27FC236}">
                      <a16:creationId xmlns:a16="http://schemas.microsoft.com/office/drawing/2014/main" id="{D6E3E270-7FC9-4DD9-F2BE-7D350BA41599}"/>
                    </a:ext>
                  </a:extLst>
                </p:cNvPr>
                <p:cNvPicPr/>
                <p:nvPr/>
              </p:nvPicPr>
              <p:blipFill>
                <a:blip r:embed="rId101"/>
                <a:stretch>
                  <a:fillRect/>
                </a:stretch>
              </p:blipFill>
              <p:spPr>
                <a:xfrm>
                  <a:off x="11196189" y="5497697"/>
                  <a:ext cx="18000" cy="66600"/>
                </a:xfrm>
                <a:prstGeom prst="rect">
                  <a:avLst/>
                </a:prstGeom>
              </p:spPr>
            </p:pic>
          </mc:Fallback>
        </mc:AlternateContent>
      </p:grpSp>
      <p:grpSp>
        <p:nvGrpSpPr>
          <p:cNvPr id="116" name="Gruppe 115">
            <a:extLst>
              <a:ext uri="{FF2B5EF4-FFF2-40B4-BE49-F238E27FC236}">
                <a16:creationId xmlns:a16="http://schemas.microsoft.com/office/drawing/2014/main" id="{9BC25CA8-A593-B232-8CEC-3D3AA4F9D37A}"/>
              </a:ext>
            </a:extLst>
          </p:cNvPr>
          <p:cNvGrpSpPr/>
          <p:nvPr/>
        </p:nvGrpSpPr>
        <p:grpSpPr>
          <a:xfrm>
            <a:off x="11233989" y="6566177"/>
            <a:ext cx="193680" cy="201240"/>
            <a:chOff x="11233989" y="6566177"/>
            <a:chExt cx="193680" cy="201240"/>
          </a:xfrm>
        </p:grpSpPr>
        <mc:AlternateContent xmlns:mc="http://schemas.openxmlformats.org/markup-compatibility/2006" xmlns:p14="http://schemas.microsoft.com/office/powerpoint/2010/main">
          <mc:Choice Requires="p14">
            <p:contentPart p14:bwMode="auto" r:id="rId102">
              <p14:nvContentPartPr>
                <p14:cNvPr id="113" name="Håndskrift 112">
                  <a:extLst>
                    <a:ext uri="{FF2B5EF4-FFF2-40B4-BE49-F238E27FC236}">
                      <a16:creationId xmlns:a16="http://schemas.microsoft.com/office/drawing/2014/main" id="{48E7664D-E8D0-1D3C-9CB1-AC9C5FEBE967}"/>
                    </a:ext>
                  </a:extLst>
                </p14:cNvPr>
                <p14:cNvContentPartPr/>
                <p14:nvPr/>
              </p14:nvContentPartPr>
              <p14:xfrm>
                <a:off x="11239389" y="6592097"/>
                <a:ext cx="108000" cy="118080"/>
              </p14:xfrm>
            </p:contentPart>
          </mc:Choice>
          <mc:Fallback xmlns="">
            <p:pic>
              <p:nvPicPr>
                <p:cNvPr id="113" name="Håndskrift 112">
                  <a:extLst>
                    <a:ext uri="{FF2B5EF4-FFF2-40B4-BE49-F238E27FC236}">
                      <a16:creationId xmlns:a16="http://schemas.microsoft.com/office/drawing/2014/main" id="{48E7664D-E8D0-1D3C-9CB1-AC9C5FEBE967}"/>
                    </a:ext>
                  </a:extLst>
                </p:cNvPr>
                <p:cNvPicPr/>
                <p:nvPr/>
              </p:nvPicPr>
              <p:blipFill>
                <a:blip r:embed="rId103"/>
                <a:stretch>
                  <a:fillRect/>
                </a:stretch>
              </p:blipFill>
              <p:spPr>
                <a:xfrm>
                  <a:off x="11233269" y="6585977"/>
                  <a:ext cx="1202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14" name="Håndskrift 113">
                  <a:extLst>
                    <a:ext uri="{FF2B5EF4-FFF2-40B4-BE49-F238E27FC236}">
                      <a16:creationId xmlns:a16="http://schemas.microsoft.com/office/drawing/2014/main" id="{79D37062-AAB5-63D1-DE65-9F539B7B4592}"/>
                    </a:ext>
                  </a:extLst>
                </p14:cNvPr>
                <p14:cNvContentPartPr/>
                <p14:nvPr/>
              </p14:nvContentPartPr>
              <p14:xfrm>
                <a:off x="11233989" y="6566177"/>
                <a:ext cx="110160" cy="151200"/>
              </p14:xfrm>
            </p:contentPart>
          </mc:Choice>
          <mc:Fallback xmlns="">
            <p:pic>
              <p:nvPicPr>
                <p:cNvPr id="114" name="Håndskrift 113">
                  <a:extLst>
                    <a:ext uri="{FF2B5EF4-FFF2-40B4-BE49-F238E27FC236}">
                      <a16:creationId xmlns:a16="http://schemas.microsoft.com/office/drawing/2014/main" id="{79D37062-AAB5-63D1-DE65-9F539B7B4592}"/>
                    </a:ext>
                  </a:extLst>
                </p:cNvPr>
                <p:cNvPicPr/>
                <p:nvPr/>
              </p:nvPicPr>
              <p:blipFill>
                <a:blip r:embed="rId105"/>
                <a:stretch>
                  <a:fillRect/>
                </a:stretch>
              </p:blipFill>
              <p:spPr>
                <a:xfrm>
                  <a:off x="11227869" y="6560057"/>
                  <a:ext cx="1224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15" name="Håndskrift 114">
                  <a:extLst>
                    <a:ext uri="{FF2B5EF4-FFF2-40B4-BE49-F238E27FC236}">
                      <a16:creationId xmlns:a16="http://schemas.microsoft.com/office/drawing/2014/main" id="{BA313E2A-84F9-8C7E-6D8E-0A05F50119F0}"/>
                    </a:ext>
                  </a:extLst>
                </p14:cNvPr>
                <p14:cNvContentPartPr/>
                <p14:nvPr/>
              </p14:nvContentPartPr>
              <p14:xfrm>
                <a:off x="11372589" y="6671657"/>
                <a:ext cx="55080" cy="95760"/>
              </p14:xfrm>
            </p:contentPart>
          </mc:Choice>
          <mc:Fallback xmlns="">
            <p:pic>
              <p:nvPicPr>
                <p:cNvPr id="115" name="Håndskrift 114">
                  <a:extLst>
                    <a:ext uri="{FF2B5EF4-FFF2-40B4-BE49-F238E27FC236}">
                      <a16:creationId xmlns:a16="http://schemas.microsoft.com/office/drawing/2014/main" id="{BA313E2A-84F9-8C7E-6D8E-0A05F50119F0}"/>
                    </a:ext>
                  </a:extLst>
                </p:cNvPr>
                <p:cNvPicPr/>
                <p:nvPr/>
              </p:nvPicPr>
              <p:blipFill>
                <a:blip r:embed="rId107"/>
                <a:stretch>
                  <a:fillRect/>
                </a:stretch>
              </p:blipFill>
              <p:spPr>
                <a:xfrm>
                  <a:off x="11366469" y="6665537"/>
                  <a:ext cx="67320" cy="10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8">
            <p14:nvContentPartPr>
              <p14:cNvPr id="125" name="Håndskrift 124">
                <a:extLst>
                  <a:ext uri="{FF2B5EF4-FFF2-40B4-BE49-F238E27FC236}">
                    <a16:creationId xmlns:a16="http://schemas.microsoft.com/office/drawing/2014/main" id="{250DA798-6F25-01FF-4CDE-05E6D2F9E175}"/>
                  </a:ext>
                </a:extLst>
              </p14:cNvPr>
              <p14:cNvContentPartPr/>
              <p14:nvPr/>
            </p14:nvContentPartPr>
            <p14:xfrm>
              <a:off x="10620189" y="5938697"/>
              <a:ext cx="640440" cy="76320"/>
            </p14:xfrm>
          </p:contentPart>
        </mc:Choice>
        <mc:Fallback xmlns="">
          <p:pic>
            <p:nvPicPr>
              <p:cNvPr id="125" name="Håndskrift 124">
                <a:extLst>
                  <a:ext uri="{FF2B5EF4-FFF2-40B4-BE49-F238E27FC236}">
                    <a16:creationId xmlns:a16="http://schemas.microsoft.com/office/drawing/2014/main" id="{250DA798-6F25-01FF-4CDE-05E6D2F9E175}"/>
                  </a:ext>
                </a:extLst>
              </p:cNvPr>
              <p:cNvPicPr/>
              <p:nvPr/>
            </p:nvPicPr>
            <p:blipFill>
              <a:blip r:embed="rId109"/>
              <a:stretch>
                <a:fillRect/>
              </a:stretch>
            </p:blipFill>
            <p:spPr>
              <a:xfrm>
                <a:off x="10614069" y="5932577"/>
                <a:ext cx="652680" cy="88560"/>
              </a:xfrm>
              <a:prstGeom prst="rect">
                <a:avLst/>
              </a:prstGeom>
            </p:spPr>
          </p:pic>
        </mc:Fallback>
      </mc:AlternateContent>
      <p:grpSp>
        <p:nvGrpSpPr>
          <p:cNvPr id="129" name="Gruppe 128">
            <a:extLst>
              <a:ext uri="{FF2B5EF4-FFF2-40B4-BE49-F238E27FC236}">
                <a16:creationId xmlns:a16="http://schemas.microsoft.com/office/drawing/2014/main" id="{8E34182B-01D2-A6CE-4888-F11D49F76D14}"/>
              </a:ext>
            </a:extLst>
          </p:cNvPr>
          <p:cNvGrpSpPr/>
          <p:nvPr/>
        </p:nvGrpSpPr>
        <p:grpSpPr>
          <a:xfrm>
            <a:off x="10519749" y="5651777"/>
            <a:ext cx="1331640" cy="835560"/>
            <a:chOff x="10519749" y="5651777"/>
            <a:chExt cx="1331640" cy="835560"/>
          </a:xfrm>
        </p:grpSpPr>
        <mc:AlternateContent xmlns:mc="http://schemas.openxmlformats.org/markup-compatibility/2006" xmlns:p14="http://schemas.microsoft.com/office/powerpoint/2010/main">
          <mc:Choice Requires="p14">
            <p:contentPart p14:bwMode="auto" r:id="rId110">
              <p14:nvContentPartPr>
                <p14:cNvPr id="100" name="Håndskrift 99">
                  <a:extLst>
                    <a:ext uri="{FF2B5EF4-FFF2-40B4-BE49-F238E27FC236}">
                      <a16:creationId xmlns:a16="http://schemas.microsoft.com/office/drawing/2014/main" id="{40BA3B49-4AC0-D4C4-DDF0-1F7A64466B9D}"/>
                    </a:ext>
                  </a:extLst>
                </p14:cNvPr>
                <p14:cNvContentPartPr/>
                <p14:nvPr/>
              </p14:nvContentPartPr>
              <p14:xfrm>
                <a:off x="11191149" y="5651777"/>
                <a:ext cx="8280" cy="51840"/>
              </p14:xfrm>
            </p:contentPart>
          </mc:Choice>
          <mc:Fallback xmlns="">
            <p:pic>
              <p:nvPicPr>
                <p:cNvPr id="100" name="Håndskrift 99">
                  <a:extLst>
                    <a:ext uri="{FF2B5EF4-FFF2-40B4-BE49-F238E27FC236}">
                      <a16:creationId xmlns:a16="http://schemas.microsoft.com/office/drawing/2014/main" id="{40BA3B49-4AC0-D4C4-DDF0-1F7A64466B9D}"/>
                    </a:ext>
                  </a:extLst>
                </p:cNvPr>
                <p:cNvPicPr/>
                <p:nvPr/>
              </p:nvPicPr>
              <p:blipFill>
                <a:blip r:embed="rId111"/>
                <a:stretch>
                  <a:fillRect/>
                </a:stretch>
              </p:blipFill>
              <p:spPr>
                <a:xfrm>
                  <a:off x="11185029" y="5645657"/>
                  <a:ext cx="2052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01" name="Håndskrift 100">
                  <a:extLst>
                    <a:ext uri="{FF2B5EF4-FFF2-40B4-BE49-F238E27FC236}">
                      <a16:creationId xmlns:a16="http://schemas.microsoft.com/office/drawing/2014/main" id="{96EB8B6B-633B-2180-B1F5-965F975E17D4}"/>
                    </a:ext>
                  </a:extLst>
                </p14:cNvPr>
                <p14:cNvContentPartPr/>
                <p14:nvPr/>
              </p14:nvContentPartPr>
              <p14:xfrm>
                <a:off x="11190429" y="5773457"/>
                <a:ext cx="360" cy="32400"/>
              </p14:xfrm>
            </p:contentPart>
          </mc:Choice>
          <mc:Fallback xmlns="">
            <p:pic>
              <p:nvPicPr>
                <p:cNvPr id="101" name="Håndskrift 100">
                  <a:extLst>
                    <a:ext uri="{FF2B5EF4-FFF2-40B4-BE49-F238E27FC236}">
                      <a16:creationId xmlns:a16="http://schemas.microsoft.com/office/drawing/2014/main" id="{96EB8B6B-633B-2180-B1F5-965F975E17D4}"/>
                    </a:ext>
                  </a:extLst>
                </p:cNvPr>
                <p:cNvPicPr/>
                <p:nvPr/>
              </p:nvPicPr>
              <p:blipFill>
                <a:blip r:embed="rId113"/>
                <a:stretch>
                  <a:fillRect/>
                </a:stretch>
              </p:blipFill>
              <p:spPr>
                <a:xfrm>
                  <a:off x="11184309" y="5767337"/>
                  <a:ext cx="1260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02" name="Håndskrift 101">
                  <a:extLst>
                    <a:ext uri="{FF2B5EF4-FFF2-40B4-BE49-F238E27FC236}">
                      <a16:creationId xmlns:a16="http://schemas.microsoft.com/office/drawing/2014/main" id="{284D418C-7C11-EEC3-3AB4-FDB829CEA560}"/>
                    </a:ext>
                  </a:extLst>
                </p14:cNvPr>
                <p14:cNvContentPartPr/>
                <p14:nvPr/>
              </p14:nvContentPartPr>
              <p14:xfrm>
                <a:off x="11176389" y="5886857"/>
                <a:ext cx="5760" cy="63360"/>
              </p14:xfrm>
            </p:contentPart>
          </mc:Choice>
          <mc:Fallback xmlns="">
            <p:pic>
              <p:nvPicPr>
                <p:cNvPr id="102" name="Håndskrift 101">
                  <a:extLst>
                    <a:ext uri="{FF2B5EF4-FFF2-40B4-BE49-F238E27FC236}">
                      <a16:creationId xmlns:a16="http://schemas.microsoft.com/office/drawing/2014/main" id="{284D418C-7C11-EEC3-3AB4-FDB829CEA560}"/>
                    </a:ext>
                  </a:extLst>
                </p:cNvPr>
                <p:cNvPicPr/>
                <p:nvPr/>
              </p:nvPicPr>
              <p:blipFill>
                <a:blip r:embed="rId115"/>
                <a:stretch>
                  <a:fillRect/>
                </a:stretch>
              </p:blipFill>
              <p:spPr>
                <a:xfrm>
                  <a:off x="11170269" y="5880737"/>
                  <a:ext cx="1800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03" name="Håndskrift 102">
                  <a:extLst>
                    <a:ext uri="{FF2B5EF4-FFF2-40B4-BE49-F238E27FC236}">
                      <a16:creationId xmlns:a16="http://schemas.microsoft.com/office/drawing/2014/main" id="{C3F916C9-9995-ABDE-5CF6-DC8FFE7A82E9}"/>
                    </a:ext>
                  </a:extLst>
                </p14:cNvPr>
                <p14:cNvContentPartPr/>
                <p14:nvPr/>
              </p14:nvContentPartPr>
              <p14:xfrm>
                <a:off x="11165949" y="6017537"/>
                <a:ext cx="7200" cy="97200"/>
              </p14:xfrm>
            </p:contentPart>
          </mc:Choice>
          <mc:Fallback xmlns="">
            <p:pic>
              <p:nvPicPr>
                <p:cNvPr id="103" name="Håndskrift 102">
                  <a:extLst>
                    <a:ext uri="{FF2B5EF4-FFF2-40B4-BE49-F238E27FC236}">
                      <a16:creationId xmlns:a16="http://schemas.microsoft.com/office/drawing/2014/main" id="{C3F916C9-9995-ABDE-5CF6-DC8FFE7A82E9}"/>
                    </a:ext>
                  </a:extLst>
                </p:cNvPr>
                <p:cNvPicPr/>
                <p:nvPr/>
              </p:nvPicPr>
              <p:blipFill>
                <a:blip r:embed="rId117"/>
                <a:stretch>
                  <a:fillRect/>
                </a:stretch>
              </p:blipFill>
              <p:spPr>
                <a:xfrm>
                  <a:off x="11159829" y="6011417"/>
                  <a:ext cx="1944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04" name="Håndskrift 103">
                  <a:extLst>
                    <a:ext uri="{FF2B5EF4-FFF2-40B4-BE49-F238E27FC236}">
                      <a16:creationId xmlns:a16="http://schemas.microsoft.com/office/drawing/2014/main" id="{71A07317-9538-D4C7-AFB0-3E44FA3807BB}"/>
                    </a:ext>
                  </a:extLst>
                </p14:cNvPr>
                <p14:cNvContentPartPr/>
                <p14:nvPr/>
              </p14:nvContentPartPr>
              <p14:xfrm>
                <a:off x="11164149" y="6165497"/>
                <a:ext cx="360" cy="104040"/>
              </p14:xfrm>
            </p:contentPart>
          </mc:Choice>
          <mc:Fallback xmlns="">
            <p:pic>
              <p:nvPicPr>
                <p:cNvPr id="104" name="Håndskrift 103">
                  <a:extLst>
                    <a:ext uri="{FF2B5EF4-FFF2-40B4-BE49-F238E27FC236}">
                      <a16:creationId xmlns:a16="http://schemas.microsoft.com/office/drawing/2014/main" id="{71A07317-9538-D4C7-AFB0-3E44FA3807BB}"/>
                    </a:ext>
                  </a:extLst>
                </p:cNvPr>
                <p:cNvPicPr/>
                <p:nvPr/>
              </p:nvPicPr>
              <p:blipFill>
                <a:blip r:embed="rId119"/>
                <a:stretch>
                  <a:fillRect/>
                </a:stretch>
              </p:blipFill>
              <p:spPr>
                <a:xfrm>
                  <a:off x="11158029" y="6159377"/>
                  <a:ext cx="1260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08" name="Håndskrift 107">
                  <a:extLst>
                    <a:ext uri="{FF2B5EF4-FFF2-40B4-BE49-F238E27FC236}">
                      <a16:creationId xmlns:a16="http://schemas.microsoft.com/office/drawing/2014/main" id="{279B31DB-0700-6CC3-BBCC-23CA6F497B20}"/>
                    </a:ext>
                  </a:extLst>
                </p14:cNvPr>
                <p14:cNvContentPartPr/>
                <p14:nvPr/>
              </p14:nvContentPartPr>
              <p14:xfrm>
                <a:off x="11146869" y="6313457"/>
                <a:ext cx="360" cy="9000"/>
              </p14:xfrm>
            </p:contentPart>
          </mc:Choice>
          <mc:Fallback xmlns="">
            <p:pic>
              <p:nvPicPr>
                <p:cNvPr id="108" name="Håndskrift 107">
                  <a:extLst>
                    <a:ext uri="{FF2B5EF4-FFF2-40B4-BE49-F238E27FC236}">
                      <a16:creationId xmlns:a16="http://schemas.microsoft.com/office/drawing/2014/main" id="{279B31DB-0700-6CC3-BBCC-23CA6F497B20}"/>
                    </a:ext>
                  </a:extLst>
                </p:cNvPr>
                <p:cNvPicPr/>
                <p:nvPr/>
              </p:nvPicPr>
              <p:blipFill>
                <a:blip r:embed="rId76"/>
                <a:stretch>
                  <a:fillRect/>
                </a:stretch>
              </p:blipFill>
              <p:spPr>
                <a:xfrm>
                  <a:off x="11140749" y="6307337"/>
                  <a:ext cx="126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09" name="Håndskrift 108">
                  <a:extLst>
                    <a:ext uri="{FF2B5EF4-FFF2-40B4-BE49-F238E27FC236}">
                      <a16:creationId xmlns:a16="http://schemas.microsoft.com/office/drawing/2014/main" id="{B75E529A-F1FB-E425-A3B5-95EF67298210}"/>
                    </a:ext>
                  </a:extLst>
                </p14:cNvPr>
                <p14:cNvContentPartPr/>
                <p14:nvPr/>
              </p14:nvContentPartPr>
              <p14:xfrm>
                <a:off x="11155509" y="6339737"/>
                <a:ext cx="360" cy="23760"/>
              </p14:xfrm>
            </p:contentPart>
          </mc:Choice>
          <mc:Fallback xmlns="">
            <p:pic>
              <p:nvPicPr>
                <p:cNvPr id="109" name="Håndskrift 108">
                  <a:extLst>
                    <a:ext uri="{FF2B5EF4-FFF2-40B4-BE49-F238E27FC236}">
                      <a16:creationId xmlns:a16="http://schemas.microsoft.com/office/drawing/2014/main" id="{B75E529A-F1FB-E425-A3B5-95EF67298210}"/>
                    </a:ext>
                  </a:extLst>
                </p:cNvPr>
                <p:cNvPicPr/>
                <p:nvPr/>
              </p:nvPicPr>
              <p:blipFill>
                <a:blip r:embed="rId86"/>
                <a:stretch>
                  <a:fillRect/>
                </a:stretch>
              </p:blipFill>
              <p:spPr>
                <a:xfrm>
                  <a:off x="11149389" y="6333617"/>
                  <a:ext cx="126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10" name="Håndskrift 109">
                  <a:extLst>
                    <a:ext uri="{FF2B5EF4-FFF2-40B4-BE49-F238E27FC236}">
                      <a16:creationId xmlns:a16="http://schemas.microsoft.com/office/drawing/2014/main" id="{0199E129-934B-20C1-9D0F-45331571140F}"/>
                    </a:ext>
                  </a:extLst>
                </p14:cNvPr>
                <p14:cNvContentPartPr/>
                <p14:nvPr/>
              </p14:nvContentPartPr>
              <p14:xfrm>
                <a:off x="10519749" y="6425777"/>
                <a:ext cx="1331640" cy="10080"/>
              </p14:xfrm>
            </p:contentPart>
          </mc:Choice>
          <mc:Fallback xmlns="">
            <p:pic>
              <p:nvPicPr>
                <p:cNvPr id="110" name="Håndskrift 109">
                  <a:extLst>
                    <a:ext uri="{FF2B5EF4-FFF2-40B4-BE49-F238E27FC236}">
                      <a16:creationId xmlns:a16="http://schemas.microsoft.com/office/drawing/2014/main" id="{0199E129-934B-20C1-9D0F-45331571140F}"/>
                    </a:ext>
                  </a:extLst>
                </p:cNvPr>
                <p:cNvPicPr/>
                <p:nvPr/>
              </p:nvPicPr>
              <p:blipFill>
                <a:blip r:embed="rId123"/>
                <a:stretch>
                  <a:fillRect/>
                </a:stretch>
              </p:blipFill>
              <p:spPr>
                <a:xfrm>
                  <a:off x="10513629" y="6419657"/>
                  <a:ext cx="134388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12" name="Håndskrift 111">
                  <a:extLst>
                    <a:ext uri="{FF2B5EF4-FFF2-40B4-BE49-F238E27FC236}">
                      <a16:creationId xmlns:a16="http://schemas.microsoft.com/office/drawing/2014/main" id="{DF087588-470C-EF46-5F17-A9E20F9B9600}"/>
                    </a:ext>
                  </a:extLst>
                </p14:cNvPr>
                <p14:cNvContentPartPr/>
                <p14:nvPr/>
              </p14:nvContentPartPr>
              <p14:xfrm>
                <a:off x="11312109" y="6383297"/>
                <a:ext cx="360" cy="104040"/>
              </p14:xfrm>
            </p:contentPart>
          </mc:Choice>
          <mc:Fallback xmlns="">
            <p:pic>
              <p:nvPicPr>
                <p:cNvPr id="112" name="Håndskrift 111">
                  <a:extLst>
                    <a:ext uri="{FF2B5EF4-FFF2-40B4-BE49-F238E27FC236}">
                      <a16:creationId xmlns:a16="http://schemas.microsoft.com/office/drawing/2014/main" id="{DF087588-470C-EF46-5F17-A9E20F9B9600}"/>
                    </a:ext>
                  </a:extLst>
                </p:cNvPr>
                <p:cNvPicPr/>
                <p:nvPr/>
              </p:nvPicPr>
              <p:blipFill>
                <a:blip r:embed="rId119"/>
                <a:stretch>
                  <a:fillRect/>
                </a:stretch>
              </p:blipFill>
              <p:spPr>
                <a:xfrm>
                  <a:off x="11305989" y="6377177"/>
                  <a:ext cx="1260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18" name="Håndskrift 117">
                  <a:extLst>
                    <a:ext uri="{FF2B5EF4-FFF2-40B4-BE49-F238E27FC236}">
                      <a16:creationId xmlns:a16="http://schemas.microsoft.com/office/drawing/2014/main" id="{5BA0C8F3-5626-35CB-FB5A-4F0E3B5B640D}"/>
                    </a:ext>
                  </a:extLst>
                </p14:cNvPr>
                <p14:cNvContentPartPr/>
                <p14:nvPr/>
              </p14:nvContentPartPr>
              <p14:xfrm>
                <a:off x="11080989" y="5975417"/>
                <a:ext cx="162000" cy="99360"/>
              </p14:xfrm>
            </p:contentPart>
          </mc:Choice>
          <mc:Fallback xmlns="">
            <p:pic>
              <p:nvPicPr>
                <p:cNvPr id="118" name="Håndskrift 117">
                  <a:extLst>
                    <a:ext uri="{FF2B5EF4-FFF2-40B4-BE49-F238E27FC236}">
                      <a16:creationId xmlns:a16="http://schemas.microsoft.com/office/drawing/2014/main" id="{5BA0C8F3-5626-35CB-FB5A-4F0E3B5B640D}"/>
                    </a:ext>
                  </a:extLst>
                </p:cNvPr>
                <p:cNvPicPr/>
                <p:nvPr/>
              </p:nvPicPr>
              <p:blipFill>
                <a:blip r:embed="rId126"/>
                <a:stretch>
                  <a:fillRect/>
                </a:stretch>
              </p:blipFill>
              <p:spPr>
                <a:xfrm>
                  <a:off x="11074869" y="5969297"/>
                  <a:ext cx="17424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19" name="Håndskrift 118">
                  <a:extLst>
                    <a:ext uri="{FF2B5EF4-FFF2-40B4-BE49-F238E27FC236}">
                      <a16:creationId xmlns:a16="http://schemas.microsoft.com/office/drawing/2014/main" id="{C13F2962-9B57-3907-2A5F-AE30541ABC23}"/>
                    </a:ext>
                  </a:extLst>
                </p14:cNvPr>
                <p14:cNvContentPartPr/>
                <p14:nvPr/>
              </p14:nvContentPartPr>
              <p14:xfrm>
                <a:off x="10937709" y="5859137"/>
                <a:ext cx="120960" cy="133560"/>
              </p14:xfrm>
            </p:contentPart>
          </mc:Choice>
          <mc:Fallback xmlns="">
            <p:pic>
              <p:nvPicPr>
                <p:cNvPr id="119" name="Håndskrift 118">
                  <a:extLst>
                    <a:ext uri="{FF2B5EF4-FFF2-40B4-BE49-F238E27FC236}">
                      <a16:creationId xmlns:a16="http://schemas.microsoft.com/office/drawing/2014/main" id="{C13F2962-9B57-3907-2A5F-AE30541ABC23}"/>
                    </a:ext>
                  </a:extLst>
                </p:cNvPr>
                <p:cNvPicPr/>
                <p:nvPr/>
              </p:nvPicPr>
              <p:blipFill>
                <a:blip r:embed="rId128"/>
                <a:stretch>
                  <a:fillRect/>
                </a:stretch>
              </p:blipFill>
              <p:spPr>
                <a:xfrm>
                  <a:off x="10931589" y="5853017"/>
                  <a:ext cx="13320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20" name="Håndskrift 119">
                  <a:extLst>
                    <a:ext uri="{FF2B5EF4-FFF2-40B4-BE49-F238E27FC236}">
                      <a16:creationId xmlns:a16="http://schemas.microsoft.com/office/drawing/2014/main" id="{7EFBC54A-0CED-2DE2-9F91-91AF8DA1C006}"/>
                    </a:ext>
                  </a:extLst>
                </p14:cNvPr>
                <p14:cNvContentPartPr/>
                <p14:nvPr/>
              </p14:nvContentPartPr>
              <p14:xfrm>
                <a:off x="11078469" y="5808377"/>
                <a:ext cx="16200" cy="52560"/>
              </p14:xfrm>
            </p:contentPart>
          </mc:Choice>
          <mc:Fallback xmlns="">
            <p:pic>
              <p:nvPicPr>
                <p:cNvPr id="120" name="Håndskrift 119">
                  <a:extLst>
                    <a:ext uri="{FF2B5EF4-FFF2-40B4-BE49-F238E27FC236}">
                      <a16:creationId xmlns:a16="http://schemas.microsoft.com/office/drawing/2014/main" id="{7EFBC54A-0CED-2DE2-9F91-91AF8DA1C006}"/>
                    </a:ext>
                  </a:extLst>
                </p:cNvPr>
                <p:cNvPicPr/>
                <p:nvPr/>
              </p:nvPicPr>
              <p:blipFill>
                <a:blip r:embed="rId130"/>
                <a:stretch>
                  <a:fillRect/>
                </a:stretch>
              </p:blipFill>
              <p:spPr>
                <a:xfrm>
                  <a:off x="11072349" y="5802257"/>
                  <a:ext cx="2844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26" name="Håndskrift 125">
                  <a:extLst>
                    <a:ext uri="{FF2B5EF4-FFF2-40B4-BE49-F238E27FC236}">
                      <a16:creationId xmlns:a16="http://schemas.microsoft.com/office/drawing/2014/main" id="{136CE300-B126-DDA4-DA86-A85753DB5A8C}"/>
                    </a:ext>
                  </a:extLst>
                </p14:cNvPr>
                <p14:cNvContentPartPr/>
                <p14:nvPr/>
              </p14:nvContentPartPr>
              <p14:xfrm>
                <a:off x="10958229" y="5956337"/>
                <a:ext cx="86400" cy="45000"/>
              </p14:xfrm>
            </p:contentPart>
          </mc:Choice>
          <mc:Fallback xmlns="">
            <p:pic>
              <p:nvPicPr>
                <p:cNvPr id="126" name="Håndskrift 125">
                  <a:extLst>
                    <a:ext uri="{FF2B5EF4-FFF2-40B4-BE49-F238E27FC236}">
                      <a16:creationId xmlns:a16="http://schemas.microsoft.com/office/drawing/2014/main" id="{136CE300-B126-DDA4-DA86-A85753DB5A8C}"/>
                    </a:ext>
                  </a:extLst>
                </p:cNvPr>
                <p:cNvPicPr/>
                <p:nvPr/>
              </p:nvPicPr>
              <p:blipFill>
                <a:blip r:embed="rId132"/>
                <a:stretch>
                  <a:fillRect/>
                </a:stretch>
              </p:blipFill>
              <p:spPr>
                <a:xfrm>
                  <a:off x="10952109" y="5950217"/>
                  <a:ext cx="9864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27" name="Håndskrift 126">
                  <a:extLst>
                    <a:ext uri="{FF2B5EF4-FFF2-40B4-BE49-F238E27FC236}">
                      <a16:creationId xmlns:a16="http://schemas.microsoft.com/office/drawing/2014/main" id="{3FAF6004-3E3B-1309-E715-15963EA22BE4}"/>
                    </a:ext>
                  </a:extLst>
                </p14:cNvPr>
                <p14:cNvContentPartPr/>
                <p14:nvPr/>
              </p14:nvContentPartPr>
              <p14:xfrm>
                <a:off x="11089629" y="5939057"/>
                <a:ext cx="39960" cy="118800"/>
              </p14:xfrm>
            </p:contentPart>
          </mc:Choice>
          <mc:Fallback xmlns="">
            <p:pic>
              <p:nvPicPr>
                <p:cNvPr id="127" name="Håndskrift 126">
                  <a:extLst>
                    <a:ext uri="{FF2B5EF4-FFF2-40B4-BE49-F238E27FC236}">
                      <a16:creationId xmlns:a16="http://schemas.microsoft.com/office/drawing/2014/main" id="{3FAF6004-3E3B-1309-E715-15963EA22BE4}"/>
                    </a:ext>
                  </a:extLst>
                </p:cNvPr>
                <p:cNvPicPr/>
                <p:nvPr/>
              </p:nvPicPr>
              <p:blipFill>
                <a:blip r:embed="rId134"/>
                <a:stretch>
                  <a:fillRect/>
                </a:stretch>
              </p:blipFill>
              <p:spPr>
                <a:xfrm>
                  <a:off x="11083509" y="5932937"/>
                  <a:ext cx="5220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28" name="Håndskrift 127">
                  <a:extLst>
                    <a:ext uri="{FF2B5EF4-FFF2-40B4-BE49-F238E27FC236}">
                      <a16:creationId xmlns:a16="http://schemas.microsoft.com/office/drawing/2014/main" id="{A4DDC287-6018-7A43-44D2-443BCACA7B12}"/>
                    </a:ext>
                  </a:extLst>
                </p14:cNvPr>
                <p14:cNvContentPartPr/>
                <p14:nvPr/>
              </p14:nvContentPartPr>
              <p14:xfrm>
                <a:off x="11094669" y="5973617"/>
                <a:ext cx="147240" cy="9720"/>
              </p14:xfrm>
            </p:contentPart>
          </mc:Choice>
          <mc:Fallback xmlns="">
            <p:pic>
              <p:nvPicPr>
                <p:cNvPr id="128" name="Håndskrift 127">
                  <a:extLst>
                    <a:ext uri="{FF2B5EF4-FFF2-40B4-BE49-F238E27FC236}">
                      <a16:creationId xmlns:a16="http://schemas.microsoft.com/office/drawing/2014/main" id="{A4DDC287-6018-7A43-44D2-443BCACA7B12}"/>
                    </a:ext>
                  </a:extLst>
                </p:cNvPr>
                <p:cNvPicPr/>
                <p:nvPr/>
              </p:nvPicPr>
              <p:blipFill>
                <a:blip r:embed="rId136"/>
                <a:stretch>
                  <a:fillRect/>
                </a:stretch>
              </p:blipFill>
              <p:spPr>
                <a:xfrm>
                  <a:off x="11088549" y="5967497"/>
                  <a:ext cx="159480" cy="21960"/>
                </a:xfrm>
                <a:prstGeom prst="rect">
                  <a:avLst/>
                </a:prstGeom>
              </p:spPr>
            </p:pic>
          </mc:Fallback>
        </mc:AlternateContent>
      </p:grpSp>
      <p:grpSp>
        <p:nvGrpSpPr>
          <p:cNvPr id="133" name="Gruppe 132">
            <a:extLst>
              <a:ext uri="{FF2B5EF4-FFF2-40B4-BE49-F238E27FC236}">
                <a16:creationId xmlns:a16="http://schemas.microsoft.com/office/drawing/2014/main" id="{CAB4AE9D-06A6-E1B2-54B0-7DBAF8697963}"/>
              </a:ext>
            </a:extLst>
          </p:cNvPr>
          <p:cNvGrpSpPr/>
          <p:nvPr/>
        </p:nvGrpSpPr>
        <p:grpSpPr>
          <a:xfrm>
            <a:off x="10519749" y="5703977"/>
            <a:ext cx="313920" cy="227520"/>
            <a:chOff x="10519749" y="5703977"/>
            <a:chExt cx="313920" cy="227520"/>
          </a:xfrm>
        </p:grpSpPr>
        <mc:AlternateContent xmlns:mc="http://schemas.openxmlformats.org/markup-compatibility/2006" xmlns:p14="http://schemas.microsoft.com/office/powerpoint/2010/main">
          <mc:Choice Requires="p14">
            <p:contentPart p14:bwMode="auto" r:id="rId137">
              <p14:nvContentPartPr>
                <p14:cNvPr id="130" name="Håndskrift 129">
                  <a:extLst>
                    <a:ext uri="{FF2B5EF4-FFF2-40B4-BE49-F238E27FC236}">
                      <a16:creationId xmlns:a16="http://schemas.microsoft.com/office/drawing/2014/main" id="{2237C6F0-213D-8BCE-7B10-48A61D9608AE}"/>
                    </a:ext>
                  </a:extLst>
                </p14:cNvPr>
                <p14:cNvContentPartPr/>
                <p14:nvPr/>
              </p14:nvContentPartPr>
              <p14:xfrm>
                <a:off x="10519749" y="5771657"/>
                <a:ext cx="180720" cy="159840"/>
              </p14:xfrm>
            </p:contentPart>
          </mc:Choice>
          <mc:Fallback xmlns="">
            <p:pic>
              <p:nvPicPr>
                <p:cNvPr id="130" name="Håndskrift 129">
                  <a:extLst>
                    <a:ext uri="{FF2B5EF4-FFF2-40B4-BE49-F238E27FC236}">
                      <a16:creationId xmlns:a16="http://schemas.microsoft.com/office/drawing/2014/main" id="{2237C6F0-213D-8BCE-7B10-48A61D9608AE}"/>
                    </a:ext>
                  </a:extLst>
                </p:cNvPr>
                <p:cNvPicPr/>
                <p:nvPr/>
              </p:nvPicPr>
              <p:blipFill>
                <a:blip r:embed="rId138"/>
                <a:stretch>
                  <a:fillRect/>
                </a:stretch>
              </p:blipFill>
              <p:spPr>
                <a:xfrm>
                  <a:off x="10513629" y="5765537"/>
                  <a:ext cx="19296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31" name="Håndskrift 130">
                  <a:extLst>
                    <a:ext uri="{FF2B5EF4-FFF2-40B4-BE49-F238E27FC236}">
                      <a16:creationId xmlns:a16="http://schemas.microsoft.com/office/drawing/2014/main" id="{4A92884D-8CF1-FB72-416B-23DE38E2875A}"/>
                    </a:ext>
                  </a:extLst>
                </p14:cNvPr>
                <p14:cNvContentPartPr/>
                <p14:nvPr/>
              </p14:nvContentPartPr>
              <p14:xfrm>
                <a:off x="10751229" y="5738897"/>
                <a:ext cx="82440" cy="39240"/>
              </p14:xfrm>
            </p:contentPart>
          </mc:Choice>
          <mc:Fallback xmlns="">
            <p:pic>
              <p:nvPicPr>
                <p:cNvPr id="131" name="Håndskrift 130">
                  <a:extLst>
                    <a:ext uri="{FF2B5EF4-FFF2-40B4-BE49-F238E27FC236}">
                      <a16:creationId xmlns:a16="http://schemas.microsoft.com/office/drawing/2014/main" id="{4A92884D-8CF1-FB72-416B-23DE38E2875A}"/>
                    </a:ext>
                  </a:extLst>
                </p:cNvPr>
                <p:cNvPicPr/>
                <p:nvPr/>
              </p:nvPicPr>
              <p:blipFill>
                <a:blip r:embed="rId140"/>
                <a:stretch>
                  <a:fillRect/>
                </a:stretch>
              </p:blipFill>
              <p:spPr>
                <a:xfrm>
                  <a:off x="10745109" y="5732777"/>
                  <a:ext cx="946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32" name="Håndskrift 131">
                  <a:extLst>
                    <a:ext uri="{FF2B5EF4-FFF2-40B4-BE49-F238E27FC236}">
                      <a16:creationId xmlns:a16="http://schemas.microsoft.com/office/drawing/2014/main" id="{2B04DF70-A550-A86E-CF56-0073BAB85D0A}"/>
                    </a:ext>
                  </a:extLst>
                </p14:cNvPr>
                <p14:cNvContentPartPr/>
                <p14:nvPr/>
              </p14:nvContentPartPr>
              <p14:xfrm>
                <a:off x="10711989" y="5703977"/>
                <a:ext cx="78120" cy="69840"/>
              </p14:xfrm>
            </p:contentPart>
          </mc:Choice>
          <mc:Fallback xmlns="">
            <p:pic>
              <p:nvPicPr>
                <p:cNvPr id="132" name="Håndskrift 131">
                  <a:extLst>
                    <a:ext uri="{FF2B5EF4-FFF2-40B4-BE49-F238E27FC236}">
                      <a16:creationId xmlns:a16="http://schemas.microsoft.com/office/drawing/2014/main" id="{2B04DF70-A550-A86E-CF56-0073BAB85D0A}"/>
                    </a:ext>
                  </a:extLst>
                </p:cNvPr>
                <p:cNvPicPr/>
                <p:nvPr/>
              </p:nvPicPr>
              <p:blipFill>
                <a:blip r:embed="rId142"/>
                <a:stretch>
                  <a:fillRect/>
                </a:stretch>
              </p:blipFill>
              <p:spPr>
                <a:xfrm>
                  <a:off x="10705869" y="5697857"/>
                  <a:ext cx="90360" cy="82080"/>
                </a:xfrm>
                <a:prstGeom prst="rect">
                  <a:avLst/>
                </a:prstGeom>
              </p:spPr>
            </p:pic>
          </mc:Fallback>
        </mc:AlternateContent>
      </p:grpSp>
    </p:spTree>
    <p:extLst>
      <p:ext uri="{BB962C8B-B14F-4D97-AF65-F5344CB8AC3E}">
        <p14:creationId xmlns:p14="http://schemas.microsoft.com/office/powerpoint/2010/main" val="1721363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025DC-37FA-D6E6-C3F3-30825098DD6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2F007C9-7046-F203-6540-AA1394D4FF14}"/>
              </a:ext>
            </a:extLst>
          </p:cNvPr>
          <p:cNvSpPr>
            <a:spLocks noGrp="1"/>
          </p:cNvSpPr>
          <p:nvPr>
            <p:ph type="title"/>
          </p:nvPr>
        </p:nvSpPr>
        <p:spPr>
          <a:xfrm>
            <a:off x="134394" y="143692"/>
            <a:ext cx="3932237" cy="605246"/>
          </a:xfrm>
        </p:spPr>
        <p:txBody>
          <a:bodyPr>
            <a:normAutofit/>
          </a:bodyPr>
          <a:lstStyle/>
          <a:p>
            <a:r>
              <a:rPr lang="en-US" noProof="0" dirty="0"/>
              <a:t>Thermostat</a:t>
            </a:r>
          </a:p>
        </p:txBody>
      </p:sp>
      <p:sp>
        <p:nvSpPr>
          <p:cNvPr id="6" name="Pladsholder til tekst 3">
            <a:extLst>
              <a:ext uri="{FF2B5EF4-FFF2-40B4-BE49-F238E27FC236}">
                <a16:creationId xmlns:a16="http://schemas.microsoft.com/office/drawing/2014/main" id="{ED174105-6393-E980-5C04-FCAE7EC68CC4}"/>
              </a:ext>
            </a:extLst>
          </p:cNvPr>
          <p:cNvSpPr txBox="1">
            <a:spLocks/>
          </p:cNvSpPr>
          <p:nvPr/>
        </p:nvSpPr>
        <p:spPr>
          <a:xfrm>
            <a:off x="6278291" y="2057398"/>
            <a:ext cx="3932237" cy="453498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endParaRPr lang="en-US" noProof="0" dirty="0"/>
          </a:p>
        </p:txBody>
      </p:sp>
      <mc:AlternateContent xmlns:mc="http://schemas.openxmlformats.org/markup-compatibility/2006" xmlns:a14="http://schemas.microsoft.com/office/drawing/2010/main">
        <mc:Choice Requires="a14">
          <p:sp>
            <p:nvSpPr>
              <p:cNvPr id="7" name="Pladsholder til tekst 6">
                <a:extLst>
                  <a:ext uri="{FF2B5EF4-FFF2-40B4-BE49-F238E27FC236}">
                    <a16:creationId xmlns:a16="http://schemas.microsoft.com/office/drawing/2014/main" id="{5FA6B090-49CA-5A3A-3E4B-09BC1AD290A2}"/>
                  </a:ext>
                </a:extLst>
              </p:cNvPr>
              <p:cNvSpPr>
                <a:spLocks noGrp="1"/>
              </p:cNvSpPr>
              <p:nvPr>
                <p:ph type="body" sz="half" idx="2"/>
              </p:nvPr>
            </p:nvSpPr>
            <p:spPr>
              <a:xfrm>
                <a:off x="134394" y="748939"/>
                <a:ext cx="4823982" cy="4920341"/>
              </a:xfrm>
            </p:spPr>
            <p:txBody>
              <a:bodyPr>
                <a:normAutofit/>
              </a:bodyPr>
              <a:lstStyle/>
              <a:p>
                <a:r>
                  <a:rPr lang="en-US" noProof="0" dirty="0"/>
                  <a:t>Using the same approach for a double well potential, we can get a sample of points to determine the probability distribution.</a:t>
                </a:r>
              </a:p>
              <a:p>
                <a:pPr/>
                <a:r>
                  <a:rPr lang="en-US" noProof="0" dirty="0"/>
                  <a:t>In contrast to Metropolis Monte Carlo, we no longer globally or locally sample positions according to the Boltzmann factor. Instead, we run a simulation with changing velocities, sampled as</a:t>
                </a:r>
                <a:br>
                  <a:rPr lang="en-US" noProof="0" dirty="0"/>
                </a:br>
                <a14:m>
                  <m:oMathPara xmlns:m="http://schemas.openxmlformats.org/officeDocument/2006/math">
                    <m:oMath>
                      <m:sSub>
                        <m:sSubPr>
                          <m:ctrlPr>
                            <a:rPr lang="en-US" i="1" noProof="0">
                              <a:latin typeface="Cambria Math" panose="02040503050406030204" pitchFamily="18" charset="0"/>
                            </a:rPr>
                          </m:ctrlPr>
                        </m:sSubPr>
                        <m:e>
                          <m:r>
                            <a:rPr lang="en-US" i="1" noProof="0">
                              <a:latin typeface="Cambria Math" panose="02040503050406030204" pitchFamily="18" charset="0"/>
                            </a:rPr>
                            <m:t>𝑣</m:t>
                          </m:r>
                        </m:e>
                        <m:sub>
                          <m:r>
                            <a:rPr lang="en-US" i="1" noProof="0">
                              <a:latin typeface="Cambria Math" panose="02040503050406030204" pitchFamily="18" charset="0"/>
                            </a:rPr>
                            <m:t>𝑖</m:t>
                          </m:r>
                          <m:r>
                            <a:rPr lang="en-US" i="1" noProof="0">
                              <a:latin typeface="Cambria Math" panose="02040503050406030204" pitchFamily="18" charset="0"/>
                            </a:rPr>
                            <m:t>,</m:t>
                          </m:r>
                          <m:r>
                            <a:rPr lang="en-US" i="1" noProof="0">
                              <a:latin typeface="Cambria Math" panose="02040503050406030204" pitchFamily="18" charset="0"/>
                            </a:rPr>
                            <m:t>𝜇</m:t>
                          </m:r>
                        </m:sub>
                      </m:sSub>
                      <m:r>
                        <a:rPr lang="en-US" i="1" noProof="0">
                          <a:latin typeface="Cambria Math" panose="02040503050406030204" pitchFamily="18" charset="0"/>
                        </a:rPr>
                        <m:t>∼</m:t>
                      </m:r>
                      <m:r>
                        <a:rPr lang="en-US" i="1" noProof="0">
                          <a:latin typeface="Cambria Math" panose="02040503050406030204" pitchFamily="18" charset="0"/>
                          <a:ea typeface="Cambria Math" panose="02040503050406030204" pitchFamily="18" charset="0"/>
                        </a:rPr>
                        <m:t>𝒩</m:t>
                      </m:r>
                      <m:d>
                        <m:dPr>
                          <m:ctrlPr>
                            <a:rPr lang="en-US" i="1" noProof="0">
                              <a:latin typeface="Cambria Math" panose="02040503050406030204" pitchFamily="18" charset="0"/>
                              <a:ea typeface="Cambria Math" panose="02040503050406030204" pitchFamily="18" charset="0"/>
                            </a:rPr>
                          </m:ctrlPr>
                        </m:dPr>
                        <m:e>
                          <m:r>
                            <a:rPr lang="en-US" i="1" noProof="0">
                              <a:latin typeface="Cambria Math" panose="02040503050406030204" pitchFamily="18" charset="0"/>
                              <a:ea typeface="Cambria Math" panose="02040503050406030204" pitchFamily="18" charset="0"/>
                            </a:rPr>
                            <m:t>0,</m:t>
                          </m:r>
                          <m:rad>
                            <m:radPr>
                              <m:degHide m:val="on"/>
                              <m:ctrlPr>
                                <a:rPr lang="en-US" i="1" noProof="0">
                                  <a:latin typeface="Cambria Math" panose="02040503050406030204" pitchFamily="18" charset="0"/>
                                  <a:ea typeface="Cambria Math" panose="02040503050406030204" pitchFamily="18" charset="0"/>
                                </a:rPr>
                              </m:ctrlPr>
                            </m:radPr>
                            <m:deg/>
                            <m:e>
                              <m:f>
                                <m:fPr>
                                  <m:ctrlPr>
                                    <a:rPr lang="en-US" i="1" noProof="0">
                                      <a:latin typeface="Cambria Math" panose="02040503050406030204" pitchFamily="18" charset="0"/>
                                      <a:ea typeface="Cambria Math" panose="02040503050406030204" pitchFamily="18" charset="0"/>
                                    </a:rPr>
                                  </m:ctrlPr>
                                </m:fPr>
                                <m:num>
                                  <m:sSub>
                                    <m:sSubPr>
                                      <m:ctrlPr>
                                        <a:rPr lang="en-US" i="1" noProof="0">
                                          <a:latin typeface="Cambria Math" panose="02040503050406030204" pitchFamily="18" charset="0"/>
                                          <a:ea typeface="Cambria Math" panose="02040503050406030204" pitchFamily="18" charset="0"/>
                                        </a:rPr>
                                      </m:ctrlPr>
                                    </m:sSubPr>
                                    <m:e>
                                      <m:r>
                                        <a:rPr lang="en-US" i="1" noProof="0">
                                          <a:latin typeface="Cambria Math" panose="02040503050406030204" pitchFamily="18" charset="0"/>
                                          <a:ea typeface="Cambria Math" panose="02040503050406030204" pitchFamily="18" charset="0"/>
                                        </a:rPr>
                                        <m:t>𝑘</m:t>
                                      </m:r>
                                    </m:e>
                                    <m:sub>
                                      <m:r>
                                        <a:rPr lang="en-US" i="1" noProof="0">
                                          <a:latin typeface="Cambria Math" panose="02040503050406030204" pitchFamily="18" charset="0"/>
                                          <a:ea typeface="Cambria Math" panose="02040503050406030204" pitchFamily="18" charset="0"/>
                                        </a:rPr>
                                        <m:t>𝑏</m:t>
                                      </m:r>
                                    </m:sub>
                                  </m:sSub>
                                  <m:r>
                                    <a:rPr lang="en-US" i="1" noProof="0">
                                      <a:latin typeface="Cambria Math" panose="02040503050406030204" pitchFamily="18" charset="0"/>
                                      <a:ea typeface="Cambria Math" panose="02040503050406030204" pitchFamily="18" charset="0"/>
                                    </a:rPr>
                                    <m:t>𝑇</m:t>
                                  </m:r>
                                </m:num>
                                <m:den>
                                  <m:sSub>
                                    <m:sSubPr>
                                      <m:ctrlPr>
                                        <a:rPr lang="en-US" i="1" noProof="0">
                                          <a:latin typeface="Cambria Math" panose="02040503050406030204" pitchFamily="18" charset="0"/>
                                          <a:ea typeface="Cambria Math" panose="02040503050406030204" pitchFamily="18" charset="0"/>
                                        </a:rPr>
                                      </m:ctrlPr>
                                    </m:sSubPr>
                                    <m:e>
                                      <m:r>
                                        <a:rPr lang="en-US" i="1" noProof="0">
                                          <a:latin typeface="Cambria Math" panose="02040503050406030204" pitchFamily="18" charset="0"/>
                                          <a:ea typeface="Cambria Math" panose="02040503050406030204" pitchFamily="18" charset="0"/>
                                        </a:rPr>
                                        <m:t>𝑚</m:t>
                                      </m:r>
                                    </m:e>
                                    <m:sub>
                                      <m:r>
                                        <a:rPr lang="en-US" i="1" noProof="0">
                                          <a:latin typeface="Cambria Math" panose="02040503050406030204" pitchFamily="18" charset="0"/>
                                          <a:ea typeface="Cambria Math" panose="02040503050406030204" pitchFamily="18" charset="0"/>
                                        </a:rPr>
                                        <m:t>𝑖</m:t>
                                      </m:r>
                                    </m:sub>
                                  </m:sSub>
                                </m:den>
                              </m:f>
                            </m:e>
                          </m:rad>
                        </m:e>
                      </m:d>
                    </m:oMath>
                  </m:oMathPara>
                </a14:m>
                <a:br>
                  <a:rPr lang="en-US" noProof="0" dirty="0">
                    <a:ea typeface="Cambria Math" panose="02040503050406030204" pitchFamily="18" charset="0"/>
                  </a:rPr>
                </a:br>
                <a:r>
                  <a:rPr lang="en-US" noProof="0" dirty="0">
                    <a:ea typeface="Cambria Math" panose="02040503050406030204" pitchFamily="18" charset="0"/>
                  </a:rPr>
                  <a:t>and collect the position after some amount of timesteps. Repeat many times, and we get samples as shown.</a:t>
                </a:r>
              </a:p>
              <a:p>
                <a:r>
                  <a:rPr lang="en-US" noProof="0" dirty="0">
                    <a:ea typeface="Cambria Math" panose="02040503050406030204" pitchFamily="18" charset="0"/>
                  </a:rPr>
                  <a:t>Top image is Metropolis MC. Middle and bottom is velocity-</a:t>
                </a:r>
                <a:r>
                  <a:rPr lang="en-US" noProof="0" dirty="0" err="1">
                    <a:ea typeface="Cambria Math" panose="02040503050406030204" pitchFamily="18" charset="0"/>
                  </a:rPr>
                  <a:t>verlet</a:t>
                </a:r>
                <a:r>
                  <a:rPr lang="en-US" noProof="0" dirty="0">
                    <a:ea typeface="Cambria Math" panose="02040503050406030204" pitchFamily="18" charset="0"/>
                  </a:rPr>
                  <a:t> with thermalization updates. Middle has initial position in the large basin. Bottom has at the smaller basin.</a:t>
                </a:r>
              </a:p>
              <a:p>
                <a:r>
                  <a:rPr lang="en-US" noProof="0" dirty="0"/>
                  <a:t>The figures may indicate that a high </a:t>
                </a:r>
                <a14:m>
                  <m:oMath xmlns:m="http://schemas.openxmlformats.org/officeDocument/2006/math">
                    <m:d>
                      <m:dPr>
                        <m:begChr m:val="⟨"/>
                        <m:endChr m:val="⟩"/>
                        <m:ctrlPr>
                          <a:rPr lang="en-US" i="1" noProof="0">
                            <a:latin typeface="Cambria Math" panose="02040503050406030204" pitchFamily="18" charset="0"/>
                          </a:rPr>
                        </m:ctrlPr>
                      </m:dPr>
                      <m:e>
                        <m:r>
                          <a:rPr lang="en-US" i="1" noProof="0">
                            <a:latin typeface="Cambria Math" panose="02040503050406030204" pitchFamily="18" charset="0"/>
                          </a:rPr>
                          <m:t>𝑉</m:t>
                        </m:r>
                        <m:d>
                          <m:dPr>
                            <m:ctrlPr>
                              <a:rPr lang="en-US" i="1" noProof="0">
                                <a:latin typeface="Cambria Math" panose="02040503050406030204" pitchFamily="18" charset="0"/>
                              </a:rPr>
                            </m:ctrlPr>
                          </m:dPr>
                          <m:e>
                            <m:r>
                              <a:rPr lang="en-US" i="1" noProof="0">
                                <a:latin typeface="Cambria Math" panose="02040503050406030204" pitchFamily="18" charset="0"/>
                              </a:rPr>
                              <m:t>𝑥</m:t>
                            </m:r>
                          </m:e>
                        </m:d>
                      </m:e>
                    </m:d>
                  </m:oMath>
                </a14:m>
                <a:r>
                  <a:rPr lang="en-US" noProof="0" dirty="0"/>
                  <a:t> at low T, the distribution might not be sampled fully, and that we may be trapped in a local minima.</a:t>
                </a:r>
              </a:p>
              <a:p>
                <a:endParaRPr lang="en-US" noProof="0" dirty="0"/>
              </a:p>
            </p:txBody>
          </p:sp>
        </mc:Choice>
        <mc:Fallback xmlns="">
          <p:sp>
            <p:nvSpPr>
              <p:cNvPr id="7" name="Pladsholder til tekst 6">
                <a:extLst>
                  <a:ext uri="{FF2B5EF4-FFF2-40B4-BE49-F238E27FC236}">
                    <a16:creationId xmlns:a16="http://schemas.microsoft.com/office/drawing/2014/main" id="{5FA6B090-49CA-5A3A-3E4B-09BC1AD290A2}"/>
                  </a:ext>
                </a:extLst>
              </p:cNvPr>
              <p:cNvSpPr>
                <a:spLocks noGrp="1" noRot="1" noChangeAspect="1" noMove="1" noResize="1" noEditPoints="1" noAdjustHandles="1" noChangeArrowheads="1" noChangeShapeType="1" noTextEdit="1"/>
              </p:cNvSpPr>
              <p:nvPr>
                <p:ph type="body" sz="half" idx="2"/>
              </p:nvPr>
            </p:nvSpPr>
            <p:spPr>
              <a:xfrm>
                <a:off x="134394" y="748939"/>
                <a:ext cx="4823982" cy="4920341"/>
              </a:xfrm>
              <a:blipFill>
                <a:blip r:embed="rId2"/>
                <a:stretch>
                  <a:fillRect l="-632" t="-867" r="-759" b="-1363"/>
                </a:stretch>
              </a:blipFill>
            </p:spPr>
            <p:txBody>
              <a:bodyPr/>
              <a:lstStyle/>
              <a:p>
                <a:r>
                  <a:rPr lang="da-DK">
                    <a:noFill/>
                  </a:rPr>
                  <a:t> </a:t>
                </a:r>
              </a:p>
            </p:txBody>
          </p:sp>
        </mc:Fallback>
      </mc:AlternateContent>
      <p:pic>
        <p:nvPicPr>
          <p:cNvPr id="8" name="Billede 7">
            <a:extLst>
              <a:ext uri="{FF2B5EF4-FFF2-40B4-BE49-F238E27FC236}">
                <a16:creationId xmlns:a16="http://schemas.microsoft.com/office/drawing/2014/main" id="{681ECAE6-212E-0CE1-6C1A-51809E2CE6F2}"/>
              </a:ext>
            </a:extLst>
          </p:cNvPr>
          <p:cNvPicPr>
            <a:picLocks noChangeAspect="1"/>
          </p:cNvPicPr>
          <p:nvPr/>
        </p:nvPicPr>
        <p:blipFill>
          <a:blip r:embed="rId3"/>
          <a:stretch>
            <a:fillRect/>
          </a:stretch>
        </p:blipFill>
        <p:spPr>
          <a:xfrm>
            <a:off x="4958376" y="2655664"/>
            <a:ext cx="7233622" cy="2101168"/>
          </a:xfrm>
          <a:prstGeom prst="rect">
            <a:avLst/>
          </a:prstGeom>
        </p:spPr>
      </p:pic>
      <p:pic>
        <p:nvPicPr>
          <p:cNvPr id="11" name="Billede 10">
            <a:extLst>
              <a:ext uri="{FF2B5EF4-FFF2-40B4-BE49-F238E27FC236}">
                <a16:creationId xmlns:a16="http://schemas.microsoft.com/office/drawing/2014/main" id="{A733D184-7D0B-7BFC-BA64-1AA23CCF7403}"/>
              </a:ext>
            </a:extLst>
          </p:cNvPr>
          <p:cNvPicPr>
            <a:picLocks noChangeAspect="1"/>
          </p:cNvPicPr>
          <p:nvPr/>
        </p:nvPicPr>
        <p:blipFill>
          <a:blip r:embed="rId4"/>
          <a:stretch>
            <a:fillRect/>
          </a:stretch>
        </p:blipFill>
        <p:spPr>
          <a:xfrm>
            <a:off x="4958377" y="4734947"/>
            <a:ext cx="7233621" cy="2101168"/>
          </a:xfrm>
          <a:prstGeom prst="rect">
            <a:avLst/>
          </a:prstGeom>
        </p:spPr>
      </p:pic>
      <p:pic>
        <p:nvPicPr>
          <p:cNvPr id="15" name="Billede 14">
            <a:extLst>
              <a:ext uri="{FF2B5EF4-FFF2-40B4-BE49-F238E27FC236}">
                <a16:creationId xmlns:a16="http://schemas.microsoft.com/office/drawing/2014/main" id="{9FC14F9A-340A-7AED-BEB3-591A6B7156B6}"/>
              </a:ext>
            </a:extLst>
          </p:cNvPr>
          <p:cNvPicPr>
            <a:picLocks noChangeAspect="1"/>
          </p:cNvPicPr>
          <p:nvPr/>
        </p:nvPicPr>
        <p:blipFill>
          <a:blip r:embed="rId5"/>
          <a:stretch>
            <a:fillRect/>
          </a:stretch>
        </p:blipFill>
        <p:spPr>
          <a:xfrm>
            <a:off x="4958377" y="0"/>
            <a:ext cx="7233623" cy="2101169"/>
          </a:xfrm>
          <a:prstGeom prst="rect">
            <a:avLst/>
          </a:prstGeom>
        </p:spPr>
      </p:pic>
      <mc:AlternateContent xmlns:mc="http://schemas.openxmlformats.org/markup-compatibility/2006" xmlns:a14="http://schemas.microsoft.com/office/drawing/2010/main">
        <mc:Choice Requires="a14">
          <p:sp>
            <p:nvSpPr>
              <p:cNvPr id="36" name="Tekstfelt 35">
                <a:extLst>
                  <a:ext uri="{FF2B5EF4-FFF2-40B4-BE49-F238E27FC236}">
                    <a16:creationId xmlns:a16="http://schemas.microsoft.com/office/drawing/2014/main" id="{869C4227-5AA6-35C4-2476-60BD883B6564}"/>
                  </a:ext>
                </a:extLst>
              </p:cNvPr>
              <p:cNvSpPr txBox="1"/>
              <p:nvPr/>
            </p:nvSpPr>
            <p:spPr>
              <a:xfrm>
                <a:off x="200297" y="5878286"/>
                <a:ext cx="3114379" cy="866327"/>
              </a:xfrm>
              <a:prstGeom prst="rect">
                <a:avLst/>
              </a:prstGeom>
              <a:noFill/>
            </p:spPr>
            <p:txBody>
              <a:bodyPr wrap="none" rtlCol="0">
                <a:spAutoFit/>
              </a:bodyPr>
              <a:lstStyle/>
              <a:p>
                <a14:m>
                  <m:oMath xmlns:m="http://schemas.openxmlformats.org/officeDocument/2006/math">
                    <m:sSub>
                      <m:sSubPr>
                        <m:ctrlPr>
                          <a:rPr lang="en-US" i="1" noProof="0" smtClean="0">
                            <a:latin typeface="Cambria Math" panose="02040503050406030204" pitchFamily="18" charset="0"/>
                          </a:rPr>
                        </m:ctrlPr>
                      </m:sSubPr>
                      <m:e>
                        <m:d>
                          <m:dPr>
                            <m:begChr m:val="⟨"/>
                            <m:endChr m:val="⟩"/>
                            <m:ctrlPr>
                              <a:rPr lang="en-US" i="1" noProof="0" smtClean="0">
                                <a:latin typeface="Cambria Math" panose="02040503050406030204" pitchFamily="18" charset="0"/>
                              </a:rPr>
                            </m:ctrlPr>
                          </m:dPr>
                          <m:e>
                            <m:r>
                              <a:rPr lang="en-US" i="1" noProof="0" smtClean="0">
                                <a:latin typeface="Cambria Math" panose="02040503050406030204" pitchFamily="18" charset="0"/>
                              </a:rPr>
                              <m:t>𝑉</m:t>
                            </m:r>
                          </m:e>
                        </m:d>
                      </m:e>
                      <m:sub>
                        <m:r>
                          <a:rPr lang="en-US" b="0" i="1" noProof="0" smtClean="0">
                            <a:latin typeface="Cambria Math" panose="02040503050406030204" pitchFamily="18" charset="0"/>
                          </a:rPr>
                          <m:t>𝑒𝑥𝑎𝑐𝑡</m:t>
                        </m:r>
                      </m:sub>
                    </m:sSub>
                    <m:r>
                      <a:rPr lang="en-US" b="0" i="1" noProof="0" smtClean="0">
                        <a:latin typeface="Cambria Math" panose="02040503050406030204" pitchFamily="18" charset="0"/>
                      </a:rPr>
                      <m:t>=</m:t>
                    </m:r>
                    <m:f>
                      <m:fPr>
                        <m:ctrlPr>
                          <a:rPr lang="en-US" i="1" noProof="0">
                            <a:latin typeface="Cambria Math" panose="02040503050406030204" pitchFamily="18" charset="0"/>
                          </a:rPr>
                        </m:ctrlPr>
                      </m:fPr>
                      <m:num>
                        <m:nary>
                          <m:naryPr>
                            <m:ctrlPr>
                              <a:rPr lang="en-US" i="1" noProof="0">
                                <a:latin typeface="Cambria Math" panose="02040503050406030204" pitchFamily="18" charset="0"/>
                              </a:rPr>
                            </m:ctrlPr>
                          </m:naryPr>
                          <m:sub>
                            <m:r>
                              <m:rPr>
                                <m:brk m:alnAt="23"/>
                              </m:rPr>
                              <a:rPr lang="en-US" i="1" noProof="0">
                                <a:latin typeface="Cambria Math" panose="02040503050406030204" pitchFamily="18" charset="0"/>
                              </a:rPr>
                              <m:t>−</m:t>
                            </m:r>
                            <m:r>
                              <m:rPr>
                                <m:brk m:alnAt="23"/>
                              </m:rPr>
                              <a:rPr lang="en-US" i="1" noProof="0">
                                <a:latin typeface="Cambria Math" panose="02040503050406030204" pitchFamily="18" charset="0"/>
                              </a:rPr>
                              <m:t>∞</m:t>
                            </m:r>
                            <m:r>
                              <m:rPr>
                                <m:brk m:alnAt="23"/>
                              </m:rPr>
                              <a:rPr lang="en-US" i="1" noProof="0">
                                <a:latin typeface="Cambria Math" panose="02040503050406030204" pitchFamily="18" charset="0"/>
                              </a:rPr>
                              <m:t> </m:t>
                            </m:r>
                          </m:sub>
                          <m:sup>
                            <m:r>
                              <m:rPr>
                                <m:brk m:alnAt="23"/>
                              </m:rPr>
                              <a:rPr lang="en-US" i="1" noProof="0">
                                <a:latin typeface="Cambria Math" panose="02040503050406030204" pitchFamily="18" charset="0"/>
                              </a:rPr>
                              <m:t>∞</m:t>
                            </m:r>
                          </m:sup>
                          <m:e>
                            <m:func>
                              <m:funcPr>
                                <m:ctrlPr>
                                  <a:rPr lang="en-US" b="0" i="1" noProof="0" smtClean="0">
                                    <a:latin typeface="Cambria Math" panose="02040503050406030204" pitchFamily="18" charset="0"/>
                                  </a:rPr>
                                </m:ctrlPr>
                              </m:funcPr>
                              <m:fName>
                                <m:r>
                                  <a:rPr lang="en-US" b="0" i="1" noProof="0" smtClean="0">
                                    <a:latin typeface="Cambria Math" panose="02040503050406030204" pitchFamily="18" charset="0"/>
                                  </a:rPr>
                                  <m:t>𝑉</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𝑥</m:t>
                                    </m:r>
                                  </m:e>
                                </m:d>
                                <m:r>
                                  <m:rPr>
                                    <m:sty m:val="p"/>
                                  </m:rPr>
                                  <a:rPr lang="en-US" noProof="0">
                                    <a:latin typeface="Cambria Math" panose="02040503050406030204" pitchFamily="18" charset="0"/>
                                  </a:rPr>
                                  <m:t>exp</m:t>
                                </m:r>
                              </m:fName>
                              <m:e>
                                <m:d>
                                  <m:dPr>
                                    <m:begChr m:val="["/>
                                    <m:endChr m:val="]"/>
                                    <m:ctrlPr>
                                      <a:rPr lang="en-US" i="1" noProof="0">
                                        <a:latin typeface="Cambria Math" panose="02040503050406030204" pitchFamily="18" charset="0"/>
                                      </a:rPr>
                                    </m:ctrlPr>
                                  </m:dPr>
                                  <m:e>
                                    <m:r>
                                      <a:rPr lang="en-US" i="1" noProof="0">
                                        <a:latin typeface="Cambria Math" panose="02040503050406030204" pitchFamily="18" charset="0"/>
                                      </a:rPr>
                                      <m:t>−</m:t>
                                    </m:r>
                                    <m:f>
                                      <m:fPr>
                                        <m:ctrlPr>
                                          <a:rPr lang="en-US" i="1" noProof="0">
                                            <a:latin typeface="Cambria Math" panose="02040503050406030204" pitchFamily="18" charset="0"/>
                                          </a:rPr>
                                        </m:ctrlPr>
                                      </m:fPr>
                                      <m:num>
                                        <m:r>
                                          <a:rPr lang="en-US" i="1" noProof="0">
                                            <a:latin typeface="Cambria Math" panose="02040503050406030204" pitchFamily="18" charset="0"/>
                                          </a:rPr>
                                          <m:t>𝑉</m:t>
                                        </m:r>
                                        <m:d>
                                          <m:dPr>
                                            <m:ctrlPr>
                                              <a:rPr lang="en-US" i="1" noProof="0">
                                                <a:latin typeface="Cambria Math" panose="02040503050406030204" pitchFamily="18" charset="0"/>
                                              </a:rPr>
                                            </m:ctrlPr>
                                          </m:dPr>
                                          <m:e>
                                            <m:r>
                                              <a:rPr lang="en-US" i="1" noProof="0">
                                                <a:latin typeface="Cambria Math" panose="02040503050406030204" pitchFamily="18" charset="0"/>
                                              </a:rPr>
                                              <m:t>𝑥</m:t>
                                            </m:r>
                                          </m:e>
                                        </m:d>
                                      </m:num>
                                      <m:den>
                                        <m:sSub>
                                          <m:sSubPr>
                                            <m:ctrlPr>
                                              <a:rPr lang="en-US" i="1" noProof="0">
                                                <a:latin typeface="Cambria Math" panose="02040503050406030204" pitchFamily="18" charset="0"/>
                                              </a:rPr>
                                            </m:ctrlPr>
                                          </m:sSubPr>
                                          <m:e>
                                            <m:r>
                                              <a:rPr lang="en-US" i="1" noProof="0">
                                                <a:latin typeface="Cambria Math" panose="02040503050406030204" pitchFamily="18" charset="0"/>
                                              </a:rPr>
                                              <m:t>𝑘</m:t>
                                            </m:r>
                                          </m:e>
                                          <m:sub>
                                            <m:r>
                                              <a:rPr lang="en-US" i="1" noProof="0">
                                                <a:latin typeface="Cambria Math" panose="02040503050406030204" pitchFamily="18" charset="0"/>
                                              </a:rPr>
                                              <m:t>𝑏</m:t>
                                            </m:r>
                                          </m:sub>
                                        </m:sSub>
                                        <m:r>
                                          <a:rPr lang="en-US" i="1" noProof="0">
                                            <a:latin typeface="Cambria Math" panose="02040503050406030204" pitchFamily="18" charset="0"/>
                                          </a:rPr>
                                          <m:t>𝑇</m:t>
                                        </m:r>
                                      </m:den>
                                    </m:f>
                                  </m:e>
                                </m:d>
                                <m:r>
                                  <a:rPr lang="en-US" b="0" i="1" noProof="0" smtClean="0">
                                    <a:latin typeface="Cambria Math" panose="02040503050406030204" pitchFamily="18" charset="0"/>
                                  </a:rPr>
                                  <m:t>𝑑𝑥</m:t>
                                </m:r>
                              </m:e>
                            </m:func>
                          </m:e>
                        </m:nary>
                      </m:num>
                      <m:den>
                        <m:nary>
                          <m:naryPr>
                            <m:ctrlPr>
                              <a:rPr lang="en-US" b="0" i="1" noProof="0" smtClean="0">
                                <a:latin typeface="Cambria Math" panose="02040503050406030204" pitchFamily="18" charset="0"/>
                              </a:rPr>
                            </m:ctrlPr>
                          </m:naryPr>
                          <m:sub>
                            <m:r>
                              <m:rPr>
                                <m:brk m:alnAt="23"/>
                              </m:rPr>
                              <a:rPr lang="en-US" b="0" i="1" noProof="0" smtClean="0">
                                <a:latin typeface="Cambria Math" panose="02040503050406030204" pitchFamily="18" charset="0"/>
                              </a:rPr>
                              <m:t>−</m:t>
                            </m:r>
                            <m:r>
                              <m:rPr>
                                <m:brk m:alnAt="23"/>
                              </m:rPr>
                              <a:rPr lang="en-US" b="0" i="1" noProof="0" smtClean="0">
                                <a:latin typeface="Cambria Math" panose="02040503050406030204" pitchFamily="18" charset="0"/>
                              </a:rPr>
                              <m:t>∞</m:t>
                            </m:r>
                            <m:r>
                              <m:rPr>
                                <m:brk m:alnAt="23"/>
                              </m:rPr>
                              <a:rPr lang="en-US" b="0" i="1" noProof="0" smtClean="0">
                                <a:latin typeface="Cambria Math" panose="02040503050406030204" pitchFamily="18" charset="0"/>
                              </a:rPr>
                              <m:t> </m:t>
                            </m:r>
                          </m:sub>
                          <m:sup>
                            <m:r>
                              <m:rPr>
                                <m:brk m:alnAt="23"/>
                              </m:rPr>
                              <a:rPr lang="en-US" i="1" noProof="0">
                                <a:latin typeface="Cambria Math" panose="02040503050406030204" pitchFamily="18" charset="0"/>
                              </a:rPr>
                              <m:t>∞</m:t>
                            </m:r>
                          </m:sup>
                          <m:e>
                            <m:func>
                              <m:funcPr>
                                <m:ctrlPr>
                                  <a:rPr lang="en-US" b="0" i="0" noProof="0" smtClean="0">
                                    <a:latin typeface="Cambria Math" panose="02040503050406030204" pitchFamily="18" charset="0"/>
                                  </a:rPr>
                                </m:ctrlPr>
                              </m:funcPr>
                              <m:fName>
                                <m:r>
                                  <m:rPr>
                                    <m:sty m:val="p"/>
                                  </m:rPr>
                                  <a:rPr lang="en-US" b="0" i="0" noProof="0" smtClean="0">
                                    <a:latin typeface="Cambria Math" panose="02040503050406030204" pitchFamily="18" charset="0"/>
                                  </a:rPr>
                                  <m:t>exp</m:t>
                                </m:r>
                              </m:fName>
                              <m:e>
                                <m:d>
                                  <m:dPr>
                                    <m:begChr m:val="["/>
                                    <m:endChr m:val="]"/>
                                    <m:ctrlPr>
                                      <a:rPr lang="en-US" b="0" i="1" noProof="0" smtClean="0">
                                        <a:latin typeface="Cambria Math" panose="02040503050406030204" pitchFamily="18" charset="0"/>
                                      </a:rPr>
                                    </m:ctrlPr>
                                  </m:dPr>
                                  <m:e>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𝑉</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𝑥</m:t>
                                            </m:r>
                                          </m:e>
                                        </m:d>
                                      </m:num>
                                      <m:den>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𝑘</m:t>
                                            </m:r>
                                          </m:e>
                                          <m:sub>
                                            <m:r>
                                              <a:rPr lang="en-US" b="0" i="1" noProof="0" smtClean="0">
                                                <a:latin typeface="Cambria Math" panose="02040503050406030204" pitchFamily="18" charset="0"/>
                                              </a:rPr>
                                              <m:t>𝑏</m:t>
                                            </m:r>
                                          </m:sub>
                                        </m:sSub>
                                        <m:r>
                                          <a:rPr lang="en-US" b="0" i="1" noProof="0" smtClean="0">
                                            <a:latin typeface="Cambria Math" panose="02040503050406030204" pitchFamily="18" charset="0"/>
                                          </a:rPr>
                                          <m:t>𝑇</m:t>
                                        </m:r>
                                      </m:den>
                                    </m:f>
                                  </m:e>
                                </m:d>
                              </m:e>
                            </m:func>
                            <m:r>
                              <a:rPr lang="en-US" b="0" i="1" noProof="0" smtClean="0">
                                <a:latin typeface="Cambria Math" panose="02040503050406030204" pitchFamily="18" charset="0"/>
                              </a:rPr>
                              <m:t>𝑑𝑥</m:t>
                            </m:r>
                          </m:e>
                        </m:nary>
                      </m:den>
                    </m:f>
                  </m:oMath>
                </a14:m>
                <a:r>
                  <a:rPr lang="en-US" noProof="0" dirty="0"/>
                  <a:t> </a:t>
                </a:r>
              </a:p>
            </p:txBody>
          </p:sp>
        </mc:Choice>
        <mc:Fallback xmlns="">
          <p:sp>
            <p:nvSpPr>
              <p:cNvPr id="36" name="Tekstfelt 35">
                <a:extLst>
                  <a:ext uri="{FF2B5EF4-FFF2-40B4-BE49-F238E27FC236}">
                    <a16:creationId xmlns:a16="http://schemas.microsoft.com/office/drawing/2014/main" id="{869C4227-5AA6-35C4-2476-60BD883B6564}"/>
                  </a:ext>
                </a:extLst>
              </p:cNvPr>
              <p:cNvSpPr txBox="1">
                <a:spLocks noRot="1" noChangeAspect="1" noMove="1" noResize="1" noEditPoints="1" noAdjustHandles="1" noChangeArrowheads="1" noChangeShapeType="1" noTextEdit="1"/>
              </p:cNvSpPr>
              <p:nvPr/>
            </p:nvSpPr>
            <p:spPr>
              <a:xfrm>
                <a:off x="200297" y="5878286"/>
                <a:ext cx="3114379" cy="866327"/>
              </a:xfrm>
              <a:prstGeom prst="rect">
                <a:avLst/>
              </a:prstGeom>
              <a:blipFill>
                <a:blip r:embed="rId6"/>
                <a:stretch>
                  <a:fillRect/>
                </a:stretch>
              </a:blipFill>
            </p:spPr>
            <p:txBody>
              <a:bodyPr/>
              <a:lstStyle/>
              <a:p>
                <a:r>
                  <a:rPr lang="da-DK">
                    <a:noFill/>
                  </a:rPr>
                  <a:t> </a:t>
                </a:r>
              </a:p>
            </p:txBody>
          </p:sp>
        </mc:Fallback>
      </mc:AlternateContent>
      <p:sp>
        <p:nvSpPr>
          <p:cNvPr id="38" name="Tekstfelt 37">
            <a:extLst>
              <a:ext uri="{FF2B5EF4-FFF2-40B4-BE49-F238E27FC236}">
                <a16:creationId xmlns:a16="http://schemas.microsoft.com/office/drawing/2014/main" id="{CC53B816-F0F9-AB6E-FF7E-25F4DAE0DF81}"/>
              </a:ext>
            </a:extLst>
          </p:cNvPr>
          <p:cNvSpPr txBox="1"/>
          <p:nvPr/>
        </p:nvSpPr>
        <p:spPr>
          <a:xfrm>
            <a:off x="3373877" y="5956253"/>
            <a:ext cx="1385507" cy="523220"/>
          </a:xfrm>
          <a:prstGeom prst="rect">
            <a:avLst/>
          </a:prstGeom>
          <a:noFill/>
        </p:spPr>
        <p:txBody>
          <a:bodyPr wrap="none" rtlCol="0">
            <a:spAutoFit/>
          </a:bodyPr>
          <a:lstStyle/>
          <a:p>
            <a:r>
              <a:rPr lang="en-US" sz="1400" noProof="0" dirty="0"/>
              <a:t>From statistical</a:t>
            </a:r>
            <a:br>
              <a:rPr lang="en-US" sz="1400" noProof="0" dirty="0"/>
            </a:br>
            <a:r>
              <a:rPr lang="en-US" sz="1400" noProof="0" dirty="0"/>
              <a:t>physics</a:t>
            </a:r>
          </a:p>
        </p:txBody>
      </p:sp>
    </p:spTree>
    <p:extLst>
      <p:ext uri="{BB962C8B-B14F-4D97-AF65-F5344CB8AC3E}">
        <p14:creationId xmlns:p14="http://schemas.microsoft.com/office/powerpoint/2010/main" val="1258979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624B9-F992-9522-50B5-1452BF1659C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3C65E68-9321-E531-49E1-9F5A1417F243}"/>
              </a:ext>
            </a:extLst>
          </p:cNvPr>
          <p:cNvSpPr>
            <a:spLocks noGrp="1"/>
          </p:cNvSpPr>
          <p:nvPr>
            <p:ph type="title"/>
          </p:nvPr>
        </p:nvSpPr>
        <p:spPr>
          <a:xfrm>
            <a:off x="839788" y="457200"/>
            <a:ext cx="3932237" cy="986589"/>
          </a:xfrm>
        </p:spPr>
        <p:txBody>
          <a:bodyPr/>
          <a:lstStyle/>
          <a:p>
            <a:r>
              <a:rPr lang="en-US" noProof="0" dirty="0"/>
              <a:t>MD simulations</a:t>
            </a:r>
          </a:p>
        </p:txBody>
      </p:sp>
      <p:sp>
        <p:nvSpPr>
          <p:cNvPr id="6" name="Pladsholder til tekst 3">
            <a:extLst>
              <a:ext uri="{FF2B5EF4-FFF2-40B4-BE49-F238E27FC236}">
                <a16:creationId xmlns:a16="http://schemas.microsoft.com/office/drawing/2014/main" id="{CDDCBB7D-CB63-DCA3-10F1-FF5D99CF4732}"/>
              </a:ext>
            </a:extLst>
          </p:cNvPr>
          <p:cNvSpPr txBox="1">
            <a:spLocks/>
          </p:cNvSpPr>
          <p:nvPr/>
        </p:nvSpPr>
        <p:spPr>
          <a:xfrm>
            <a:off x="6278291" y="2057398"/>
            <a:ext cx="3932237" cy="453498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endParaRPr lang="en-US" noProof="0" dirty="0"/>
          </a:p>
        </p:txBody>
      </p:sp>
      <p:sp>
        <p:nvSpPr>
          <p:cNvPr id="4" name="Pladsholder til tekst 3">
            <a:extLst>
              <a:ext uri="{FF2B5EF4-FFF2-40B4-BE49-F238E27FC236}">
                <a16:creationId xmlns:a16="http://schemas.microsoft.com/office/drawing/2014/main" id="{66C989E7-3562-923C-DA0B-B5A3B03471FB}"/>
              </a:ext>
            </a:extLst>
          </p:cNvPr>
          <p:cNvSpPr>
            <a:spLocks noGrp="1"/>
          </p:cNvSpPr>
          <p:nvPr>
            <p:ph type="body" sz="half" idx="2"/>
          </p:nvPr>
        </p:nvSpPr>
        <p:spPr/>
        <p:txBody>
          <a:bodyPr>
            <a:normAutofit/>
          </a:bodyPr>
          <a:lstStyle/>
          <a:p>
            <a:r>
              <a:rPr lang="en-US" noProof="0" dirty="0"/>
              <a:t>Using the velocity-</a:t>
            </a:r>
            <a:r>
              <a:rPr lang="en-US" noProof="0" dirty="0" err="1"/>
              <a:t>verlet</a:t>
            </a:r>
            <a:r>
              <a:rPr lang="en-US" noProof="0" dirty="0"/>
              <a:t> and sampling velocities from the Andrea-Anderson thermostat, we can sample the positions from interacting atoms via the Morse potential and create an animation such as this one.</a:t>
            </a:r>
          </a:p>
          <a:p>
            <a:endParaRPr lang="en-US" noProof="0" dirty="0"/>
          </a:p>
          <a:p>
            <a:r>
              <a:rPr lang="en-US" noProof="0" dirty="0"/>
              <a:t>In the simulation, we see how the free atoms start to move together by attraction and gain velocity.</a:t>
            </a:r>
            <a:br>
              <a:rPr lang="en-US" noProof="0" dirty="0"/>
            </a:br>
            <a:endParaRPr lang="en-US" noProof="0" dirty="0"/>
          </a:p>
          <a:p>
            <a:r>
              <a:rPr lang="en-US" noProof="0" dirty="0"/>
              <a:t>As they get close to equilibrium, they still have high velocity (conservation of energy). They therefore bounce back and drift away from the static atom.</a:t>
            </a:r>
          </a:p>
        </p:txBody>
      </p:sp>
      <p:pic>
        <p:nvPicPr>
          <p:cNvPr id="11" name="Billede 10">
            <a:extLst>
              <a:ext uri="{FF2B5EF4-FFF2-40B4-BE49-F238E27FC236}">
                <a16:creationId xmlns:a16="http://schemas.microsoft.com/office/drawing/2014/main" id="{93FB9E4C-EB1E-EC37-451C-CE3B06EBCD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9977" y="1443789"/>
            <a:ext cx="3810000" cy="3810000"/>
          </a:xfrm>
          <a:prstGeom prst="rect">
            <a:avLst/>
          </a:prstGeom>
        </p:spPr>
      </p:pic>
    </p:spTree>
    <p:extLst>
      <p:ext uri="{BB962C8B-B14F-4D97-AF65-F5344CB8AC3E}">
        <p14:creationId xmlns:p14="http://schemas.microsoft.com/office/powerpoint/2010/main" val="1329444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14283-12AF-C05B-B203-66131F5BEE7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9A671B0-51C2-706D-F90D-C0645BCCC8E5}"/>
              </a:ext>
            </a:extLst>
          </p:cNvPr>
          <p:cNvSpPr>
            <a:spLocks noGrp="1"/>
          </p:cNvSpPr>
          <p:nvPr>
            <p:ph type="title"/>
          </p:nvPr>
        </p:nvSpPr>
        <p:spPr>
          <a:xfrm>
            <a:off x="839788" y="457200"/>
            <a:ext cx="3932237" cy="986589"/>
          </a:xfrm>
        </p:spPr>
        <p:txBody>
          <a:bodyPr/>
          <a:lstStyle/>
          <a:p>
            <a:r>
              <a:rPr lang="en-US" noProof="0" dirty="0"/>
              <a:t>MD simulations</a:t>
            </a:r>
          </a:p>
        </p:txBody>
      </p:sp>
      <p:sp>
        <p:nvSpPr>
          <p:cNvPr id="6" name="Pladsholder til tekst 3">
            <a:extLst>
              <a:ext uri="{FF2B5EF4-FFF2-40B4-BE49-F238E27FC236}">
                <a16:creationId xmlns:a16="http://schemas.microsoft.com/office/drawing/2014/main" id="{6C554A9D-12A0-79CE-61AF-4A80D152EA1D}"/>
              </a:ext>
            </a:extLst>
          </p:cNvPr>
          <p:cNvSpPr txBox="1">
            <a:spLocks/>
          </p:cNvSpPr>
          <p:nvPr/>
        </p:nvSpPr>
        <p:spPr>
          <a:xfrm>
            <a:off x="6278291" y="2057398"/>
            <a:ext cx="3932237" cy="453498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endParaRPr lang="en-US" noProof="0" dirty="0"/>
          </a:p>
        </p:txBody>
      </p:sp>
      <p:sp>
        <p:nvSpPr>
          <p:cNvPr id="4" name="Pladsholder til tekst 3">
            <a:extLst>
              <a:ext uri="{FF2B5EF4-FFF2-40B4-BE49-F238E27FC236}">
                <a16:creationId xmlns:a16="http://schemas.microsoft.com/office/drawing/2014/main" id="{702B5EBA-FAE4-5B88-176B-DA4EBB6B97D0}"/>
              </a:ext>
            </a:extLst>
          </p:cNvPr>
          <p:cNvSpPr>
            <a:spLocks noGrp="1"/>
          </p:cNvSpPr>
          <p:nvPr>
            <p:ph type="body" sz="half" idx="2"/>
          </p:nvPr>
        </p:nvSpPr>
        <p:spPr/>
        <p:txBody>
          <a:bodyPr>
            <a:normAutofit/>
          </a:bodyPr>
          <a:lstStyle/>
          <a:p>
            <a:r>
              <a:rPr lang="en-US" noProof="0" dirty="0"/>
              <a:t>Doing the same simulations but with only free atoms, we see how the atoms move around each other.</a:t>
            </a:r>
          </a:p>
          <a:p>
            <a:endParaRPr lang="en-US" noProof="0" dirty="0"/>
          </a:p>
          <a:p>
            <a:r>
              <a:rPr lang="en-US" noProof="0" dirty="0"/>
              <a:t>This is at </a:t>
            </a:r>
            <a:r>
              <a:rPr lang="en-US" noProof="0" dirty="0" err="1"/>
              <a:t>kT</a:t>
            </a:r>
            <a:r>
              <a:rPr lang="en-US" noProof="0" dirty="0"/>
              <a:t> = 0.25</a:t>
            </a:r>
          </a:p>
          <a:p>
            <a:endParaRPr lang="en-US" noProof="0" dirty="0"/>
          </a:p>
          <a:p>
            <a:r>
              <a:rPr lang="en-US" dirty="0"/>
              <a:t>When calculating the average energy (and consequently heat capacity), we may want to skip the early samples while the system is still equilibrating. This is not done here, but is on the figure next slide.</a:t>
            </a:r>
          </a:p>
        </p:txBody>
      </p:sp>
      <p:pic>
        <p:nvPicPr>
          <p:cNvPr id="8" name="Billede 7">
            <a:extLst>
              <a:ext uri="{FF2B5EF4-FFF2-40B4-BE49-F238E27FC236}">
                <a16:creationId xmlns:a16="http://schemas.microsoft.com/office/drawing/2014/main" id="{6074C4D3-7BDA-689E-3F26-0C6A4C0973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2645" y="1524000"/>
            <a:ext cx="3810000" cy="3810000"/>
          </a:xfrm>
          <a:prstGeom prst="rect">
            <a:avLst/>
          </a:prstGeom>
        </p:spPr>
      </p:pic>
    </p:spTree>
    <p:extLst>
      <p:ext uri="{BB962C8B-B14F-4D97-AF65-F5344CB8AC3E}">
        <p14:creationId xmlns:p14="http://schemas.microsoft.com/office/powerpoint/2010/main" val="1371126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20350-2CF3-DA16-D60F-C39A24BB56A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65643DB-4FD2-B931-2A69-8576AFD47EE7}"/>
              </a:ext>
            </a:extLst>
          </p:cNvPr>
          <p:cNvSpPr>
            <a:spLocks noGrp="1"/>
          </p:cNvSpPr>
          <p:nvPr>
            <p:ph type="title"/>
          </p:nvPr>
        </p:nvSpPr>
        <p:spPr>
          <a:xfrm>
            <a:off x="482736" y="205200"/>
            <a:ext cx="3932237" cy="534761"/>
          </a:xfrm>
        </p:spPr>
        <p:txBody>
          <a:bodyPr/>
          <a:lstStyle/>
          <a:p>
            <a:r>
              <a:rPr lang="en-US" noProof="0" dirty="0"/>
              <a:t>Evaporation</a:t>
            </a:r>
          </a:p>
        </p:txBody>
      </p:sp>
      <mc:AlternateContent xmlns:mc="http://schemas.openxmlformats.org/markup-compatibility/2006" xmlns:a14="http://schemas.microsoft.com/office/drawing/2010/main">
        <mc:Choice Requires="a14">
          <p:sp>
            <p:nvSpPr>
              <p:cNvPr id="4" name="Pladsholder til tekst 3">
                <a:extLst>
                  <a:ext uri="{FF2B5EF4-FFF2-40B4-BE49-F238E27FC236}">
                    <a16:creationId xmlns:a16="http://schemas.microsoft.com/office/drawing/2014/main" id="{DADB013F-B0D9-EC0C-1EB5-C70BDC202B7A}"/>
                  </a:ext>
                </a:extLst>
              </p:cNvPr>
              <p:cNvSpPr>
                <a:spLocks noGrp="1"/>
              </p:cNvSpPr>
              <p:nvPr>
                <p:ph type="body" sz="half" idx="2"/>
              </p:nvPr>
            </p:nvSpPr>
            <p:spPr>
              <a:xfrm>
                <a:off x="445848" y="739961"/>
                <a:ext cx="5010605" cy="5912839"/>
              </a:xfrm>
            </p:spPr>
            <p:txBody>
              <a:bodyPr>
                <a:normAutofit/>
              </a:bodyPr>
              <a:lstStyle/>
              <a:p>
                <a14:m>
                  <m:oMath xmlns:m="http://schemas.openxmlformats.org/officeDocument/2006/math">
                    <m:f>
                      <m:fPr>
                        <m:ctrlPr>
                          <a:rPr lang="en-US" b="0" i="1" noProof="0" smtClean="0">
                            <a:latin typeface="Cambria Math" panose="02040503050406030204" pitchFamily="18" charset="0"/>
                          </a:rPr>
                        </m:ctrlPr>
                      </m:fPr>
                      <m:num>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𝐶</m:t>
                            </m:r>
                          </m:e>
                          <m:sub>
                            <m:r>
                              <a:rPr lang="en-US" b="0" i="1" noProof="0" smtClean="0">
                                <a:latin typeface="Cambria Math" panose="02040503050406030204" pitchFamily="18" charset="0"/>
                              </a:rPr>
                              <m:t>𝑣</m:t>
                            </m:r>
                          </m:sub>
                        </m:sSub>
                      </m:num>
                      <m:den>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𝑘</m:t>
                            </m:r>
                          </m:e>
                          <m:sub>
                            <m:r>
                              <a:rPr lang="en-US" b="0" i="1" noProof="0" smtClean="0">
                                <a:latin typeface="Cambria Math" panose="02040503050406030204" pitchFamily="18" charset="0"/>
                              </a:rPr>
                              <m:t>𝑏</m:t>
                            </m:r>
                          </m:sub>
                        </m:sSub>
                      </m:den>
                    </m:f>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𝑑</m:t>
                        </m:r>
                      </m:num>
                      <m:den>
                        <m:r>
                          <a:rPr lang="en-US" b="0" i="1" noProof="0" smtClean="0">
                            <a:latin typeface="Cambria Math" panose="02040503050406030204" pitchFamily="18" charset="0"/>
                          </a:rPr>
                          <m:t>𝑑</m:t>
                        </m:r>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𝑘</m:t>
                            </m:r>
                          </m:e>
                          <m:sub>
                            <m:r>
                              <a:rPr lang="en-US" b="0" i="1" noProof="0" smtClean="0">
                                <a:latin typeface="Cambria Math" panose="02040503050406030204" pitchFamily="18" charset="0"/>
                              </a:rPr>
                              <m:t>𝑏</m:t>
                            </m:r>
                          </m:sub>
                        </m:sSub>
                        <m:r>
                          <a:rPr lang="en-US" b="0" i="1" noProof="0" smtClean="0">
                            <a:latin typeface="Cambria Math" panose="02040503050406030204" pitchFamily="18" charset="0"/>
                          </a:rPr>
                          <m:t>𝑇</m:t>
                        </m:r>
                      </m:den>
                    </m:f>
                    <m:d>
                      <m:dPr>
                        <m:begChr m:val="⟨"/>
                        <m:endChr m:val="⟩"/>
                        <m:ctrlPr>
                          <a:rPr lang="en-US" b="0" i="1" noProof="0" smtClean="0">
                            <a:latin typeface="Cambria Math" panose="02040503050406030204" pitchFamily="18" charset="0"/>
                          </a:rPr>
                        </m:ctrlPr>
                      </m:dPr>
                      <m:e>
                        <m:r>
                          <a:rPr lang="en-US" b="0" i="1" noProof="0" smtClean="0">
                            <a:latin typeface="Cambria Math" panose="02040503050406030204" pitchFamily="18" charset="0"/>
                          </a:rPr>
                          <m:t>𝐸</m:t>
                        </m:r>
                      </m:e>
                    </m:d>
                    <m:r>
                      <a:rPr lang="en-US" b="0" i="1" noProof="0" smtClean="0">
                        <a:latin typeface="Cambria Math" panose="02040503050406030204" pitchFamily="18" charset="0"/>
                      </a:rPr>
                      <m:t>=</m:t>
                    </m:r>
                  </m:oMath>
                </a14:m>
                <a:r>
                  <a:rPr lang="en-US" noProof="0" dirty="0"/>
                  <a:t> ½ # of squared terms in the Hamiltonian with non-zero coefficients.</a:t>
                </a:r>
              </a:p>
              <a:p>
                <a:r>
                  <a:rPr lang="en-US" noProof="0" dirty="0"/>
                  <a:t>For a system of atoms, there are three degrees of freedom that are zero: When they all move in x, when they all move in y, when they rotate together.</a:t>
                </a:r>
              </a:p>
              <a:p>
                <a:r>
                  <a:rPr lang="en-US" noProof="0" dirty="0"/>
                  <a:t>Thus, we expect </a:t>
                </a:r>
                <a14:m>
                  <m:oMath xmlns:m="http://schemas.openxmlformats.org/officeDocument/2006/math">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1</m:t>
                        </m:r>
                      </m:num>
                      <m:den>
                        <m:r>
                          <a:rPr lang="en-US" b="0" i="1" noProof="0" smtClean="0">
                            <a:latin typeface="Cambria Math" panose="02040503050406030204" pitchFamily="18" charset="0"/>
                          </a:rPr>
                          <m:t>2</m:t>
                        </m:r>
                      </m:den>
                    </m:f>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12−3</m:t>
                        </m:r>
                      </m:e>
                    </m:d>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𝑘</m:t>
                        </m:r>
                      </m:e>
                      <m:sub>
                        <m:r>
                          <a:rPr lang="en-US" b="0" i="1" noProof="0" smtClean="0">
                            <a:latin typeface="Cambria Math" panose="02040503050406030204" pitchFamily="18" charset="0"/>
                          </a:rPr>
                          <m:t>𝑏</m:t>
                        </m:r>
                      </m:sub>
                    </m:sSub>
                    <m:r>
                      <a:rPr lang="en-US" b="0" i="0" noProof="0" smtClean="0">
                        <a:latin typeface="Cambria Math" panose="02040503050406030204" pitchFamily="18" charset="0"/>
                      </a:rPr>
                      <m:t>=</m:t>
                    </m:r>
                    <m:f>
                      <m:fPr>
                        <m:ctrlPr>
                          <a:rPr lang="en-US" b="0" i="0" noProof="0" smtClean="0">
                            <a:latin typeface="Cambria Math" panose="02040503050406030204" pitchFamily="18" charset="0"/>
                          </a:rPr>
                        </m:ctrlPr>
                      </m:fPr>
                      <m:num>
                        <m:r>
                          <a:rPr lang="en-US" b="0" i="0" noProof="0" smtClean="0">
                            <a:latin typeface="Cambria Math" panose="02040503050406030204" pitchFamily="18" charset="0"/>
                          </a:rPr>
                          <m:t>9</m:t>
                        </m:r>
                      </m:num>
                      <m:den>
                        <m:r>
                          <a:rPr lang="en-US" b="0" i="0" noProof="0" smtClean="0">
                            <a:latin typeface="Cambria Math" panose="02040503050406030204" pitchFamily="18" charset="0"/>
                          </a:rPr>
                          <m:t>2</m:t>
                        </m:r>
                      </m:den>
                    </m:f>
                    <m:sSub>
                      <m:sSubPr>
                        <m:ctrlPr>
                          <a:rPr lang="en-US" b="0" i="0" noProof="0" smtClean="0">
                            <a:latin typeface="Cambria Math" panose="02040503050406030204" pitchFamily="18" charset="0"/>
                          </a:rPr>
                        </m:ctrlPr>
                      </m:sSubPr>
                      <m:e>
                        <m:r>
                          <m:rPr>
                            <m:sty m:val="p"/>
                          </m:rPr>
                          <a:rPr lang="en-US" b="0" i="0" noProof="0" smtClean="0">
                            <a:latin typeface="Cambria Math" panose="02040503050406030204" pitchFamily="18" charset="0"/>
                          </a:rPr>
                          <m:t>k</m:t>
                        </m:r>
                      </m:e>
                      <m:sub>
                        <m:r>
                          <m:rPr>
                            <m:sty m:val="p"/>
                          </m:rPr>
                          <a:rPr lang="en-US" b="0" i="0" noProof="0" smtClean="0">
                            <a:latin typeface="Cambria Math" panose="02040503050406030204" pitchFamily="18" charset="0"/>
                          </a:rPr>
                          <m:t>b</m:t>
                        </m:r>
                      </m:sub>
                    </m:sSub>
                  </m:oMath>
                </a14:m>
                <a:r>
                  <a:rPr lang="en-US" noProof="0" dirty="0"/>
                  <a:t> slope.</a:t>
                </a:r>
              </a:p>
              <a:p>
                <a:endParaRPr lang="en-US" noProof="0" dirty="0"/>
              </a:p>
              <a:p>
                <a:r>
                  <a:rPr lang="en-US" noProof="0" dirty="0"/>
                  <a:t>Running MD simulations of different T and evaluating their mean energy and </a:t>
                </a:r>
                <a14:m>
                  <m:oMath xmlns:m="http://schemas.openxmlformats.org/officeDocument/2006/math">
                    <m:sSub>
                      <m:sSubPr>
                        <m:ctrlPr>
                          <a:rPr lang="en-US" i="1" noProof="0">
                            <a:latin typeface="Cambria Math" panose="02040503050406030204" pitchFamily="18" charset="0"/>
                          </a:rPr>
                        </m:ctrlPr>
                      </m:sSubPr>
                      <m:e>
                        <m:r>
                          <a:rPr lang="en-US" i="1" noProof="0">
                            <a:latin typeface="Cambria Math" panose="02040503050406030204" pitchFamily="18" charset="0"/>
                          </a:rPr>
                          <m:t>𝐶</m:t>
                        </m:r>
                      </m:e>
                      <m:sub>
                        <m:r>
                          <a:rPr lang="en-US" i="1" noProof="0">
                            <a:latin typeface="Cambria Math" panose="02040503050406030204" pitchFamily="18" charset="0"/>
                          </a:rPr>
                          <m:t>𝑣</m:t>
                        </m:r>
                      </m:sub>
                    </m:sSub>
                    <m:r>
                      <a:rPr lang="en-US" i="1" noProof="0">
                        <a:latin typeface="Cambria Math" panose="02040503050406030204" pitchFamily="18" charset="0"/>
                      </a:rPr>
                      <m:t>=</m:t>
                    </m:r>
                    <m:f>
                      <m:fPr>
                        <m:ctrlPr>
                          <a:rPr lang="en-US" i="1" noProof="0">
                            <a:latin typeface="Cambria Math" panose="02040503050406030204" pitchFamily="18" charset="0"/>
                          </a:rPr>
                        </m:ctrlPr>
                      </m:fPr>
                      <m:num>
                        <m:r>
                          <a:rPr lang="en-US" i="1" noProof="0">
                            <a:latin typeface="Cambria Math" panose="02040503050406030204" pitchFamily="18" charset="0"/>
                          </a:rPr>
                          <m:t>𝑑</m:t>
                        </m:r>
                        <m:d>
                          <m:dPr>
                            <m:begChr m:val="⟨"/>
                            <m:endChr m:val="⟩"/>
                            <m:ctrlPr>
                              <a:rPr lang="en-US" b="0" i="1" noProof="0" smtClean="0">
                                <a:latin typeface="Cambria Math" panose="02040503050406030204" pitchFamily="18" charset="0"/>
                              </a:rPr>
                            </m:ctrlPr>
                          </m:dPr>
                          <m:e>
                            <m:r>
                              <a:rPr lang="en-US" b="0" i="1" noProof="0" smtClean="0">
                                <a:latin typeface="Cambria Math" panose="02040503050406030204" pitchFamily="18" charset="0"/>
                              </a:rPr>
                              <m:t>𝐸</m:t>
                            </m:r>
                          </m:e>
                        </m:d>
                      </m:num>
                      <m:den>
                        <m:r>
                          <a:rPr lang="en-US" i="1" noProof="0">
                            <a:latin typeface="Cambria Math" panose="02040503050406030204" pitchFamily="18" charset="0"/>
                          </a:rPr>
                          <m:t>𝑑𝑇</m:t>
                        </m:r>
                      </m:den>
                    </m:f>
                  </m:oMath>
                </a14:m>
                <a:r>
                  <a:rPr lang="en-US" noProof="0" dirty="0"/>
                  <a:t> we get the resulting curves. As the temperature increases, so does the mean energy. At some point, the temperature gets so high that the energy of the molecule is large enough to evaporate it, i.e. break the bonds between the atoms. When the energy gets higher, the state moves up in the morse potential, until the distance between atoms goes toward infinity. That is the steep rise we see on the left graph. This energy barrier is represented as a large peak in heat capacity. After the bonds break, the heat capacity drops. It drops further than the initial state, since there are no strong bonds between the atoms. That is not easily seen here though.</a:t>
                </a:r>
              </a:p>
              <a:p>
                <a:endParaRPr lang="en-US" noProof="0" dirty="0"/>
              </a:p>
            </p:txBody>
          </p:sp>
        </mc:Choice>
        <mc:Fallback xmlns="">
          <p:sp>
            <p:nvSpPr>
              <p:cNvPr id="4" name="Pladsholder til tekst 3">
                <a:extLst>
                  <a:ext uri="{FF2B5EF4-FFF2-40B4-BE49-F238E27FC236}">
                    <a16:creationId xmlns:a16="http://schemas.microsoft.com/office/drawing/2014/main" id="{DADB013F-B0D9-EC0C-1EB5-C70BDC202B7A}"/>
                  </a:ext>
                </a:extLst>
              </p:cNvPr>
              <p:cNvSpPr>
                <a:spLocks noGrp="1" noRot="1" noChangeAspect="1" noMove="1" noResize="1" noEditPoints="1" noAdjustHandles="1" noChangeArrowheads="1" noChangeShapeType="1" noTextEdit="1"/>
              </p:cNvSpPr>
              <p:nvPr>
                <p:ph type="body" sz="half" idx="2"/>
              </p:nvPr>
            </p:nvSpPr>
            <p:spPr>
              <a:xfrm>
                <a:off x="445848" y="739961"/>
                <a:ext cx="5010605" cy="5912839"/>
              </a:xfrm>
              <a:blipFill>
                <a:blip r:embed="rId2"/>
                <a:stretch>
                  <a:fillRect l="-608" r="-1095"/>
                </a:stretch>
              </a:blipFill>
            </p:spPr>
            <p:txBody>
              <a:bodyPr/>
              <a:lstStyle/>
              <a:p>
                <a:r>
                  <a:rPr lang="da-DK">
                    <a:noFill/>
                  </a:rPr>
                  <a:t> </a:t>
                </a:r>
              </a:p>
            </p:txBody>
          </p:sp>
        </mc:Fallback>
      </mc:AlternateContent>
      <p:sp>
        <p:nvSpPr>
          <p:cNvPr id="8" name="Tekstfelt 7">
            <a:extLst>
              <a:ext uri="{FF2B5EF4-FFF2-40B4-BE49-F238E27FC236}">
                <a16:creationId xmlns:a16="http://schemas.microsoft.com/office/drawing/2014/main" id="{E65F24C3-5537-62A1-7898-487DB1076780}"/>
              </a:ext>
            </a:extLst>
          </p:cNvPr>
          <p:cNvSpPr txBox="1"/>
          <p:nvPr/>
        </p:nvSpPr>
        <p:spPr>
          <a:xfrm>
            <a:off x="6466974" y="2099511"/>
            <a:ext cx="5059279" cy="584775"/>
          </a:xfrm>
          <a:prstGeom prst="rect">
            <a:avLst/>
          </a:prstGeom>
          <a:noFill/>
        </p:spPr>
        <p:txBody>
          <a:bodyPr wrap="square" rtlCol="0">
            <a:spAutoFit/>
          </a:bodyPr>
          <a:lstStyle/>
          <a:p>
            <a:endParaRPr lang="en-US" sz="1600" noProof="0" dirty="0"/>
          </a:p>
          <a:p>
            <a:endParaRPr lang="en-US" sz="1600" noProof="0" dirty="0"/>
          </a:p>
        </p:txBody>
      </p:sp>
      <mc:AlternateContent xmlns:mc="http://schemas.openxmlformats.org/markup-compatibility/2006" xmlns:p14="http://schemas.microsoft.com/office/powerpoint/2010/main">
        <mc:Choice Requires="p14">
          <p:contentPart p14:bwMode="auto" r:id="rId3">
            <p14:nvContentPartPr>
              <p14:cNvPr id="10" name="Håndskrift 9">
                <a:extLst>
                  <a:ext uri="{FF2B5EF4-FFF2-40B4-BE49-F238E27FC236}">
                    <a16:creationId xmlns:a16="http://schemas.microsoft.com/office/drawing/2014/main" id="{3D39FF8A-C4C9-9D3F-35F8-7CA1D3628280}"/>
                  </a:ext>
                </a:extLst>
              </p14:cNvPr>
              <p14:cNvContentPartPr/>
              <p14:nvPr/>
            </p14:nvContentPartPr>
            <p14:xfrm>
              <a:off x="7098508" y="3279401"/>
              <a:ext cx="3564720" cy="148320"/>
            </p14:xfrm>
          </p:contentPart>
        </mc:Choice>
        <mc:Fallback xmlns="">
          <p:pic>
            <p:nvPicPr>
              <p:cNvPr id="10" name="Håndskrift 9">
                <a:extLst>
                  <a:ext uri="{FF2B5EF4-FFF2-40B4-BE49-F238E27FC236}">
                    <a16:creationId xmlns:a16="http://schemas.microsoft.com/office/drawing/2014/main" id="{3D39FF8A-C4C9-9D3F-35F8-7CA1D3628280}"/>
                  </a:ext>
                </a:extLst>
              </p:cNvPr>
              <p:cNvPicPr/>
              <p:nvPr/>
            </p:nvPicPr>
            <p:blipFill>
              <a:blip r:embed="rId4"/>
              <a:stretch>
                <a:fillRect/>
              </a:stretch>
            </p:blipFill>
            <p:spPr>
              <a:xfrm>
                <a:off x="7092388" y="3273281"/>
                <a:ext cx="357696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8" name="Håndskrift 47">
                <a:extLst>
                  <a:ext uri="{FF2B5EF4-FFF2-40B4-BE49-F238E27FC236}">
                    <a16:creationId xmlns:a16="http://schemas.microsoft.com/office/drawing/2014/main" id="{6C0D96A7-909B-4108-B5A6-CB2ABA73BBB6}"/>
                  </a:ext>
                </a:extLst>
              </p14:cNvPr>
              <p14:cNvContentPartPr/>
              <p14:nvPr/>
            </p14:nvContentPartPr>
            <p14:xfrm>
              <a:off x="8337268" y="3019841"/>
              <a:ext cx="12960" cy="128520"/>
            </p14:xfrm>
          </p:contentPart>
        </mc:Choice>
        <mc:Fallback xmlns="">
          <p:pic>
            <p:nvPicPr>
              <p:cNvPr id="48" name="Håndskrift 47">
                <a:extLst>
                  <a:ext uri="{FF2B5EF4-FFF2-40B4-BE49-F238E27FC236}">
                    <a16:creationId xmlns:a16="http://schemas.microsoft.com/office/drawing/2014/main" id="{6C0D96A7-909B-4108-B5A6-CB2ABA73BBB6}"/>
                  </a:ext>
                </a:extLst>
              </p:cNvPr>
              <p:cNvPicPr/>
              <p:nvPr/>
            </p:nvPicPr>
            <p:blipFill>
              <a:blip r:embed="rId6"/>
              <a:stretch>
                <a:fillRect/>
              </a:stretch>
            </p:blipFill>
            <p:spPr>
              <a:xfrm>
                <a:off x="8331148" y="3013721"/>
                <a:ext cx="2520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Håndskrift 2">
                <a:extLst>
                  <a:ext uri="{FF2B5EF4-FFF2-40B4-BE49-F238E27FC236}">
                    <a16:creationId xmlns:a16="http://schemas.microsoft.com/office/drawing/2014/main" id="{7DAFD295-EC0C-B86D-5CCB-F0E7FABCA251}"/>
                  </a:ext>
                </a:extLst>
              </p14:cNvPr>
              <p14:cNvContentPartPr/>
              <p14:nvPr/>
            </p14:nvContentPartPr>
            <p14:xfrm>
              <a:off x="7194628" y="1178801"/>
              <a:ext cx="6480" cy="2201400"/>
            </p14:xfrm>
          </p:contentPart>
        </mc:Choice>
        <mc:Fallback xmlns="">
          <p:pic>
            <p:nvPicPr>
              <p:cNvPr id="3" name="Håndskrift 2">
                <a:extLst>
                  <a:ext uri="{FF2B5EF4-FFF2-40B4-BE49-F238E27FC236}">
                    <a16:creationId xmlns:a16="http://schemas.microsoft.com/office/drawing/2014/main" id="{7DAFD295-EC0C-B86D-5CCB-F0E7FABCA251}"/>
                  </a:ext>
                </a:extLst>
              </p:cNvPr>
              <p:cNvPicPr/>
              <p:nvPr/>
            </p:nvPicPr>
            <p:blipFill>
              <a:blip r:embed="rId8"/>
              <a:stretch>
                <a:fillRect/>
              </a:stretch>
            </p:blipFill>
            <p:spPr>
              <a:xfrm>
                <a:off x="7188508" y="1172681"/>
                <a:ext cx="18720" cy="2213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Håndskrift 4">
                <a:extLst>
                  <a:ext uri="{FF2B5EF4-FFF2-40B4-BE49-F238E27FC236}">
                    <a16:creationId xmlns:a16="http://schemas.microsoft.com/office/drawing/2014/main" id="{A9E98851-4D32-B08C-7016-2E08ECA5119F}"/>
                  </a:ext>
                </a:extLst>
              </p14:cNvPr>
              <p14:cNvContentPartPr/>
              <p14:nvPr/>
            </p14:nvContentPartPr>
            <p14:xfrm>
              <a:off x="7086268" y="1154681"/>
              <a:ext cx="96840" cy="179640"/>
            </p14:xfrm>
          </p:contentPart>
        </mc:Choice>
        <mc:Fallback xmlns="">
          <p:pic>
            <p:nvPicPr>
              <p:cNvPr id="5" name="Håndskrift 4">
                <a:extLst>
                  <a:ext uri="{FF2B5EF4-FFF2-40B4-BE49-F238E27FC236}">
                    <a16:creationId xmlns:a16="http://schemas.microsoft.com/office/drawing/2014/main" id="{A9E98851-4D32-B08C-7016-2E08ECA5119F}"/>
                  </a:ext>
                </a:extLst>
              </p:cNvPr>
              <p:cNvPicPr/>
              <p:nvPr/>
            </p:nvPicPr>
            <p:blipFill>
              <a:blip r:embed="rId10"/>
              <a:stretch>
                <a:fillRect/>
              </a:stretch>
            </p:blipFill>
            <p:spPr>
              <a:xfrm>
                <a:off x="7080148" y="1148561"/>
                <a:ext cx="10908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Håndskrift 6">
                <a:extLst>
                  <a:ext uri="{FF2B5EF4-FFF2-40B4-BE49-F238E27FC236}">
                    <a16:creationId xmlns:a16="http://schemas.microsoft.com/office/drawing/2014/main" id="{12181F79-B6B8-A532-BD38-078EAF852C5E}"/>
                  </a:ext>
                </a:extLst>
              </p14:cNvPr>
              <p14:cNvContentPartPr/>
              <p14:nvPr/>
            </p14:nvContentPartPr>
            <p14:xfrm>
              <a:off x="7206868" y="1166921"/>
              <a:ext cx="131040" cy="101160"/>
            </p14:xfrm>
          </p:contentPart>
        </mc:Choice>
        <mc:Fallback xmlns="">
          <p:pic>
            <p:nvPicPr>
              <p:cNvPr id="7" name="Håndskrift 6">
                <a:extLst>
                  <a:ext uri="{FF2B5EF4-FFF2-40B4-BE49-F238E27FC236}">
                    <a16:creationId xmlns:a16="http://schemas.microsoft.com/office/drawing/2014/main" id="{12181F79-B6B8-A532-BD38-078EAF852C5E}"/>
                  </a:ext>
                </a:extLst>
              </p:cNvPr>
              <p:cNvPicPr/>
              <p:nvPr/>
            </p:nvPicPr>
            <p:blipFill>
              <a:blip r:embed="rId12"/>
              <a:stretch>
                <a:fillRect/>
              </a:stretch>
            </p:blipFill>
            <p:spPr>
              <a:xfrm>
                <a:off x="7200748" y="1160801"/>
                <a:ext cx="14328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Håndskrift 13">
                <a:extLst>
                  <a:ext uri="{FF2B5EF4-FFF2-40B4-BE49-F238E27FC236}">
                    <a16:creationId xmlns:a16="http://schemas.microsoft.com/office/drawing/2014/main" id="{203EED49-C9F3-49D3-8ABF-11A2C2124356}"/>
                  </a:ext>
                </a:extLst>
              </p14:cNvPr>
              <p14:cNvContentPartPr/>
              <p14:nvPr/>
            </p14:nvContentPartPr>
            <p14:xfrm>
              <a:off x="7284988" y="3200201"/>
              <a:ext cx="360" cy="360"/>
            </p14:xfrm>
          </p:contentPart>
        </mc:Choice>
        <mc:Fallback xmlns="">
          <p:pic>
            <p:nvPicPr>
              <p:cNvPr id="14" name="Håndskrift 13">
                <a:extLst>
                  <a:ext uri="{FF2B5EF4-FFF2-40B4-BE49-F238E27FC236}">
                    <a16:creationId xmlns:a16="http://schemas.microsoft.com/office/drawing/2014/main" id="{203EED49-C9F3-49D3-8ABF-11A2C2124356}"/>
                  </a:ext>
                </a:extLst>
              </p:cNvPr>
              <p:cNvPicPr/>
              <p:nvPr/>
            </p:nvPicPr>
            <p:blipFill>
              <a:blip r:embed="rId14"/>
              <a:stretch>
                <a:fillRect/>
              </a:stretch>
            </p:blipFill>
            <p:spPr>
              <a:xfrm>
                <a:off x="7278868" y="319408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Håndskrift 14">
                <a:extLst>
                  <a:ext uri="{FF2B5EF4-FFF2-40B4-BE49-F238E27FC236}">
                    <a16:creationId xmlns:a16="http://schemas.microsoft.com/office/drawing/2014/main" id="{7CC4ABAF-2258-4398-DA47-B1789B1845E0}"/>
                  </a:ext>
                </a:extLst>
              </p14:cNvPr>
              <p14:cNvContentPartPr/>
              <p14:nvPr/>
            </p14:nvContentPartPr>
            <p14:xfrm>
              <a:off x="7296868" y="3194081"/>
              <a:ext cx="360" cy="360"/>
            </p14:xfrm>
          </p:contentPart>
        </mc:Choice>
        <mc:Fallback xmlns="">
          <p:pic>
            <p:nvPicPr>
              <p:cNvPr id="15" name="Håndskrift 14">
                <a:extLst>
                  <a:ext uri="{FF2B5EF4-FFF2-40B4-BE49-F238E27FC236}">
                    <a16:creationId xmlns:a16="http://schemas.microsoft.com/office/drawing/2014/main" id="{7CC4ABAF-2258-4398-DA47-B1789B1845E0}"/>
                  </a:ext>
                </a:extLst>
              </p:cNvPr>
              <p:cNvPicPr/>
              <p:nvPr/>
            </p:nvPicPr>
            <p:blipFill>
              <a:blip r:embed="rId14"/>
              <a:stretch>
                <a:fillRect/>
              </a:stretch>
            </p:blipFill>
            <p:spPr>
              <a:xfrm>
                <a:off x="7290748" y="31879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Håndskrift 15">
                <a:extLst>
                  <a:ext uri="{FF2B5EF4-FFF2-40B4-BE49-F238E27FC236}">
                    <a16:creationId xmlns:a16="http://schemas.microsoft.com/office/drawing/2014/main" id="{D43951D8-B9E1-D5FD-F507-B9AC70D443F2}"/>
                  </a:ext>
                </a:extLst>
              </p14:cNvPr>
              <p14:cNvContentPartPr/>
              <p14:nvPr/>
            </p14:nvContentPartPr>
            <p14:xfrm>
              <a:off x="7284628" y="3171041"/>
              <a:ext cx="39960" cy="28800"/>
            </p14:xfrm>
          </p:contentPart>
        </mc:Choice>
        <mc:Fallback xmlns="">
          <p:pic>
            <p:nvPicPr>
              <p:cNvPr id="16" name="Håndskrift 15">
                <a:extLst>
                  <a:ext uri="{FF2B5EF4-FFF2-40B4-BE49-F238E27FC236}">
                    <a16:creationId xmlns:a16="http://schemas.microsoft.com/office/drawing/2014/main" id="{D43951D8-B9E1-D5FD-F507-B9AC70D443F2}"/>
                  </a:ext>
                </a:extLst>
              </p:cNvPr>
              <p:cNvPicPr/>
              <p:nvPr/>
            </p:nvPicPr>
            <p:blipFill>
              <a:blip r:embed="rId17"/>
              <a:stretch>
                <a:fillRect/>
              </a:stretch>
            </p:blipFill>
            <p:spPr>
              <a:xfrm>
                <a:off x="7278508" y="3164921"/>
                <a:ext cx="522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Håndskrift 17">
                <a:extLst>
                  <a:ext uri="{FF2B5EF4-FFF2-40B4-BE49-F238E27FC236}">
                    <a16:creationId xmlns:a16="http://schemas.microsoft.com/office/drawing/2014/main" id="{9260B211-920E-3FB6-A4CC-6BDAA04743F3}"/>
                  </a:ext>
                </a:extLst>
              </p14:cNvPr>
              <p14:cNvContentPartPr/>
              <p14:nvPr/>
            </p14:nvContentPartPr>
            <p14:xfrm>
              <a:off x="7476868" y="2907161"/>
              <a:ext cx="25920" cy="33120"/>
            </p14:xfrm>
          </p:contentPart>
        </mc:Choice>
        <mc:Fallback xmlns="">
          <p:pic>
            <p:nvPicPr>
              <p:cNvPr id="18" name="Håndskrift 17">
                <a:extLst>
                  <a:ext uri="{FF2B5EF4-FFF2-40B4-BE49-F238E27FC236}">
                    <a16:creationId xmlns:a16="http://schemas.microsoft.com/office/drawing/2014/main" id="{9260B211-920E-3FB6-A4CC-6BDAA04743F3}"/>
                  </a:ext>
                </a:extLst>
              </p:cNvPr>
              <p:cNvPicPr/>
              <p:nvPr/>
            </p:nvPicPr>
            <p:blipFill>
              <a:blip r:embed="rId19"/>
              <a:stretch>
                <a:fillRect/>
              </a:stretch>
            </p:blipFill>
            <p:spPr>
              <a:xfrm>
                <a:off x="7470748" y="2901041"/>
                <a:ext cx="381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Håndskrift 18">
                <a:extLst>
                  <a:ext uri="{FF2B5EF4-FFF2-40B4-BE49-F238E27FC236}">
                    <a16:creationId xmlns:a16="http://schemas.microsoft.com/office/drawing/2014/main" id="{B9667B10-5E2A-749E-817B-5F623C3D351E}"/>
                  </a:ext>
                </a:extLst>
              </p14:cNvPr>
              <p14:cNvContentPartPr/>
              <p14:nvPr/>
            </p14:nvContentPartPr>
            <p14:xfrm>
              <a:off x="7675948" y="2604761"/>
              <a:ext cx="17640" cy="37080"/>
            </p14:xfrm>
          </p:contentPart>
        </mc:Choice>
        <mc:Fallback xmlns="">
          <p:pic>
            <p:nvPicPr>
              <p:cNvPr id="19" name="Håndskrift 18">
                <a:extLst>
                  <a:ext uri="{FF2B5EF4-FFF2-40B4-BE49-F238E27FC236}">
                    <a16:creationId xmlns:a16="http://schemas.microsoft.com/office/drawing/2014/main" id="{B9667B10-5E2A-749E-817B-5F623C3D351E}"/>
                  </a:ext>
                </a:extLst>
              </p:cNvPr>
              <p:cNvPicPr/>
              <p:nvPr/>
            </p:nvPicPr>
            <p:blipFill>
              <a:blip r:embed="rId21"/>
              <a:stretch>
                <a:fillRect/>
              </a:stretch>
            </p:blipFill>
            <p:spPr>
              <a:xfrm>
                <a:off x="7669828" y="2598641"/>
                <a:ext cx="2988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Håndskrift 19">
                <a:extLst>
                  <a:ext uri="{FF2B5EF4-FFF2-40B4-BE49-F238E27FC236}">
                    <a16:creationId xmlns:a16="http://schemas.microsoft.com/office/drawing/2014/main" id="{F681A2CA-048E-56B4-8F73-0000DAB160B5}"/>
                  </a:ext>
                </a:extLst>
              </p14:cNvPr>
              <p14:cNvContentPartPr/>
              <p14:nvPr/>
            </p14:nvContentPartPr>
            <p14:xfrm>
              <a:off x="7877908" y="2372921"/>
              <a:ext cx="14760" cy="21600"/>
            </p14:xfrm>
          </p:contentPart>
        </mc:Choice>
        <mc:Fallback xmlns="">
          <p:pic>
            <p:nvPicPr>
              <p:cNvPr id="20" name="Håndskrift 19">
                <a:extLst>
                  <a:ext uri="{FF2B5EF4-FFF2-40B4-BE49-F238E27FC236}">
                    <a16:creationId xmlns:a16="http://schemas.microsoft.com/office/drawing/2014/main" id="{F681A2CA-048E-56B4-8F73-0000DAB160B5}"/>
                  </a:ext>
                </a:extLst>
              </p:cNvPr>
              <p:cNvPicPr/>
              <p:nvPr/>
            </p:nvPicPr>
            <p:blipFill>
              <a:blip r:embed="rId23"/>
              <a:stretch>
                <a:fillRect/>
              </a:stretch>
            </p:blipFill>
            <p:spPr>
              <a:xfrm>
                <a:off x="7871788" y="2366801"/>
                <a:ext cx="2700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1" name="Håndskrift 30">
                <a:extLst>
                  <a:ext uri="{FF2B5EF4-FFF2-40B4-BE49-F238E27FC236}">
                    <a16:creationId xmlns:a16="http://schemas.microsoft.com/office/drawing/2014/main" id="{8DAA6AAF-2603-5C44-6B3E-09A4F253F269}"/>
                  </a:ext>
                </a:extLst>
              </p14:cNvPr>
              <p14:cNvContentPartPr/>
              <p14:nvPr/>
            </p14:nvContentPartPr>
            <p14:xfrm>
              <a:off x="8993188" y="1335401"/>
              <a:ext cx="41760" cy="37800"/>
            </p14:xfrm>
          </p:contentPart>
        </mc:Choice>
        <mc:Fallback xmlns="">
          <p:pic>
            <p:nvPicPr>
              <p:cNvPr id="31" name="Håndskrift 30">
                <a:extLst>
                  <a:ext uri="{FF2B5EF4-FFF2-40B4-BE49-F238E27FC236}">
                    <a16:creationId xmlns:a16="http://schemas.microsoft.com/office/drawing/2014/main" id="{8DAA6AAF-2603-5C44-6B3E-09A4F253F269}"/>
                  </a:ext>
                </a:extLst>
              </p:cNvPr>
              <p:cNvPicPr/>
              <p:nvPr/>
            </p:nvPicPr>
            <p:blipFill>
              <a:blip r:embed="rId25"/>
              <a:stretch>
                <a:fillRect/>
              </a:stretch>
            </p:blipFill>
            <p:spPr>
              <a:xfrm>
                <a:off x="8987068" y="1329281"/>
                <a:ext cx="5400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2" name="Håndskrift 31">
                <a:extLst>
                  <a:ext uri="{FF2B5EF4-FFF2-40B4-BE49-F238E27FC236}">
                    <a16:creationId xmlns:a16="http://schemas.microsoft.com/office/drawing/2014/main" id="{BA3C9ED8-038B-E554-9D86-C95750CE0CA3}"/>
                  </a:ext>
                </a:extLst>
              </p14:cNvPr>
              <p14:cNvContentPartPr/>
              <p14:nvPr/>
            </p14:nvContentPartPr>
            <p14:xfrm>
              <a:off x="9510868" y="1323881"/>
              <a:ext cx="49680" cy="36000"/>
            </p14:xfrm>
          </p:contentPart>
        </mc:Choice>
        <mc:Fallback xmlns="">
          <p:pic>
            <p:nvPicPr>
              <p:cNvPr id="32" name="Håndskrift 31">
                <a:extLst>
                  <a:ext uri="{FF2B5EF4-FFF2-40B4-BE49-F238E27FC236}">
                    <a16:creationId xmlns:a16="http://schemas.microsoft.com/office/drawing/2014/main" id="{BA3C9ED8-038B-E554-9D86-C95750CE0CA3}"/>
                  </a:ext>
                </a:extLst>
              </p:cNvPr>
              <p:cNvPicPr/>
              <p:nvPr/>
            </p:nvPicPr>
            <p:blipFill>
              <a:blip r:embed="rId27"/>
              <a:stretch>
                <a:fillRect/>
              </a:stretch>
            </p:blipFill>
            <p:spPr>
              <a:xfrm>
                <a:off x="9504748" y="1317761"/>
                <a:ext cx="6192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3" name="Håndskrift 32">
                <a:extLst>
                  <a:ext uri="{FF2B5EF4-FFF2-40B4-BE49-F238E27FC236}">
                    <a16:creationId xmlns:a16="http://schemas.microsoft.com/office/drawing/2014/main" id="{B153CD18-4B98-6916-B280-EC206C2DBFB1}"/>
                  </a:ext>
                </a:extLst>
              </p14:cNvPr>
              <p14:cNvContentPartPr/>
              <p14:nvPr/>
            </p14:nvContentPartPr>
            <p14:xfrm>
              <a:off x="7200748" y="1280681"/>
              <a:ext cx="2451960" cy="2058480"/>
            </p14:xfrm>
          </p:contentPart>
        </mc:Choice>
        <mc:Fallback xmlns="">
          <p:pic>
            <p:nvPicPr>
              <p:cNvPr id="33" name="Håndskrift 32">
                <a:extLst>
                  <a:ext uri="{FF2B5EF4-FFF2-40B4-BE49-F238E27FC236}">
                    <a16:creationId xmlns:a16="http://schemas.microsoft.com/office/drawing/2014/main" id="{B153CD18-4B98-6916-B280-EC206C2DBFB1}"/>
                  </a:ext>
                </a:extLst>
              </p:cNvPr>
              <p:cNvPicPr/>
              <p:nvPr/>
            </p:nvPicPr>
            <p:blipFill>
              <a:blip r:embed="rId29"/>
              <a:stretch>
                <a:fillRect/>
              </a:stretch>
            </p:blipFill>
            <p:spPr>
              <a:xfrm>
                <a:off x="7194628" y="1274561"/>
                <a:ext cx="2464200" cy="2070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5" name="Håndskrift 34">
                <a:extLst>
                  <a:ext uri="{FF2B5EF4-FFF2-40B4-BE49-F238E27FC236}">
                    <a16:creationId xmlns:a16="http://schemas.microsoft.com/office/drawing/2014/main" id="{95634BD3-BC5F-4F43-9C08-898851437BF9}"/>
                  </a:ext>
                </a:extLst>
              </p14:cNvPr>
              <p14:cNvContentPartPr/>
              <p14:nvPr/>
            </p14:nvContentPartPr>
            <p14:xfrm>
              <a:off x="7970788" y="2736881"/>
              <a:ext cx="19800" cy="20160"/>
            </p14:xfrm>
          </p:contentPart>
        </mc:Choice>
        <mc:Fallback xmlns="">
          <p:pic>
            <p:nvPicPr>
              <p:cNvPr id="35" name="Håndskrift 34">
                <a:extLst>
                  <a:ext uri="{FF2B5EF4-FFF2-40B4-BE49-F238E27FC236}">
                    <a16:creationId xmlns:a16="http://schemas.microsoft.com/office/drawing/2014/main" id="{95634BD3-BC5F-4F43-9C08-898851437BF9}"/>
                  </a:ext>
                </a:extLst>
              </p:cNvPr>
              <p:cNvPicPr/>
              <p:nvPr/>
            </p:nvPicPr>
            <p:blipFill>
              <a:blip r:embed="rId31"/>
              <a:stretch>
                <a:fillRect/>
              </a:stretch>
            </p:blipFill>
            <p:spPr>
              <a:xfrm>
                <a:off x="7964668" y="2730761"/>
                <a:ext cx="3204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7" name="Håndskrift 36">
                <a:extLst>
                  <a:ext uri="{FF2B5EF4-FFF2-40B4-BE49-F238E27FC236}">
                    <a16:creationId xmlns:a16="http://schemas.microsoft.com/office/drawing/2014/main" id="{DE56E8C9-81BD-60DB-24E6-12D588ED4FD0}"/>
                  </a:ext>
                </a:extLst>
              </p14:cNvPr>
              <p14:cNvContentPartPr/>
              <p14:nvPr/>
            </p14:nvContentPartPr>
            <p14:xfrm>
              <a:off x="7869988" y="2746241"/>
              <a:ext cx="166320" cy="185400"/>
            </p14:xfrm>
          </p:contentPart>
        </mc:Choice>
        <mc:Fallback xmlns="">
          <p:pic>
            <p:nvPicPr>
              <p:cNvPr id="37" name="Håndskrift 36">
                <a:extLst>
                  <a:ext uri="{FF2B5EF4-FFF2-40B4-BE49-F238E27FC236}">
                    <a16:creationId xmlns:a16="http://schemas.microsoft.com/office/drawing/2014/main" id="{DE56E8C9-81BD-60DB-24E6-12D588ED4FD0}"/>
                  </a:ext>
                </a:extLst>
              </p:cNvPr>
              <p:cNvPicPr/>
              <p:nvPr/>
            </p:nvPicPr>
            <p:blipFill>
              <a:blip r:embed="rId33"/>
              <a:stretch>
                <a:fillRect/>
              </a:stretch>
            </p:blipFill>
            <p:spPr>
              <a:xfrm>
                <a:off x="7863868" y="2740121"/>
                <a:ext cx="17856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8" name="Håndskrift 37">
                <a:extLst>
                  <a:ext uri="{FF2B5EF4-FFF2-40B4-BE49-F238E27FC236}">
                    <a16:creationId xmlns:a16="http://schemas.microsoft.com/office/drawing/2014/main" id="{DF4F9FDA-7D4C-A4F1-0723-C289A1C63845}"/>
                  </a:ext>
                </a:extLst>
              </p14:cNvPr>
              <p14:cNvContentPartPr/>
              <p14:nvPr/>
            </p14:nvContentPartPr>
            <p14:xfrm>
              <a:off x="7814188" y="2947481"/>
              <a:ext cx="245160" cy="360"/>
            </p14:xfrm>
          </p:contentPart>
        </mc:Choice>
        <mc:Fallback xmlns="">
          <p:pic>
            <p:nvPicPr>
              <p:cNvPr id="38" name="Håndskrift 37">
                <a:extLst>
                  <a:ext uri="{FF2B5EF4-FFF2-40B4-BE49-F238E27FC236}">
                    <a16:creationId xmlns:a16="http://schemas.microsoft.com/office/drawing/2014/main" id="{DF4F9FDA-7D4C-A4F1-0723-C289A1C63845}"/>
                  </a:ext>
                </a:extLst>
              </p:cNvPr>
              <p:cNvPicPr/>
              <p:nvPr/>
            </p:nvPicPr>
            <p:blipFill>
              <a:blip r:embed="rId35"/>
              <a:stretch>
                <a:fillRect/>
              </a:stretch>
            </p:blipFill>
            <p:spPr>
              <a:xfrm>
                <a:off x="7808068" y="2941361"/>
                <a:ext cx="2574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0" name="Håndskrift 39">
                <a:extLst>
                  <a:ext uri="{FF2B5EF4-FFF2-40B4-BE49-F238E27FC236}">
                    <a16:creationId xmlns:a16="http://schemas.microsoft.com/office/drawing/2014/main" id="{38B0EDBF-A434-7F6F-DADA-305FFE2386AD}"/>
                  </a:ext>
                </a:extLst>
              </p14:cNvPr>
              <p14:cNvContentPartPr/>
              <p14:nvPr/>
            </p14:nvContentPartPr>
            <p14:xfrm>
              <a:off x="7826428" y="3025601"/>
              <a:ext cx="226440" cy="150840"/>
            </p14:xfrm>
          </p:contentPart>
        </mc:Choice>
        <mc:Fallback xmlns="">
          <p:pic>
            <p:nvPicPr>
              <p:cNvPr id="40" name="Håndskrift 39">
                <a:extLst>
                  <a:ext uri="{FF2B5EF4-FFF2-40B4-BE49-F238E27FC236}">
                    <a16:creationId xmlns:a16="http://schemas.microsoft.com/office/drawing/2014/main" id="{38B0EDBF-A434-7F6F-DADA-305FFE2386AD}"/>
                  </a:ext>
                </a:extLst>
              </p:cNvPr>
              <p:cNvPicPr/>
              <p:nvPr/>
            </p:nvPicPr>
            <p:blipFill>
              <a:blip r:embed="rId37"/>
              <a:stretch>
                <a:fillRect/>
              </a:stretch>
            </p:blipFill>
            <p:spPr>
              <a:xfrm>
                <a:off x="7820308" y="3019481"/>
                <a:ext cx="23868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1" name="Håndskrift 40">
                <a:extLst>
                  <a:ext uri="{FF2B5EF4-FFF2-40B4-BE49-F238E27FC236}">
                    <a16:creationId xmlns:a16="http://schemas.microsoft.com/office/drawing/2014/main" id="{4772CDD5-9B50-D6DC-EBDD-0AB070F7441F}"/>
                  </a:ext>
                </a:extLst>
              </p14:cNvPr>
              <p14:cNvContentPartPr/>
              <p14:nvPr/>
            </p14:nvContentPartPr>
            <p14:xfrm>
              <a:off x="8145028" y="2851361"/>
              <a:ext cx="6480" cy="230760"/>
            </p14:xfrm>
          </p:contentPart>
        </mc:Choice>
        <mc:Fallback xmlns="">
          <p:pic>
            <p:nvPicPr>
              <p:cNvPr id="41" name="Håndskrift 40">
                <a:extLst>
                  <a:ext uri="{FF2B5EF4-FFF2-40B4-BE49-F238E27FC236}">
                    <a16:creationId xmlns:a16="http://schemas.microsoft.com/office/drawing/2014/main" id="{4772CDD5-9B50-D6DC-EBDD-0AB070F7441F}"/>
                  </a:ext>
                </a:extLst>
              </p:cNvPr>
              <p:cNvPicPr/>
              <p:nvPr/>
            </p:nvPicPr>
            <p:blipFill>
              <a:blip r:embed="rId39"/>
              <a:stretch>
                <a:fillRect/>
              </a:stretch>
            </p:blipFill>
            <p:spPr>
              <a:xfrm>
                <a:off x="8138908" y="2845241"/>
                <a:ext cx="1872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2" name="Håndskrift 41">
                <a:extLst>
                  <a:ext uri="{FF2B5EF4-FFF2-40B4-BE49-F238E27FC236}">
                    <a16:creationId xmlns:a16="http://schemas.microsoft.com/office/drawing/2014/main" id="{076519F0-C995-5524-19F0-C95B6C15C484}"/>
                  </a:ext>
                </a:extLst>
              </p14:cNvPr>
              <p14:cNvContentPartPr/>
              <p14:nvPr/>
            </p14:nvContentPartPr>
            <p14:xfrm>
              <a:off x="8144308" y="2935601"/>
              <a:ext cx="164880" cy="112320"/>
            </p14:xfrm>
          </p:contentPart>
        </mc:Choice>
        <mc:Fallback xmlns="">
          <p:pic>
            <p:nvPicPr>
              <p:cNvPr id="42" name="Håndskrift 41">
                <a:extLst>
                  <a:ext uri="{FF2B5EF4-FFF2-40B4-BE49-F238E27FC236}">
                    <a16:creationId xmlns:a16="http://schemas.microsoft.com/office/drawing/2014/main" id="{076519F0-C995-5524-19F0-C95B6C15C484}"/>
                  </a:ext>
                </a:extLst>
              </p:cNvPr>
              <p:cNvPicPr/>
              <p:nvPr/>
            </p:nvPicPr>
            <p:blipFill>
              <a:blip r:embed="rId41"/>
              <a:stretch>
                <a:fillRect/>
              </a:stretch>
            </p:blipFill>
            <p:spPr>
              <a:xfrm>
                <a:off x="8138188" y="2929481"/>
                <a:ext cx="17712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9" name="Håndskrift 48">
                <a:extLst>
                  <a:ext uri="{FF2B5EF4-FFF2-40B4-BE49-F238E27FC236}">
                    <a16:creationId xmlns:a16="http://schemas.microsoft.com/office/drawing/2014/main" id="{A97DA026-7445-136F-41E6-87608B7E7633}"/>
                  </a:ext>
                </a:extLst>
              </p14:cNvPr>
              <p14:cNvContentPartPr/>
              <p14:nvPr/>
            </p14:nvContentPartPr>
            <p14:xfrm>
              <a:off x="8330068" y="3007601"/>
              <a:ext cx="123120" cy="127440"/>
            </p14:xfrm>
          </p:contentPart>
        </mc:Choice>
        <mc:Fallback xmlns="">
          <p:pic>
            <p:nvPicPr>
              <p:cNvPr id="49" name="Håndskrift 48">
                <a:extLst>
                  <a:ext uri="{FF2B5EF4-FFF2-40B4-BE49-F238E27FC236}">
                    <a16:creationId xmlns:a16="http://schemas.microsoft.com/office/drawing/2014/main" id="{A97DA026-7445-136F-41E6-87608B7E7633}"/>
                  </a:ext>
                </a:extLst>
              </p:cNvPr>
              <p:cNvPicPr/>
              <p:nvPr/>
            </p:nvPicPr>
            <p:blipFill>
              <a:blip r:embed="rId43"/>
              <a:stretch>
                <a:fillRect/>
              </a:stretch>
            </p:blipFill>
            <p:spPr>
              <a:xfrm>
                <a:off x="8323948" y="3001481"/>
                <a:ext cx="135360" cy="139680"/>
              </a:xfrm>
              <a:prstGeom prst="rect">
                <a:avLst/>
              </a:prstGeom>
            </p:spPr>
          </p:pic>
        </mc:Fallback>
      </mc:AlternateContent>
      <p:grpSp>
        <p:nvGrpSpPr>
          <p:cNvPr id="61" name="Gruppe 60">
            <a:extLst>
              <a:ext uri="{FF2B5EF4-FFF2-40B4-BE49-F238E27FC236}">
                <a16:creationId xmlns:a16="http://schemas.microsoft.com/office/drawing/2014/main" id="{60FC9168-EF5A-29E9-A64A-44488ABFA2D5}"/>
              </a:ext>
            </a:extLst>
          </p:cNvPr>
          <p:cNvGrpSpPr/>
          <p:nvPr/>
        </p:nvGrpSpPr>
        <p:grpSpPr>
          <a:xfrm>
            <a:off x="6906988" y="661481"/>
            <a:ext cx="594360" cy="379800"/>
            <a:chOff x="6906988" y="661481"/>
            <a:chExt cx="594360" cy="379800"/>
          </a:xfrm>
        </p:grpSpPr>
        <mc:AlternateContent xmlns:mc="http://schemas.openxmlformats.org/markup-compatibility/2006" xmlns:p14="http://schemas.microsoft.com/office/powerpoint/2010/main">
          <mc:Choice Requires="p14">
            <p:contentPart p14:bwMode="auto" r:id="rId44">
              <p14:nvContentPartPr>
                <p14:cNvPr id="52" name="Håndskrift 51">
                  <a:extLst>
                    <a:ext uri="{FF2B5EF4-FFF2-40B4-BE49-F238E27FC236}">
                      <a16:creationId xmlns:a16="http://schemas.microsoft.com/office/drawing/2014/main" id="{D2026CEC-D251-352D-D9D8-7CF9C18A10A4}"/>
                    </a:ext>
                  </a:extLst>
                </p14:cNvPr>
                <p14:cNvContentPartPr/>
                <p14:nvPr/>
              </p14:nvContentPartPr>
              <p14:xfrm>
                <a:off x="6906988" y="733841"/>
                <a:ext cx="141120" cy="277920"/>
              </p14:xfrm>
            </p:contentPart>
          </mc:Choice>
          <mc:Fallback xmlns="">
            <p:pic>
              <p:nvPicPr>
                <p:cNvPr id="52" name="Håndskrift 51">
                  <a:extLst>
                    <a:ext uri="{FF2B5EF4-FFF2-40B4-BE49-F238E27FC236}">
                      <a16:creationId xmlns:a16="http://schemas.microsoft.com/office/drawing/2014/main" id="{D2026CEC-D251-352D-D9D8-7CF9C18A10A4}"/>
                    </a:ext>
                  </a:extLst>
                </p:cNvPr>
                <p:cNvPicPr/>
                <p:nvPr/>
              </p:nvPicPr>
              <p:blipFill>
                <a:blip r:embed="rId45"/>
                <a:stretch>
                  <a:fillRect/>
                </a:stretch>
              </p:blipFill>
              <p:spPr>
                <a:xfrm>
                  <a:off x="6900868" y="727721"/>
                  <a:ext cx="15336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3" name="Håndskrift 52">
                  <a:extLst>
                    <a:ext uri="{FF2B5EF4-FFF2-40B4-BE49-F238E27FC236}">
                      <a16:creationId xmlns:a16="http://schemas.microsoft.com/office/drawing/2014/main" id="{2A855B9A-DC78-9D3A-0C63-FC40F5BB98F9}"/>
                    </a:ext>
                  </a:extLst>
                </p14:cNvPr>
                <p14:cNvContentPartPr/>
                <p14:nvPr/>
              </p14:nvContentPartPr>
              <p14:xfrm>
                <a:off x="7086268" y="727721"/>
                <a:ext cx="360" cy="252360"/>
              </p14:xfrm>
            </p:contentPart>
          </mc:Choice>
          <mc:Fallback xmlns="">
            <p:pic>
              <p:nvPicPr>
                <p:cNvPr id="53" name="Håndskrift 52">
                  <a:extLst>
                    <a:ext uri="{FF2B5EF4-FFF2-40B4-BE49-F238E27FC236}">
                      <a16:creationId xmlns:a16="http://schemas.microsoft.com/office/drawing/2014/main" id="{2A855B9A-DC78-9D3A-0C63-FC40F5BB98F9}"/>
                    </a:ext>
                  </a:extLst>
                </p:cNvPr>
                <p:cNvPicPr/>
                <p:nvPr/>
              </p:nvPicPr>
              <p:blipFill>
                <a:blip r:embed="rId47"/>
                <a:stretch>
                  <a:fillRect/>
                </a:stretch>
              </p:blipFill>
              <p:spPr>
                <a:xfrm>
                  <a:off x="7080148" y="721601"/>
                  <a:ext cx="1260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4" name="Håndskrift 53">
                  <a:extLst>
                    <a:ext uri="{FF2B5EF4-FFF2-40B4-BE49-F238E27FC236}">
                      <a16:creationId xmlns:a16="http://schemas.microsoft.com/office/drawing/2014/main" id="{5A3F92D2-356B-BC17-73E1-0D6AD7F81BBE}"/>
                    </a:ext>
                  </a:extLst>
                </p14:cNvPr>
                <p14:cNvContentPartPr/>
                <p14:nvPr/>
              </p14:nvContentPartPr>
              <p14:xfrm>
                <a:off x="7092388" y="700361"/>
                <a:ext cx="19080" cy="9720"/>
              </p14:xfrm>
            </p:contentPart>
          </mc:Choice>
          <mc:Fallback xmlns="">
            <p:pic>
              <p:nvPicPr>
                <p:cNvPr id="54" name="Håndskrift 53">
                  <a:extLst>
                    <a:ext uri="{FF2B5EF4-FFF2-40B4-BE49-F238E27FC236}">
                      <a16:creationId xmlns:a16="http://schemas.microsoft.com/office/drawing/2014/main" id="{5A3F92D2-356B-BC17-73E1-0D6AD7F81BBE}"/>
                    </a:ext>
                  </a:extLst>
                </p:cNvPr>
                <p:cNvPicPr/>
                <p:nvPr/>
              </p:nvPicPr>
              <p:blipFill>
                <a:blip r:embed="rId49"/>
                <a:stretch>
                  <a:fillRect/>
                </a:stretch>
              </p:blipFill>
              <p:spPr>
                <a:xfrm>
                  <a:off x="7086268" y="694241"/>
                  <a:ext cx="313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6" name="Håndskrift 55">
                  <a:extLst>
                    <a:ext uri="{FF2B5EF4-FFF2-40B4-BE49-F238E27FC236}">
                      <a16:creationId xmlns:a16="http://schemas.microsoft.com/office/drawing/2014/main" id="{72682ABF-C7F9-4999-D64E-461DD9B39A19}"/>
                    </a:ext>
                  </a:extLst>
                </p14:cNvPr>
                <p14:cNvContentPartPr/>
                <p14:nvPr/>
              </p14:nvContentPartPr>
              <p14:xfrm>
                <a:off x="7098508" y="661481"/>
                <a:ext cx="360" cy="360"/>
              </p14:xfrm>
            </p:contentPart>
          </mc:Choice>
          <mc:Fallback xmlns="">
            <p:pic>
              <p:nvPicPr>
                <p:cNvPr id="56" name="Håndskrift 55">
                  <a:extLst>
                    <a:ext uri="{FF2B5EF4-FFF2-40B4-BE49-F238E27FC236}">
                      <a16:creationId xmlns:a16="http://schemas.microsoft.com/office/drawing/2014/main" id="{72682ABF-C7F9-4999-D64E-461DD9B39A19}"/>
                    </a:ext>
                  </a:extLst>
                </p:cNvPr>
                <p:cNvPicPr/>
                <p:nvPr/>
              </p:nvPicPr>
              <p:blipFill>
                <a:blip r:embed="rId14"/>
                <a:stretch>
                  <a:fillRect/>
                </a:stretch>
              </p:blipFill>
              <p:spPr>
                <a:xfrm>
                  <a:off x="7092388" y="6553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7" name="Håndskrift 56">
                  <a:extLst>
                    <a:ext uri="{FF2B5EF4-FFF2-40B4-BE49-F238E27FC236}">
                      <a16:creationId xmlns:a16="http://schemas.microsoft.com/office/drawing/2014/main" id="{B9E65F20-9DB2-09FE-CB57-02E635DA125E}"/>
                    </a:ext>
                  </a:extLst>
                </p14:cNvPr>
                <p14:cNvContentPartPr/>
                <p14:nvPr/>
              </p14:nvContentPartPr>
              <p14:xfrm>
                <a:off x="7092388" y="716561"/>
                <a:ext cx="135720" cy="23400"/>
              </p14:xfrm>
            </p:contentPart>
          </mc:Choice>
          <mc:Fallback xmlns="">
            <p:pic>
              <p:nvPicPr>
                <p:cNvPr id="57" name="Håndskrift 56">
                  <a:extLst>
                    <a:ext uri="{FF2B5EF4-FFF2-40B4-BE49-F238E27FC236}">
                      <a16:creationId xmlns:a16="http://schemas.microsoft.com/office/drawing/2014/main" id="{B9E65F20-9DB2-09FE-CB57-02E635DA125E}"/>
                    </a:ext>
                  </a:extLst>
                </p:cNvPr>
                <p:cNvPicPr/>
                <p:nvPr/>
              </p:nvPicPr>
              <p:blipFill>
                <a:blip r:embed="rId52"/>
                <a:stretch>
                  <a:fillRect/>
                </a:stretch>
              </p:blipFill>
              <p:spPr>
                <a:xfrm>
                  <a:off x="7086268" y="710441"/>
                  <a:ext cx="1479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8" name="Håndskrift 57">
                  <a:extLst>
                    <a:ext uri="{FF2B5EF4-FFF2-40B4-BE49-F238E27FC236}">
                      <a16:creationId xmlns:a16="http://schemas.microsoft.com/office/drawing/2014/main" id="{73E3C6DC-0176-A387-707E-6B9E153A7C85}"/>
                    </a:ext>
                  </a:extLst>
                </p14:cNvPr>
                <p14:cNvContentPartPr/>
                <p14:nvPr/>
              </p14:nvContentPartPr>
              <p14:xfrm>
                <a:off x="7080508" y="877841"/>
                <a:ext cx="88560" cy="12600"/>
              </p14:xfrm>
            </p:contentPart>
          </mc:Choice>
          <mc:Fallback xmlns="">
            <p:pic>
              <p:nvPicPr>
                <p:cNvPr id="58" name="Håndskrift 57">
                  <a:extLst>
                    <a:ext uri="{FF2B5EF4-FFF2-40B4-BE49-F238E27FC236}">
                      <a16:creationId xmlns:a16="http://schemas.microsoft.com/office/drawing/2014/main" id="{73E3C6DC-0176-A387-707E-6B9E153A7C85}"/>
                    </a:ext>
                  </a:extLst>
                </p:cNvPr>
                <p:cNvPicPr/>
                <p:nvPr/>
              </p:nvPicPr>
              <p:blipFill>
                <a:blip r:embed="rId54"/>
                <a:stretch>
                  <a:fillRect/>
                </a:stretch>
              </p:blipFill>
              <p:spPr>
                <a:xfrm>
                  <a:off x="7074388" y="871721"/>
                  <a:ext cx="10080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9" name="Håndskrift 58">
                  <a:extLst>
                    <a:ext uri="{FF2B5EF4-FFF2-40B4-BE49-F238E27FC236}">
                      <a16:creationId xmlns:a16="http://schemas.microsoft.com/office/drawing/2014/main" id="{F18F44DF-056F-A57F-6355-FEC651B5A689}"/>
                    </a:ext>
                  </a:extLst>
                </p14:cNvPr>
                <p14:cNvContentPartPr/>
                <p14:nvPr/>
              </p14:nvContentPartPr>
              <p14:xfrm>
                <a:off x="7098508" y="955961"/>
                <a:ext cx="156240" cy="12960"/>
              </p14:xfrm>
            </p:contentPart>
          </mc:Choice>
          <mc:Fallback xmlns="">
            <p:pic>
              <p:nvPicPr>
                <p:cNvPr id="59" name="Håndskrift 58">
                  <a:extLst>
                    <a:ext uri="{FF2B5EF4-FFF2-40B4-BE49-F238E27FC236}">
                      <a16:creationId xmlns:a16="http://schemas.microsoft.com/office/drawing/2014/main" id="{F18F44DF-056F-A57F-6355-FEC651B5A689}"/>
                    </a:ext>
                  </a:extLst>
                </p:cNvPr>
                <p:cNvPicPr/>
                <p:nvPr/>
              </p:nvPicPr>
              <p:blipFill>
                <a:blip r:embed="rId56"/>
                <a:stretch>
                  <a:fillRect/>
                </a:stretch>
              </p:blipFill>
              <p:spPr>
                <a:xfrm>
                  <a:off x="7092388" y="949841"/>
                  <a:ext cx="16848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60" name="Håndskrift 59">
                  <a:extLst>
                    <a:ext uri="{FF2B5EF4-FFF2-40B4-BE49-F238E27FC236}">
                      <a16:creationId xmlns:a16="http://schemas.microsoft.com/office/drawing/2014/main" id="{2DF593E3-737E-1EAC-0637-31DEC48C0930}"/>
                    </a:ext>
                  </a:extLst>
                </p14:cNvPr>
                <p14:cNvContentPartPr/>
                <p14:nvPr/>
              </p14:nvContentPartPr>
              <p14:xfrm>
                <a:off x="7284988" y="715841"/>
                <a:ext cx="216360" cy="325440"/>
              </p14:xfrm>
            </p:contentPart>
          </mc:Choice>
          <mc:Fallback xmlns="">
            <p:pic>
              <p:nvPicPr>
                <p:cNvPr id="60" name="Håndskrift 59">
                  <a:extLst>
                    <a:ext uri="{FF2B5EF4-FFF2-40B4-BE49-F238E27FC236}">
                      <a16:creationId xmlns:a16="http://schemas.microsoft.com/office/drawing/2014/main" id="{2DF593E3-737E-1EAC-0637-31DEC48C0930}"/>
                    </a:ext>
                  </a:extLst>
                </p:cNvPr>
                <p:cNvPicPr/>
                <p:nvPr/>
              </p:nvPicPr>
              <p:blipFill>
                <a:blip r:embed="rId58"/>
                <a:stretch>
                  <a:fillRect/>
                </a:stretch>
              </p:blipFill>
              <p:spPr>
                <a:xfrm>
                  <a:off x="7278868" y="709721"/>
                  <a:ext cx="228600" cy="337680"/>
                </a:xfrm>
                <a:prstGeom prst="rect">
                  <a:avLst/>
                </a:prstGeom>
              </p:spPr>
            </p:pic>
          </mc:Fallback>
        </mc:AlternateContent>
      </p:grpSp>
      <p:grpSp>
        <p:nvGrpSpPr>
          <p:cNvPr id="70" name="Gruppe 69">
            <a:extLst>
              <a:ext uri="{FF2B5EF4-FFF2-40B4-BE49-F238E27FC236}">
                <a16:creationId xmlns:a16="http://schemas.microsoft.com/office/drawing/2014/main" id="{FC0DD660-B0CF-A381-4B03-6641EA134401}"/>
              </a:ext>
            </a:extLst>
          </p:cNvPr>
          <p:cNvGrpSpPr/>
          <p:nvPr/>
        </p:nvGrpSpPr>
        <p:grpSpPr>
          <a:xfrm>
            <a:off x="10835668" y="3285161"/>
            <a:ext cx="692640" cy="322920"/>
            <a:chOff x="10835668" y="3285161"/>
            <a:chExt cx="692640" cy="322920"/>
          </a:xfrm>
        </p:grpSpPr>
        <mc:AlternateContent xmlns:mc="http://schemas.openxmlformats.org/markup-compatibility/2006" xmlns:p14="http://schemas.microsoft.com/office/powerpoint/2010/main">
          <mc:Choice Requires="p14">
            <p:contentPart p14:bwMode="auto" r:id="rId59">
              <p14:nvContentPartPr>
                <p14:cNvPr id="62" name="Håndskrift 61">
                  <a:extLst>
                    <a:ext uri="{FF2B5EF4-FFF2-40B4-BE49-F238E27FC236}">
                      <a16:creationId xmlns:a16="http://schemas.microsoft.com/office/drawing/2014/main" id="{D7BE79C9-BC54-8724-8519-A174227766AE}"/>
                    </a:ext>
                  </a:extLst>
                </p14:cNvPr>
                <p14:cNvContentPartPr/>
                <p14:nvPr/>
              </p14:nvContentPartPr>
              <p14:xfrm>
                <a:off x="10835668" y="3296321"/>
                <a:ext cx="5040" cy="243720"/>
              </p14:xfrm>
            </p:contentPart>
          </mc:Choice>
          <mc:Fallback xmlns="">
            <p:pic>
              <p:nvPicPr>
                <p:cNvPr id="62" name="Håndskrift 61">
                  <a:extLst>
                    <a:ext uri="{FF2B5EF4-FFF2-40B4-BE49-F238E27FC236}">
                      <a16:creationId xmlns:a16="http://schemas.microsoft.com/office/drawing/2014/main" id="{D7BE79C9-BC54-8724-8519-A174227766AE}"/>
                    </a:ext>
                  </a:extLst>
                </p:cNvPr>
                <p:cNvPicPr/>
                <p:nvPr/>
              </p:nvPicPr>
              <p:blipFill>
                <a:blip r:embed="rId60"/>
                <a:stretch>
                  <a:fillRect/>
                </a:stretch>
              </p:blipFill>
              <p:spPr>
                <a:xfrm>
                  <a:off x="10829548" y="3290201"/>
                  <a:ext cx="1728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63" name="Håndskrift 62">
                  <a:extLst>
                    <a:ext uri="{FF2B5EF4-FFF2-40B4-BE49-F238E27FC236}">
                      <a16:creationId xmlns:a16="http://schemas.microsoft.com/office/drawing/2014/main" id="{7BF9731D-3E69-DB0D-86B0-2D7E7261B03E}"/>
                    </a:ext>
                  </a:extLst>
                </p14:cNvPr>
                <p14:cNvContentPartPr/>
                <p14:nvPr/>
              </p14:nvContentPartPr>
              <p14:xfrm>
                <a:off x="10858708" y="3374801"/>
                <a:ext cx="106560" cy="127440"/>
              </p14:xfrm>
            </p:contentPart>
          </mc:Choice>
          <mc:Fallback xmlns="">
            <p:pic>
              <p:nvPicPr>
                <p:cNvPr id="63" name="Håndskrift 62">
                  <a:extLst>
                    <a:ext uri="{FF2B5EF4-FFF2-40B4-BE49-F238E27FC236}">
                      <a16:creationId xmlns:a16="http://schemas.microsoft.com/office/drawing/2014/main" id="{7BF9731D-3E69-DB0D-86B0-2D7E7261B03E}"/>
                    </a:ext>
                  </a:extLst>
                </p:cNvPr>
                <p:cNvPicPr/>
                <p:nvPr/>
              </p:nvPicPr>
              <p:blipFill>
                <a:blip r:embed="rId62"/>
                <a:stretch>
                  <a:fillRect/>
                </a:stretch>
              </p:blipFill>
              <p:spPr>
                <a:xfrm>
                  <a:off x="10852588" y="3368681"/>
                  <a:ext cx="11880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64" name="Håndskrift 63">
                  <a:extLst>
                    <a:ext uri="{FF2B5EF4-FFF2-40B4-BE49-F238E27FC236}">
                      <a16:creationId xmlns:a16="http://schemas.microsoft.com/office/drawing/2014/main" id="{4AF5AC2D-BDE1-8D6F-D61D-77BCADA1075B}"/>
                    </a:ext>
                  </a:extLst>
                </p14:cNvPr>
                <p14:cNvContentPartPr/>
                <p14:nvPr/>
              </p14:nvContentPartPr>
              <p14:xfrm>
                <a:off x="11026468" y="3422681"/>
                <a:ext cx="13320" cy="179280"/>
              </p14:xfrm>
            </p:contentPart>
          </mc:Choice>
          <mc:Fallback xmlns="">
            <p:pic>
              <p:nvPicPr>
                <p:cNvPr id="64" name="Håndskrift 63">
                  <a:extLst>
                    <a:ext uri="{FF2B5EF4-FFF2-40B4-BE49-F238E27FC236}">
                      <a16:creationId xmlns:a16="http://schemas.microsoft.com/office/drawing/2014/main" id="{4AF5AC2D-BDE1-8D6F-D61D-77BCADA1075B}"/>
                    </a:ext>
                  </a:extLst>
                </p:cNvPr>
                <p:cNvPicPr/>
                <p:nvPr/>
              </p:nvPicPr>
              <p:blipFill>
                <a:blip r:embed="rId64"/>
                <a:stretch>
                  <a:fillRect/>
                </a:stretch>
              </p:blipFill>
              <p:spPr>
                <a:xfrm>
                  <a:off x="11020348" y="3416561"/>
                  <a:ext cx="2556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6" name="Håndskrift 65">
                  <a:extLst>
                    <a:ext uri="{FF2B5EF4-FFF2-40B4-BE49-F238E27FC236}">
                      <a16:creationId xmlns:a16="http://schemas.microsoft.com/office/drawing/2014/main" id="{A9B8DA6E-2378-431D-7C11-39A6C2928143}"/>
                    </a:ext>
                  </a:extLst>
                </p14:cNvPr>
                <p14:cNvContentPartPr/>
                <p14:nvPr/>
              </p14:nvContentPartPr>
              <p14:xfrm>
                <a:off x="11032948" y="3410801"/>
                <a:ext cx="151920" cy="187920"/>
              </p14:xfrm>
            </p:contentPart>
          </mc:Choice>
          <mc:Fallback xmlns="">
            <p:pic>
              <p:nvPicPr>
                <p:cNvPr id="66" name="Håndskrift 65">
                  <a:extLst>
                    <a:ext uri="{FF2B5EF4-FFF2-40B4-BE49-F238E27FC236}">
                      <a16:creationId xmlns:a16="http://schemas.microsoft.com/office/drawing/2014/main" id="{A9B8DA6E-2378-431D-7C11-39A6C2928143}"/>
                    </a:ext>
                  </a:extLst>
                </p:cNvPr>
                <p:cNvPicPr/>
                <p:nvPr/>
              </p:nvPicPr>
              <p:blipFill>
                <a:blip r:embed="rId66"/>
                <a:stretch>
                  <a:fillRect/>
                </a:stretch>
              </p:blipFill>
              <p:spPr>
                <a:xfrm>
                  <a:off x="11026828" y="3404681"/>
                  <a:ext cx="16416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68" name="Håndskrift 67">
                  <a:extLst>
                    <a:ext uri="{FF2B5EF4-FFF2-40B4-BE49-F238E27FC236}">
                      <a16:creationId xmlns:a16="http://schemas.microsoft.com/office/drawing/2014/main" id="{0961309E-D721-BCCD-3E65-28BA67F79E39}"/>
                    </a:ext>
                  </a:extLst>
                </p14:cNvPr>
                <p14:cNvContentPartPr/>
                <p14:nvPr/>
              </p14:nvContentPartPr>
              <p14:xfrm>
                <a:off x="11267308" y="3285161"/>
                <a:ext cx="261000" cy="12240"/>
              </p14:xfrm>
            </p:contentPart>
          </mc:Choice>
          <mc:Fallback xmlns="">
            <p:pic>
              <p:nvPicPr>
                <p:cNvPr id="68" name="Håndskrift 67">
                  <a:extLst>
                    <a:ext uri="{FF2B5EF4-FFF2-40B4-BE49-F238E27FC236}">
                      <a16:creationId xmlns:a16="http://schemas.microsoft.com/office/drawing/2014/main" id="{0961309E-D721-BCCD-3E65-28BA67F79E39}"/>
                    </a:ext>
                  </a:extLst>
                </p:cNvPr>
                <p:cNvPicPr/>
                <p:nvPr/>
              </p:nvPicPr>
              <p:blipFill>
                <a:blip r:embed="rId68"/>
                <a:stretch>
                  <a:fillRect/>
                </a:stretch>
              </p:blipFill>
              <p:spPr>
                <a:xfrm>
                  <a:off x="11261188" y="3279041"/>
                  <a:ext cx="2732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9" name="Håndskrift 68">
                  <a:extLst>
                    <a:ext uri="{FF2B5EF4-FFF2-40B4-BE49-F238E27FC236}">
                      <a16:creationId xmlns:a16="http://schemas.microsoft.com/office/drawing/2014/main" id="{6ABAF5B7-60FD-AC38-BE32-DE7B665B72DA}"/>
                    </a:ext>
                  </a:extLst>
                </p14:cNvPr>
                <p14:cNvContentPartPr/>
                <p14:nvPr/>
              </p14:nvContentPartPr>
              <p14:xfrm>
                <a:off x="11375308" y="3326561"/>
                <a:ext cx="18720" cy="281520"/>
              </p14:xfrm>
            </p:contentPart>
          </mc:Choice>
          <mc:Fallback xmlns="">
            <p:pic>
              <p:nvPicPr>
                <p:cNvPr id="69" name="Håndskrift 68">
                  <a:extLst>
                    <a:ext uri="{FF2B5EF4-FFF2-40B4-BE49-F238E27FC236}">
                      <a16:creationId xmlns:a16="http://schemas.microsoft.com/office/drawing/2014/main" id="{6ABAF5B7-60FD-AC38-BE32-DE7B665B72DA}"/>
                    </a:ext>
                  </a:extLst>
                </p:cNvPr>
                <p:cNvPicPr/>
                <p:nvPr/>
              </p:nvPicPr>
              <p:blipFill>
                <a:blip r:embed="rId70"/>
                <a:stretch>
                  <a:fillRect/>
                </a:stretch>
              </p:blipFill>
              <p:spPr>
                <a:xfrm>
                  <a:off x="11369188" y="3320441"/>
                  <a:ext cx="30960" cy="293760"/>
                </a:xfrm>
                <a:prstGeom prst="rect">
                  <a:avLst/>
                </a:prstGeom>
              </p:spPr>
            </p:pic>
          </mc:Fallback>
        </mc:AlternateContent>
      </p:grpSp>
      <p:grpSp>
        <p:nvGrpSpPr>
          <p:cNvPr id="75" name="Gruppe 74">
            <a:extLst>
              <a:ext uri="{FF2B5EF4-FFF2-40B4-BE49-F238E27FC236}">
                <a16:creationId xmlns:a16="http://schemas.microsoft.com/office/drawing/2014/main" id="{45666E6E-EFD8-4B4D-07D7-D6517534E5BE}"/>
              </a:ext>
            </a:extLst>
          </p:cNvPr>
          <p:cNvGrpSpPr/>
          <p:nvPr/>
        </p:nvGrpSpPr>
        <p:grpSpPr>
          <a:xfrm>
            <a:off x="8073028" y="1407401"/>
            <a:ext cx="417600" cy="770400"/>
            <a:chOff x="8073028" y="1407401"/>
            <a:chExt cx="417600" cy="770400"/>
          </a:xfrm>
        </p:grpSpPr>
        <mc:AlternateContent xmlns:mc="http://schemas.openxmlformats.org/markup-compatibility/2006" xmlns:p14="http://schemas.microsoft.com/office/powerpoint/2010/main">
          <mc:Choice Requires="p14">
            <p:contentPart p14:bwMode="auto" r:id="rId71">
              <p14:nvContentPartPr>
                <p14:cNvPr id="21" name="Håndskrift 20">
                  <a:extLst>
                    <a:ext uri="{FF2B5EF4-FFF2-40B4-BE49-F238E27FC236}">
                      <a16:creationId xmlns:a16="http://schemas.microsoft.com/office/drawing/2014/main" id="{666CF604-81D1-3C83-538F-249CA005628D}"/>
                    </a:ext>
                  </a:extLst>
                </p14:cNvPr>
                <p14:cNvContentPartPr/>
                <p14:nvPr/>
              </p14:nvContentPartPr>
              <p14:xfrm>
                <a:off x="8102908" y="2171681"/>
                <a:ext cx="360" cy="360"/>
              </p14:xfrm>
            </p:contentPart>
          </mc:Choice>
          <mc:Fallback xmlns="">
            <p:pic>
              <p:nvPicPr>
                <p:cNvPr id="21" name="Håndskrift 20">
                  <a:extLst>
                    <a:ext uri="{FF2B5EF4-FFF2-40B4-BE49-F238E27FC236}">
                      <a16:creationId xmlns:a16="http://schemas.microsoft.com/office/drawing/2014/main" id="{666CF604-81D1-3C83-538F-249CA005628D}"/>
                    </a:ext>
                  </a:extLst>
                </p:cNvPr>
                <p:cNvPicPr/>
                <p:nvPr/>
              </p:nvPicPr>
              <p:blipFill>
                <a:blip r:embed="rId14"/>
                <a:stretch>
                  <a:fillRect/>
                </a:stretch>
              </p:blipFill>
              <p:spPr>
                <a:xfrm>
                  <a:off x="8096788" y="21655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2" name="Håndskrift 21">
                  <a:extLst>
                    <a:ext uri="{FF2B5EF4-FFF2-40B4-BE49-F238E27FC236}">
                      <a16:creationId xmlns:a16="http://schemas.microsoft.com/office/drawing/2014/main" id="{C75B9DEC-EE9A-0E9A-2E94-A925706E0FEF}"/>
                    </a:ext>
                  </a:extLst>
                </p14:cNvPr>
                <p14:cNvContentPartPr/>
                <p14:nvPr/>
              </p14:nvContentPartPr>
              <p14:xfrm>
                <a:off x="8102908" y="2171681"/>
                <a:ext cx="360" cy="360"/>
              </p14:xfrm>
            </p:contentPart>
          </mc:Choice>
          <mc:Fallback xmlns="">
            <p:pic>
              <p:nvPicPr>
                <p:cNvPr id="22" name="Håndskrift 21">
                  <a:extLst>
                    <a:ext uri="{FF2B5EF4-FFF2-40B4-BE49-F238E27FC236}">
                      <a16:creationId xmlns:a16="http://schemas.microsoft.com/office/drawing/2014/main" id="{C75B9DEC-EE9A-0E9A-2E94-A925706E0FEF}"/>
                    </a:ext>
                  </a:extLst>
                </p:cNvPr>
                <p:cNvPicPr/>
                <p:nvPr/>
              </p:nvPicPr>
              <p:blipFill>
                <a:blip r:embed="rId14"/>
                <a:stretch>
                  <a:fillRect/>
                </a:stretch>
              </p:blipFill>
              <p:spPr>
                <a:xfrm>
                  <a:off x="8096788" y="216556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24" name="Håndskrift 23">
                  <a:extLst>
                    <a:ext uri="{FF2B5EF4-FFF2-40B4-BE49-F238E27FC236}">
                      <a16:creationId xmlns:a16="http://schemas.microsoft.com/office/drawing/2014/main" id="{4889AF61-80A3-320E-50C5-4FFCF822CEE6}"/>
                    </a:ext>
                  </a:extLst>
                </p14:cNvPr>
                <p14:cNvContentPartPr/>
                <p14:nvPr/>
              </p14:nvContentPartPr>
              <p14:xfrm>
                <a:off x="8073028" y="2116961"/>
                <a:ext cx="60120" cy="60840"/>
              </p14:xfrm>
            </p:contentPart>
          </mc:Choice>
          <mc:Fallback xmlns="">
            <p:pic>
              <p:nvPicPr>
                <p:cNvPr id="24" name="Håndskrift 23">
                  <a:extLst>
                    <a:ext uri="{FF2B5EF4-FFF2-40B4-BE49-F238E27FC236}">
                      <a16:creationId xmlns:a16="http://schemas.microsoft.com/office/drawing/2014/main" id="{4889AF61-80A3-320E-50C5-4FFCF822CEE6}"/>
                    </a:ext>
                  </a:extLst>
                </p:cNvPr>
                <p:cNvPicPr/>
                <p:nvPr/>
              </p:nvPicPr>
              <p:blipFill>
                <a:blip r:embed="rId74"/>
                <a:stretch>
                  <a:fillRect/>
                </a:stretch>
              </p:blipFill>
              <p:spPr>
                <a:xfrm>
                  <a:off x="8066908" y="2110841"/>
                  <a:ext cx="7236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26" name="Håndskrift 25">
                  <a:extLst>
                    <a:ext uri="{FF2B5EF4-FFF2-40B4-BE49-F238E27FC236}">
                      <a16:creationId xmlns:a16="http://schemas.microsoft.com/office/drawing/2014/main" id="{D27AA4C4-6F3F-7EB1-5273-96903F827C1F}"/>
                    </a:ext>
                  </a:extLst>
                </p14:cNvPr>
                <p14:cNvContentPartPr/>
                <p14:nvPr/>
              </p14:nvContentPartPr>
              <p14:xfrm>
                <a:off x="8169148" y="1858841"/>
                <a:ext cx="360" cy="360"/>
              </p14:xfrm>
            </p:contentPart>
          </mc:Choice>
          <mc:Fallback xmlns="">
            <p:pic>
              <p:nvPicPr>
                <p:cNvPr id="26" name="Håndskrift 25">
                  <a:extLst>
                    <a:ext uri="{FF2B5EF4-FFF2-40B4-BE49-F238E27FC236}">
                      <a16:creationId xmlns:a16="http://schemas.microsoft.com/office/drawing/2014/main" id="{D27AA4C4-6F3F-7EB1-5273-96903F827C1F}"/>
                    </a:ext>
                  </a:extLst>
                </p:cNvPr>
                <p:cNvPicPr/>
                <p:nvPr/>
              </p:nvPicPr>
              <p:blipFill>
                <a:blip r:embed="rId14"/>
                <a:stretch>
                  <a:fillRect/>
                </a:stretch>
              </p:blipFill>
              <p:spPr>
                <a:xfrm>
                  <a:off x="8163028" y="1852721"/>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7" name="Håndskrift 26">
                  <a:extLst>
                    <a:ext uri="{FF2B5EF4-FFF2-40B4-BE49-F238E27FC236}">
                      <a16:creationId xmlns:a16="http://schemas.microsoft.com/office/drawing/2014/main" id="{C19AD5BB-87AB-0367-2E46-03A9BEEDC519}"/>
                    </a:ext>
                  </a:extLst>
                </p14:cNvPr>
                <p14:cNvContentPartPr/>
                <p14:nvPr/>
              </p14:nvContentPartPr>
              <p14:xfrm>
                <a:off x="8157628" y="1858841"/>
                <a:ext cx="11880" cy="15120"/>
              </p14:xfrm>
            </p:contentPart>
          </mc:Choice>
          <mc:Fallback xmlns="">
            <p:pic>
              <p:nvPicPr>
                <p:cNvPr id="27" name="Håndskrift 26">
                  <a:extLst>
                    <a:ext uri="{FF2B5EF4-FFF2-40B4-BE49-F238E27FC236}">
                      <a16:creationId xmlns:a16="http://schemas.microsoft.com/office/drawing/2014/main" id="{C19AD5BB-87AB-0367-2E46-03A9BEEDC519}"/>
                    </a:ext>
                  </a:extLst>
                </p:cNvPr>
                <p:cNvPicPr/>
                <p:nvPr/>
              </p:nvPicPr>
              <p:blipFill>
                <a:blip r:embed="rId77"/>
                <a:stretch>
                  <a:fillRect/>
                </a:stretch>
              </p:blipFill>
              <p:spPr>
                <a:xfrm>
                  <a:off x="8151508" y="1852721"/>
                  <a:ext cx="2412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9" name="Håndskrift 28">
                  <a:extLst>
                    <a:ext uri="{FF2B5EF4-FFF2-40B4-BE49-F238E27FC236}">
                      <a16:creationId xmlns:a16="http://schemas.microsoft.com/office/drawing/2014/main" id="{1EC11794-8DD7-E131-F8A6-E4A504A43FCB}"/>
                    </a:ext>
                  </a:extLst>
                </p14:cNvPr>
                <p14:cNvContentPartPr/>
                <p14:nvPr/>
              </p14:nvContentPartPr>
              <p14:xfrm>
                <a:off x="8169148" y="1583081"/>
                <a:ext cx="35640" cy="35640"/>
              </p14:xfrm>
            </p:contentPart>
          </mc:Choice>
          <mc:Fallback xmlns="">
            <p:pic>
              <p:nvPicPr>
                <p:cNvPr id="29" name="Håndskrift 28">
                  <a:extLst>
                    <a:ext uri="{FF2B5EF4-FFF2-40B4-BE49-F238E27FC236}">
                      <a16:creationId xmlns:a16="http://schemas.microsoft.com/office/drawing/2014/main" id="{1EC11794-8DD7-E131-F8A6-E4A504A43FCB}"/>
                    </a:ext>
                  </a:extLst>
                </p:cNvPr>
                <p:cNvPicPr/>
                <p:nvPr/>
              </p:nvPicPr>
              <p:blipFill>
                <a:blip r:embed="rId79"/>
                <a:stretch>
                  <a:fillRect/>
                </a:stretch>
              </p:blipFill>
              <p:spPr>
                <a:xfrm>
                  <a:off x="8163028" y="1576961"/>
                  <a:ext cx="4788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30" name="Håndskrift 29">
                  <a:extLst>
                    <a:ext uri="{FF2B5EF4-FFF2-40B4-BE49-F238E27FC236}">
                      <a16:creationId xmlns:a16="http://schemas.microsoft.com/office/drawing/2014/main" id="{0504098B-1B08-8BE7-5DCE-1F3CDA7DB2D2}"/>
                    </a:ext>
                  </a:extLst>
                </p14:cNvPr>
                <p14:cNvContentPartPr/>
                <p14:nvPr/>
              </p14:nvContentPartPr>
              <p14:xfrm>
                <a:off x="8446348" y="1407401"/>
                <a:ext cx="36360" cy="60120"/>
              </p14:xfrm>
            </p:contentPart>
          </mc:Choice>
          <mc:Fallback xmlns="">
            <p:pic>
              <p:nvPicPr>
                <p:cNvPr id="30" name="Håndskrift 29">
                  <a:extLst>
                    <a:ext uri="{FF2B5EF4-FFF2-40B4-BE49-F238E27FC236}">
                      <a16:creationId xmlns:a16="http://schemas.microsoft.com/office/drawing/2014/main" id="{0504098B-1B08-8BE7-5DCE-1F3CDA7DB2D2}"/>
                    </a:ext>
                  </a:extLst>
                </p:cNvPr>
                <p:cNvPicPr/>
                <p:nvPr/>
              </p:nvPicPr>
              <p:blipFill>
                <a:blip r:embed="rId81"/>
                <a:stretch>
                  <a:fillRect/>
                </a:stretch>
              </p:blipFill>
              <p:spPr>
                <a:xfrm>
                  <a:off x="8440228" y="1401281"/>
                  <a:ext cx="4860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74" name="Håndskrift 73">
                  <a:extLst>
                    <a:ext uri="{FF2B5EF4-FFF2-40B4-BE49-F238E27FC236}">
                      <a16:creationId xmlns:a16="http://schemas.microsoft.com/office/drawing/2014/main" id="{A867856A-66DD-B0EB-5C89-52EC67D12ABE}"/>
                    </a:ext>
                  </a:extLst>
                </p14:cNvPr>
                <p14:cNvContentPartPr/>
                <p14:nvPr/>
              </p14:nvContentPartPr>
              <p14:xfrm>
                <a:off x="8267788" y="1539881"/>
                <a:ext cx="222840" cy="542880"/>
              </p14:xfrm>
            </p:contentPart>
          </mc:Choice>
          <mc:Fallback xmlns="">
            <p:pic>
              <p:nvPicPr>
                <p:cNvPr id="74" name="Håndskrift 73">
                  <a:extLst>
                    <a:ext uri="{FF2B5EF4-FFF2-40B4-BE49-F238E27FC236}">
                      <a16:creationId xmlns:a16="http://schemas.microsoft.com/office/drawing/2014/main" id="{A867856A-66DD-B0EB-5C89-52EC67D12ABE}"/>
                    </a:ext>
                  </a:extLst>
                </p:cNvPr>
                <p:cNvPicPr/>
                <p:nvPr/>
              </p:nvPicPr>
              <p:blipFill>
                <a:blip r:embed="rId83"/>
                <a:stretch>
                  <a:fillRect/>
                </a:stretch>
              </p:blipFill>
              <p:spPr>
                <a:xfrm>
                  <a:off x="8261668" y="1533761"/>
                  <a:ext cx="235080" cy="555120"/>
                </a:xfrm>
                <a:prstGeom prst="rect">
                  <a:avLst/>
                </a:prstGeom>
              </p:spPr>
            </p:pic>
          </mc:Fallback>
        </mc:AlternateContent>
      </p:grpSp>
      <p:sp>
        <p:nvSpPr>
          <p:cNvPr id="76" name="Tekstfelt 75">
            <a:extLst>
              <a:ext uri="{FF2B5EF4-FFF2-40B4-BE49-F238E27FC236}">
                <a16:creationId xmlns:a16="http://schemas.microsoft.com/office/drawing/2014/main" id="{4D9166DB-6B3A-EE72-9A56-27825A6967AA}"/>
              </a:ext>
            </a:extLst>
          </p:cNvPr>
          <p:cNvSpPr txBox="1"/>
          <p:nvPr/>
        </p:nvSpPr>
        <p:spPr>
          <a:xfrm>
            <a:off x="8553628" y="1571606"/>
            <a:ext cx="1847456" cy="461665"/>
          </a:xfrm>
          <a:prstGeom prst="rect">
            <a:avLst/>
          </a:prstGeom>
          <a:noFill/>
        </p:spPr>
        <p:txBody>
          <a:bodyPr wrap="square" rtlCol="0">
            <a:spAutoFit/>
          </a:bodyPr>
          <a:lstStyle/>
          <a:p>
            <a:r>
              <a:rPr lang="en-US" sz="1200" noProof="0" dirty="0"/>
              <a:t>Energy high enough to evaporate the bonds</a:t>
            </a:r>
          </a:p>
        </p:txBody>
      </p:sp>
      <p:grpSp>
        <p:nvGrpSpPr>
          <p:cNvPr id="87" name="Gruppe 86">
            <a:extLst>
              <a:ext uri="{FF2B5EF4-FFF2-40B4-BE49-F238E27FC236}">
                <a16:creationId xmlns:a16="http://schemas.microsoft.com/office/drawing/2014/main" id="{6885033D-C6E3-5DA4-6F34-D9C500E1D1F3}"/>
              </a:ext>
            </a:extLst>
          </p:cNvPr>
          <p:cNvGrpSpPr/>
          <p:nvPr/>
        </p:nvGrpSpPr>
        <p:grpSpPr>
          <a:xfrm>
            <a:off x="9846388" y="992321"/>
            <a:ext cx="849600" cy="351000"/>
            <a:chOff x="9846388" y="992321"/>
            <a:chExt cx="849600" cy="351000"/>
          </a:xfrm>
        </p:grpSpPr>
        <mc:AlternateContent xmlns:mc="http://schemas.openxmlformats.org/markup-compatibility/2006" xmlns:p14="http://schemas.microsoft.com/office/powerpoint/2010/main">
          <mc:Choice Requires="p14">
            <p:contentPart p14:bwMode="auto" r:id="rId84">
              <p14:nvContentPartPr>
                <p14:cNvPr id="77" name="Håndskrift 76">
                  <a:extLst>
                    <a:ext uri="{FF2B5EF4-FFF2-40B4-BE49-F238E27FC236}">
                      <a16:creationId xmlns:a16="http://schemas.microsoft.com/office/drawing/2014/main" id="{F59BC2A8-013C-92FB-2007-65058B64E07E}"/>
                    </a:ext>
                  </a:extLst>
                </p14:cNvPr>
                <p14:cNvContentPartPr/>
                <p14:nvPr/>
              </p14:nvContentPartPr>
              <p14:xfrm>
                <a:off x="9846388" y="992321"/>
                <a:ext cx="92160" cy="224640"/>
              </p14:xfrm>
            </p:contentPart>
          </mc:Choice>
          <mc:Fallback xmlns="">
            <p:pic>
              <p:nvPicPr>
                <p:cNvPr id="77" name="Håndskrift 76">
                  <a:extLst>
                    <a:ext uri="{FF2B5EF4-FFF2-40B4-BE49-F238E27FC236}">
                      <a16:creationId xmlns:a16="http://schemas.microsoft.com/office/drawing/2014/main" id="{F59BC2A8-013C-92FB-2007-65058B64E07E}"/>
                    </a:ext>
                  </a:extLst>
                </p:cNvPr>
                <p:cNvPicPr/>
                <p:nvPr/>
              </p:nvPicPr>
              <p:blipFill>
                <a:blip r:embed="rId85"/>
                <a:stretch>
                  <a:fillRect/>
                </a:stretch>
              </p:blipFill>
              <p:spPr>
                <a:xfrm>
                  <a:off x="9840268" y="986201"/>
                  <a:ext cx="10440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8" name="Håndskrift 77">
                  <a:extLst>
                    <a:ext uri="{FF2B5EF4-FFF2-40B4-BE49-F238E27FC236}">
                      <a16:creationId xmlns:a16="http://schemas.microsoft.com/office/drawing/2014/main" id="{9318A171-54A2-9F5F-8DD1-BB3256B6B168}"/>
                    </a:ext>
                  </a:extLst>
                </p14:cNvPr>
                <p14:cNvContentPartPr/>
                <p14:nvPr/>
              </p14:nvContentPartPr>
              <p14:xfrm>
                <a:off x="9944668" y="1058561"/>
                <a:ext cx="144000" cy="223560"/>
              </p14:xfrm>
            </p:contentPart>
          </mc:Choice>
          <mc:Fallback xmlns="">
            <p:pic>
              <p:nvPicPr>
                <p:cNvPr id="78" name="Håndskrift 77">
                  <a:extLst>
                    <a:ext uri="{FF2B5EF4-FFF2-40B4-BE49-F238E27FC236}">
                      <a16:creationId xmlns:a16="http://schemas.microsoft.com/office/drawing/2014/main" id="{9318A171-54A2-9F5F-8DD1-BB3256B6B168}"/>
                    </a:ext>
                  </a:extLst>
                </p:cNvPr>
                <p:cNvPicPr/>
                <p:nvPr/>
              </p:nvPicPr>
              <p:blipFill>
                <a:blip r:embed="rId87"/>
                <a:stretch>
                  <a:fillRect/>
                </a:stretch>
              </p:blipFill>
              <p:spPr>
                <a:xfrm>
                  <a:off x="9938548" y="1052441"/>
                  <a:ext cx="15624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80" name="Håndskrift 79">
                  <a:extLst>
                    <a:ext uri="{FF2B5EF4-FFF2-40B4-BE49-F238E27FC236}">
                      <a16:creationId xmlns:a16="http://schemas.microsoft.com/office/drawing/2014/main" id="{1C8FC259-0B34-1BB6-77D2-6E04B3E6D394}"/>
                    </a:ext>
                  </a:extLst>
                </p14:cNvPr>
                <p14:cNvContentPartPr/>
                <p14:nvPr/>
              </p14:nvContentPartPr>
              <p14:xfrm>
                <a:off x="10046188" y="1148561"/>
                <a:ext cx="178200" cy="145800"/>
              </p14:xfrm>
            </p:contentPart>
          </mc:Choice>
          <mc:Fallback xmlns="">
            <p:pic>
              <p:nvPicPr>
                <p:cNvPr id="80" name="Håndskrift 79">
                  <a:extLst>
                    <a:ext uri="{FF2B5EF4-FFF2-40B4-BE49-F238E27FC236}">
                      <a16:creationId xmlns:a16="http://schemas.microsoft.com/office/drawing/2014/main" id="{1C8FC259-0B34-1BB6-77D2-6E04B3E6D394}"/>
                    </a:ext>
                  </a:extLst>
                </p:cNvPr>
                <p:cNvPicPr/>
                <p:nvPr/>
              </p:nvPicPr>
              <p:blipFill>
                <a:blip r:embed="rId89"/>
                <a:stretch>
                  <a:fillRect/>
                </a:stretch>
              </p:blipFill>
              <p:spPr>
                <a:xfrm>
                  <a:off x="10040068" y="1142441"/>
                  <a:ext cx="19044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82" name="Håndskrift 81">
                  <a:extLst>
                    <a:ext uri="{FF2B5EF4-FFF2-40B4-BE49-F238E27FC236}">
                      <a16:creationId xmlns:a16="http://schemas.microsoft.com/office/drawing/2014/main" id="{97A9B381-D6D0-67ED-8D1A-C9CDF894A343}"/>
                    </a:ext>
                  </a:extLst>
                </p14:cNvPr>
                <p14:cNvContentPartPr/>
                <p14:nvPr/>
              </p14:nvContentPartPr>
              <p14:xfrm>
                <a:off x="10323028" y="1016441"/>
                <a:ext cx="12600" cy="268200"/>
              </p14:xfrm>
            </p:contentPart>
          </mc:Choice>
          <mc:Fallback xmlns="">
            <p:pic>
              <p:nvPicPr>
                <p:cNvPr id="82" name="Håndskrift 81">
                  <a:extLst>
                    <a:ext uri="{FF2B5EF4-FFF2-40B4-BE49-F238E27FC236}">
                      <a16:creationId xmlns:a16="http://schemas.microsoft.com/office/drawing/2014/main" id="{97A9B381-D6D0-67ED-8D1A-C9CDF894A343}"/>
                    </a:ext>
                  </a:extLst>
                </p:cNvPr>
                <p:cNvPicPr/>
                <p:nvPr/>
              </p:nvPicPr>
              <p:blipFill>
                <a:blip r:embed="rId91"/>
                <a:stretch>
                  <a:fillRect/>
                </a:stretch>
              </p:blipFill>
              <p:spPr>
                <a:xfrm>
                  <a:off x="10316908" y="1010321"/>
                  <a:ext cx="2484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83" name="Håndskrift 82">
                  <a:extLst>
                    <a:ext uri="{FF2B5EF4-FFF2-40B4-BE49-F238E27FC236}">
                      <a16:creationId xmlns:a16="http://schemas.microsoft.com/office/drawing/2014/main" id="{97B6F0B3-B508-C8C2-A630-E90BB4600B2D}"/>
                    </a:ext>
                  </a:extLst>
                </p14:cNvPr>
                <p14:cNvContentPartPr/>
                <p14:nvPr/>
              </p14:nvContentPartPr>
              <p14:xfrm>
                <a:off x="10349308" y="1124801"/>
                <a:ext cx="200520" cy="144000"/>
              </p14:xfrm>
            </p:contentPart>
          </mc:Choice>
          <mc:Fallback xmlns="">
            <p:pic>
              <p:nvPicPr>
                <p:cNvPr id="83" name="Håndskrift 82">
                  <a:extLst>
                    <a:ext uri="{FF2B5EF4-FFF2-40B4-BE49-F238E27FC236}">
                      <a16:creationId xmlns:a16="http://schemas.microsoft.com/office/drawing/2014/main" id="{97B6F0B3-B508-C8C2-A630-E90BB4600B2D}"/>
                    </a:ext>
                  </a:extLst>
                </p:cNvPr>
                <p:cNvPicPr/>
                <p:nvPr/>
              </p:nvPicPr>
              <p:blipFill>
                <a:blip r:embed="rId93"/>
                <a:stretch>
                  <a:fillRect/>
                </a:stretch>
              </p:blipFill>
              <p:spPr>
                <a:xfrm>
                  <a:off x="10343188" y="1118681"/>
                  <a:ext cx="21276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84" name="Håndskrift 83">
                  <a:extLst>
                    <a:ext uri="{FF2B5EF4-FFF2-40B4-BE49-F238E27FC236}">
                      <a16:creationId xmlns:a16="http://schemas.microsoft.com/office/drawing/2014/main" id="{AF495B33-C68D-96F2-F916-1FCAE6136080}"/>
                    </a:ext>
                  </a:extLst>
                </p14:cNvPr>
                <p14:cNvContentPartPr/>
                <p14:nvPr/>
              </p14:nvContentPartPr>
              <p14:xfrm>
                <a:off x="10563148" y="1184921"/>
                <a:ext cx="7200" cy="137160"/>
              </p14:xfrm>
            </p:contentPart>
          </mc:Choice>
          <mc:Fallback xmlns="">
            <p:pic>
              <p:nvPicPr>
                <p:cNvPr id="84" name="Håndskrift 83">
                  <a:extLst>
                    <a:ext uri="{FF2B5EF4-FFF2-40B4-BE49-F238E27FC236}">
                      <a16:creationId xmlns:a16="http://schemas.microsoft.com/office/drawing/2014/main" id="{AF495B33-C68D-96F2-F916-1FCAE6136080}"/>
                    </a:ext>
                  </a:extLst>
                </p:cNvPr>
                <p:cNvPicPr/>
                <p:nvPr/>
              </p:nvPicPr>
              <p:blipFill>
                <a:blip r:embed="rId95"/>
                <a:stretch>
                  <a:fillRect/>
                </a:stretch>
              </p:blipFill>
              <p:spPr>
                <a:xfrm>
                  <a:off x="10557028" y="1178801"/>
                  <a:ext cx="194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86" name="Håndskrift 85">
                  <a:extLst>
                    <a:ext uri="{FF2B5EF4-FFF2-40B4-BE49-F238E27FC236}">
                      <a16:creationId xmlns:a16="http://schemas.microsoft.com/office/drawing/2014/main" id="{5D8EA50D-1367-30C7-2931-8937C5A6D824}"/>
                    </a:ext>
                  </a:extLst>
                </p14:cNvPr>
                <p14:cNvContentPartPr/>
                <p14:nvPr/>
              </p14:nvContentPartPr>
              <p14:xfrm>
                <a:off x="10566388" y="1160801"/>
                <a:ext cx="129600" cy="182520"/>
              </p14:xfrm>
            </p:contentPart>
          </mc:Choice>
          <mc:Fallback xmlns="">
            <p:pic>
              <p:nvPicPr>
                <p:cNvPr id="86" name="Håndskrift 85">
                  <a:extLst>
                    <a:ext uri="{FF2B5EF4-FFF2-40B4-BE49-F238E27FC236}">
                      <a16:creationId xmlns:a16="http://schemas.microsoft.com/office/drawing/2014/main" id="{5D8EA50D-1367-30C7-2931-8937C5A6D824}"/>
                    </a:ext>
                  </a:extLst>
                </p:cNvPr>
                <p:cNvPicPr/>
                <p:nvPr/>
              </p:nvPicPr>
              <p:blipFill>
                <a:blip r:embed="rId97"/>
                <a:stretch>
                  <a:fillRect/>
                </a:stretch>
              </p:blipFill>
              <p:spPr>
                <a:xfrm>
                  <a:off x="10560268" y="1154681"/>
                  <a:ext cx="141840" cy="194760"/>
                </a:xfrm>
                <a:prstGeom prst="rect">
                  <a:avLst/>
                </a:prstGeom>
              </p:spPr>
            </p:pic>
          </mc:Fallback>
        </mc:AlternateContent>
      </p:grpSp>
      <p:pic>
        <p:nvPicPr>
          <p:cNvPr id="11" name="Billede 10">
            <a:extLst>
              <a:ext uri="{FF2B5EF4-FFF2-40B4-BE49-F238E27FC236}">
                <a16:creationId xmlns:a16="http://schemas.microsoft.com/office/drawing/2014/main" id="{8875B1BA-30C5-11BF-93D1-26675E5938B5}"/>
              </a:ext>
            </a:extLst>
          </p:cNvPr>
          <p:cNvPicPr>
            <a:picLocks noChangeAspect="1"/>
          </p:cNvPicPr>
          <p:nvPr/>
        </p:nvPicPr>
        <p:blipFill>
          <a:blip r:embed="rId98"/>
          <a:stretch>
            <a:fillRect/>
          </a:stretch>
        </p:blipFill>
        <p:spPr>
          <a:xfrm>
            <a:off x="6252658" y="3940036"/>
            <a:ext cx="5059279" cy="2494372"/>
          </a:xfrm>
          <a:prstGeom prst="rect">
            <a:avLst/>
          </a:prstGeom>
        </p:spPr>
      </p:pic>
    </p:spTree>
    <p:extLst>
      <p:ext uri="{BB962C8B-B14F-4D97-AF65-F5344CB8AC3E}">
        <p14:creationId xmlns:p14="http://schemas.microsoft.com/office/powerpoint/2010/main" val="4157936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7816C-AD60-45F1-85D2-AE242EAF2CB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A1B7804-1479-F1BA-63FA-6F4C1E422B53}"/>
              </a:ext>
            </a:extLst>
          </p:cNvPr>
          <p:cNvSpPr>
            <a:spLocks noGrp="1"/>
          </p:cNvSpPr>
          <p:nvPr>
            <p:ph type="title"/>
          </p:nvPr>
        </p:nvSpPr>
        <p:spPr>
          <a:xfrm>
            <a:off x="839788" y="265613"/>
            <a:ext cx="3932237" cy="596537"/>
          </a:xfrm>
        </p:spPr>
        <p:txBody>
          <a:bodyPr/>
          <a:lstStyle/>
          <a:p>
            <a:r>
              <a:rPr lang="en-US" noProof="0" dirty="0"/>
              <a:t>Simulated annealing</a:t>
            </a:r>
          </a:p>
        </p:txBody>
      </p:sp>
      <p:sp>
        <p:nvSpPr>
          <p:cNvPr id="6" name="Pladsholder til tekst 3">
            <a:extLst>
              <a:ext uri="{FF2B5EF4-FFF2-40B4-BE49-F238E27FC236}">
                <a16:creationId xmlns:a16="http://schemas.microsoft.com/office/drawing/2014/main" id="{63768D9F-5762-C67C-712A-A2FD59EC3980}"/>
              </a:ext>
            </a:extLst>
          </p:cNvPr>
          <p:cNvSpPr txBox="1">
            <a:spLocks/>
          </p:cNvSpPr>
          <p:nvPr/>
        </p:nvSpPr>
        <p:spPr>
          <a:xfrm>
            <a:off x="6278291" y="2057398"/>
            <a:ext cx="3932237" cy="4534989"/>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endParaRPr lang="en-US" noProof="0" dirty="0"/>
          </a:p>
        </p:txBody>
      </p:sp>
      <p:sp>
        <p:nvSpPr>
          <p:cNvPr id="4" name="Pladsholder til tekst 3">
            <a:extLst>
              <a:ext uri="{FF2B5EF4-FFF2-40B4-BE49-F238E27FC236}">
                <a16:creationId xmlns:a16="http://schemas.microsoft.com/office/drawing/2014/main" id="{A76420AE-1EC8-A7D6-D62D-3E827A518933}"/>
              </a:ext>
            </a:extLst>
          </p:cNvPr>
          <p:cNvSpPr>
            <a:spLocks noGrp="1"/>
          </p:cNvSpPr>
          <p:nvPr>
            <p:ph type="body" sz="half" idx="2"/>
          </p:nvPr>
        </p:nvSpPr>
        <p:spPr>
          <a:xfrm>
            <a:off x="839788" y="862150"/>
            <a:ext cx="4672738" cy="2821576"/>
          </a:xfrm>
        </p:spPr>
        <p:txBody>
          <a:bodyPr>
            <a:normAutofit/>
          </a:bodyPr>
          <a:lstStyle/>
          <a:p>
            <a:pPr marL="342900" indent="-342900">
              <a:buAutoNum type="arabicPeriod"/>
            </a:pPr>
            <a:r>
              <a:rPr lang="en-US" dirty="0"/>
              <a:t>Initialize system at high T, and let atoms have random velocities</a:t>
            </a:r>
          </a:p>
          <a:p>
            <a:pPr marL="342900" indent="-342900">
              <a:buAutoNum type="arabicPeriod"/>
            </a:pPr>
            <a:r>
              <a:rPr lang="en-US" dirty="0"/>
              <a:t>Evolve the system at high temperatures to explore high-energy regions.</a:t>
            </a:r>
          </a:p>
          <a:p>
            <a:pPr marL="342900" indent="-342900">
              <a:buAutoNum type="arabicPeriod"/>
            </a:pPr>
            <a:r>
              <a:rPr lang="en-US" dirty="0"/>
              <a:t>Cool the system</a:t>
            </a:r>
          </a:p>
          <a:p>
            <a:pPr marL="342900" indent="-342900">
              <a:buAutoNum type="arabicPeriod"/>
            </a:pPr>
            <a:r>
              <a:rPr lang="en-US" dirty="0"/>
              <a:t>The system explores lower-energy regions and may settle into a low-energy minimum.</a:t>
            </a:r>
          </a:p>
          <a:p>
            <a:pPr marL="342900" indent="-342900">
              <a:buAutoNum type="arabicPeriod"/>
            </a:pPr>
            <a:r>
              <a:rPr lang="en-US" dirty="0"/>
              <a:t>At sufficiently low T, stop simulation and analyze. The resulting structure is a candidate low-energy configuration.</a:t>
            </a:r>
          </a:p>
          <a:p>
            <a:pPr marL="342900" indent="-342900">
              <a:buAutoNum type="arabicPeriod"/>
            </a:pPr>
            <a:endParaRPr lang="en-US" dirty="0"/>
          </a:p>
        </p:txBody>
      </p:sp>
      <p:pic>
        <p:nvPicPr>
          <p:cNvPr id="5" name="Billede 4">
            <a:extLst>
              <a:ext uri="{FF2B5EF4-FFF2-40B4-BE49-F238E27FC236}">
                <a16:creationId xmlns:a16="http://schemas.microsoft.com/office/drawing/2014/main" id="{82CB3546-E5AC-36AF-AE41-2C3D4C6739DB}"/>
              </a:ext>
            </a:extLst>
          </p:cNvPr>
          <p:cNvPicPr>
            <a:picLocks noChangeAspect="1"/>
          </p:cNvPicPr>
          <p:nvPr/>
        </p:nvPicPr>
        <p:blipFill>
          <a:blip r:embed="rId2"/>
          <a:stretch>
            <a:fillRect/>
          </a:stretch>
        </p:blipFill>
        <p:spPr>
          <a:xfrm>
            <a:off x="348342" y="3773531"/>
            <a:ext cx="10925311" cy="2818856"/>
          </a:xfrm>
          <a:prstGeom prst="rect">
            <a:avLst/>
          </a:prstGeom>
        </p:spPr>
      </p:pic>
      <p:pic>
        <p:nvPicPr>
          <p:cNvPr id="11" name="Billede 10">
            <a:extLst>
              <a:ext uri="{FF2B5EF4-FFF2-40B4-BE49-F238E27FC236}">
                <a16:creationId xmlns:a16="http://schemas.microsoft.com/office/drawing/2014/main" id="{15DA7B8A-8606-E60E-7E5C-438D36E8840C}"/>
              </a:ext>
            </a:extLst>
          </p:cNvPr>
          <p:cNvPicPr>
            <a:picLocks noChangeAspect="1"/>
          </p:cNvPicPr>
          <p:nvPr/>
        </p:nvPicPr>
        <p:blipFill>
          <a:blip r:embed="rId3"/>
          <a:stretch>
            <a:fillRect/>
          </a:stretch>
        </p:blipFill>
        <p:spPr>
          <a:xfrm>
            <a:off x="6992983" y="-6533"/>
            <a:ext cx="5207726" cy="3782370"/>
          </a:xfrm>
          <a:prstGeom prst="rect">
            <a:avLst/>
          </a:prstGeom>
        </p:spPr>
      </p:pic>
    </p:spTree>
    <p:extLst>
      <p:ext uri="{BB962C8B-B14F-4D97-AF65-F5344CB8AC3E}">
        <p14:creationId xmlns:p14="http://schemas.microsoft.com/office/powerpoint/2010/main" val="684787566"/>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319</TotalTime>
  <Words>1103</Words>
  <Application>Microsoft Office PowerPoint</Application>
  <PresentationFormat>Widescreen</PresentationFormat>
  <Paragraphs>77</Paragraphs>
  <Slides>11</Slides>
  <Notes>0</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11</vt:i4>
      </vt:variant>
    </vt:vector>
  </HeadingPairs>
  <TitlesOfParts>
    <vt:vector size="16" baseType="lpstr">
      <vt:lpstr>Aptos</vt:lpstr>
      <vt:lpstr>Aptos Display</vt:lpstr>
      <vt:lpstr>Arial</vt:lpstr>
      <vt:lpstr>Cambria Math</vt:lpstr>
      <vt:lpstr>Office-tema</vt:lpstr>
      <vt:lpstr>Week4  Molecular Dynamics</vt:lpstr>
      <vt:lpstr>Integration</vt:lpstr>
      <vt:lpstr>Integration</vt:lpstr>
      <vt:lpstr>Velocity-Verlet</vt:lpstr>
      <vt:lpstr>Thermostat</vt:lpstr>
      <vt:lpstr>Thermostat</vt:lpstr>
      <vt:lpstr>Thermostat</vt:lpstr>
      <vt:lpstr>MD simulations</vt:lpstr>
      <vt:lpstr>MD simulations</vt:lpstr>
      <vt:lpstr>Evaporation</vt:lpstr>
      <vt:lpstr>Simulated annealing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Emil Krogh Nielsen</dc:creator>
  <cp:lastModifiedBy>Emil Krogh Nielsen</cp:lastModifiedBy>
  <cp:revision>38</cp:revision>
  <dcterms:created xsi:type="dcterms:W3CDTF">2026-09-11T07:15:35Z</dcterms:created>
  <dcterms:modified xsi:type="dcterms:W3CDTF">2026-09-18T07:16:09Z</dcterms:modified>
</cp:coreProperties>
</file>