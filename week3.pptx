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3" r:id="rId7"/>
    <p:sldId id="268" r:id="rId8"/>
    <p:sldId id="262" r:id="rId9"/>
    <p:sldId id="264" r:id="rId10"/>
    <p:sldId id="265" r:id="rId11"/>
    <p:sldId id="266" r:id="rId12"/>
    <p:sldId id="267" r:id="rId13"/>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06" autoAdjust="0"/>
    <p:restoredTop sz="94660"/>
  </p:normalViewPr>
  <p:slideViewPr>
    <p:cSldViewPr snapToGrid="0">
      <p:cViewPr varScale="1">
        <p:scale>
          <a:sx n="105" d="100"/>
          <a:sy n="105" d="100"/>
        </p:scale>
        <p:origin x="6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4:14:33.824"/>
    </inkml:context>
    <inkml:brush xml:id="br0">
      <inkml:brushProperty name="width" value="0.035" units="cm"/>
      <inkml:brushProperty name="height" value="0.035" units="cm"/>
    </inkml:brush>
  </inkml:definitions>
  <inkml:trace contextRef="#ctx0" brushRef="#br0">1 1 24575,'2'5'0,"1"1"0,-1-1 0,1 0 0,1 1 0,-1-2 0,1 1 0,-1 0 0,1-1 0,1 1 0,-1-1 0,1 0 0,4 3 0,5 6 0,30 39 0,-36-40 0,2-1 0,-1 1 0,1-2 0,18 15 0,-4-5 0,33 35 0,-8-7 0,83 66 0,-110-95 0,1-2 0,1 0 0,52 26 0,-76-43 0,27 15 0,-14-7 0,0 0 0,0-1 0,1-1 0,-1 0 0,1-1 0,1 0 0,-1-1 0,0-1 0,29 3 0,48 5 0,-68-7 0,0-1 0,0-1 0,35-1 0,-50-2 0,0 0 0,0-1 0,0 1 0,0-2 0,0 1 0,-1-1 0,1 0 0,-1-1 0,1 1 0,-1-2 0,0 1 0,-1-1 0,13-10 0,51-56 0,78-100 0,-121 139 0,1 2 0,35-31 0,-51 50 0,1 0 0,0 1 0,0 1 0,1 0 0,0 1 0,1 0 0,-1 1 0,31-9 0,181-48 0,-194 58 0,-1 2 0,1 1 0,0 1 0,63 5 0,-11 0 0,-73-3 0,11 0 0,0 0 0,0 2 0,37 6 0,-53-6 0,0-1 0,0 1 0,0 1 0,0-1 0,-1 1 0,1 0 0,-1 0 0,0 0 0,1 1 0,-2 0 0,1 0 0,0 0 0,-1 0 0,0 1 0,0 0 0,0 0 0,6 10 0,8 19 0,38 77 0,53 117 0,-48-115 0,37 55 0,-76-127 0,-16-29 0,0 1 0,1-1 0,1-1 0,14 19 0,-11-17 0,-1 1 0,-1 0 0,-1 0 0,0 1 0,11 27 0,-12-24 0,1-1 0,0 0 0,2-1 0,13 20 0,-3-9 0,-2 0 0,22 46 0,9 13 0,47 83 0,-51-89 0,-31-53 0,1 0 0,28 37 0,28 34 0,-21-36 0,9 9 0,32 6 0,-62-56 0,-14-9 0,1 0 0,0-2 0,1 0 0,0 0 0,1-2 0,0 0 0,0-1 0,1-1 0,0-1 0,0-1 0,0 0 0,0-1 0,37 0 0,21-2 0,184-4 0,-251 1 0,0 0 0,-1 0 0,1-1 0,-1 0 0,0-1 0,0 0 0,0 0 0,0-1 0,9-7 0,13-10 0,29-29 0,-31 25 0,18-16 0,-2-2 0,-1-2 0,63-89 0,-16-15 0,-78 128 0,17-45 0,5-8 0,-23 52 0,-2-2 0,0 1 0,-2-1 0,9-47 0,-10 40 0,1 1 0,19-49 0,9-15 0,-27 66 0,2-1 0,22-42 0,-8 25 0,-18 31 0,2 0 0,-1 1 0,2 0 0,22-27 0,-18 25 0,0-1 0,19-32 0,-21 31 0,1 0 0,22-27 0,21-27 0,-8 8 0,-12 21 0,-22 26 0,1 0 0,0 1 0,2 0 0,25-20 0,-21 25 0,0 1 0,0 1 0,1 2 0,29-9 0,-24 8 0,1 2 0,0 0 0,1 2 0,47-2 0,-69 6 0,0 1 0,1 0 0,-1 1 0,1 0 0,-1 0 0,0 1 0,0 0 0,0 0 0,0 0 0,0 1 0,0 0 0,-1 1 0,1-1 0,-1 1 0,0 0 0,0 1 0,0 0 0,-1 0 0,0 0 0,0 0 0,0 1 0,0 0 0,4 7 0,40 63 0,-28-45 0,22 42 0,-27-36 0,-12-28 0,-1 0 0,1 0 0,1 0 0,-1-1 0,2 1 0,10 13 0,12 9 0,-8-7 0,1-2 0,26 21 0,-30-31 0,0-1 0,1 0 0,0-1 0,0-1 0,30 9 0,-19-6 0,-12-5 0,1-1 0,0-1 0,1-1 0,-1 0 0,1-1 0,0-1 0,38-1 0,14 1 0,-48 0 0,0-1 0,0-1 0,0-1 0,0-2 0,0 0 0,44-11 0,-47 6 0,1-1 0,-2 0 0,1-2 0,-1 0 0,-1-1 0,0-1 0,-1 0 0,30-31 0,-22 18 0,-2 0 0,0-2 0,-2-1 0,18-32 0,-20 31 0,42-52 0,-50 68 0,11-13 0,-9 8 0,2 1 0,0 0 0,0 2 0,2 0 0,0 0 0,0 2 0,29-18 0,-26 21 0,1 1 0,0 1 0,1 2 0,-1 0 0,2 1 0,39-6 0,42-10 0,-76 15 0,1 0 0,0 2 0,47-2 0,25 9 0,89-3 0,-132-13-1365,-42 9-5461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4:15:31.155"/>
    </inkml:context>
    <inkml:brush xml:id="br0">
      <inkml:brushProperty name="width" value="0.035" units="cm"/>
      <inkml:brushProperty name="height" value="0.035" units="cm"/>
      <inkml:brushProperty name="color" value="#004F8B"/>
    </inkml:brush>
  </inkml:definitions>
  <inkml:trace contextRef="#ctx0" brushRef="#br0">1 1 24575,'10'0'0,"1"1"0,-1 0 0,0 0 0,0 1 0,0 1 0,0 0 0,0 0 0,0 1 0,-1 0 0,0 0 0,0 1 0,0 1 0,0-1 0,-1 1 0,0 1 0,0 0 0,0 0 0,-1 0 0,0 1 0,-1 0 0,0 0 0,0 1 0,5 11 0,27 49 0,-28-53 0,-1-1 0,0 2 0,-2-1 0,0 1 0,0 0 0,6 31 0,-7-21 0,1 0 0,15 38 0,-11-39 0,-3 1 0,10 43 0,-15-56 0,0 1 0,2-1 0,-1-1 0,2 1 0,0 0 0,0-1 0,1 0 0,10 13 0,-6-7 0,-1 1 0,-2 0 0,0 0 0,6 26 0,-7-23 0,1-1 0,0 1 0,16 25 0,13 32 0,-32-65 0,2 1 0,0-1 0,1 0 0,0-1 0,1 0 0,19 22 0,-22-28 0,0 0 0,-1 0 0,0 0 0,-1 0 0,1 1 0,-2-1 0,4 12 0,-3-9 0,0 0 0,1-1 0,0 0 0,10 15 0,7 7 0,-2 1 0,20 44 0,26 42 0,-47-91 0,-5-5 0,1-2 0,1 0 0,25 26 0,-14-20 0,10 10 0,77 59 0,-90-79 0,-11-7 0,1-1 0,-1 0 0,2 0 0,26 10 0,-13-7 0,-1 1 0,45 29 0,-58-35 0,0-1 0,0 0 0,1-1 0,0-1 0,0 0 0,0-1 0,18 1 0,44 11 0,-51-10 0,0-1 0,0-1 0,0-1 0,1-1 0,27-3 0,62 3 0,-44 11 0,-50-8 0,0 0 0,31 0 0,44-2 0,169-5 0,-253 1 0,1 0 0,0-1 0,-1 0 0,0-1 0,0 0 0,0-1 0,-1-1 0,20-11 0,-11 3 0,-1-1 0,-1 0 0,32-34 0,-13 13 0,-24 24 0,-1-1 0,-1 0 0,20-26 0,-15 14 0,-2 0 0,0-1 0,-2 0 0,-1-1 0,15-50 0,29-90 0,-42 118 0,11-81 0,24-63 0,19-126 0,-67 315 0,2-12 0,2 1 0,-1 0 0,2 0 0,13-27 0,14-32 0,-27 57 0,1 1 0,0 0 0,1 1 0,18-26 0,75-115 0,-61 98 0,-20 29 0,1 0 0,38-40 0,-41 46 76,7-5-1517,-12 19-5385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4:15:06.248"/>
    </inkml:context>
    <inkml:brush xml:id="br0">
      <inkml:brushProperty name="width" value="0.2" units="cm"/>
      <inkml:brushProperty name="height" value="0.2" units="cm"/>
      <inkml:brushProperty name="color" value="#E71224"/>
    </inkml:brush>
  </inkml:definitions>
  <inkml:trace contextRef="#ctx0" brushRef="#br0">1 0 24575,'4'0'0,"5"0"0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4:15:07.964"/>
    </inkml:context>
    <inkml:brush xml:id="br0">
      <inkml:brushProperty name="width" value="0.2" units="cm"/>
      <inkml:brushProperty name="height" value="0.2" units="cm"/>
      <inkml:brushProperty name="color" value="#E71224"/>
    </inkml:brush>
  </inkml:definitions>
  <inkml:trace contextRef="#ctx0" brushRef="#br0">1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4:15:09.490"/>
    </inkml:context>
    <inkml:brush xml:id="br0">
      <inkml:brushProperty name="width" value="0.2" units="cm"/>
      <inkml:brushProperty name="height" value="0.2" units="cm"/>
      <inkml:brushProperty name="color" value="#E71224"/>
    </inkml:brush>
  </inkml:definitions>
  <inkml:trace contextRef="#ctx0" brushRef="#br0">0 1 24575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4:15:12.495"/>
    </inkml:context>
    <inkml:brush xml:id="br0">
      <inkml:brushProperty name="width" value="0.2" units="cm"/>
      <inkml:brushProperty name="height" value="0.2" units="cm"/>
      <inkml:brushProperty name="color" value="#E71224"/>
    </inkml:brush>
  </inkml:definitions>
  <inkml:trace contextRef="#ctx0" brushRef="#br0">0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4:15:13.501"/>
    </inkml:context>
    <inkml:brush xml:id="br0">
      <inkml:brushProperty name="width" value="0.2" units="cm"/>
      <inkml:brushProperty name="height" value="0.2" units="cm"/>
      <inkml:brushProperty name="color" value="#E71224"/>
    </inkml:brush>
  </inkml:definitions>
  <inkml:trace contextRef="#ctx0" brushRef="#br0">1 1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4:15:14.720"/>
    </inkml:context>
    <inkml:brush xml:id="br0">
      <inkml:brushProperty name="width" value="0.2" units="cm"/>
      <inkml:brushProperty name="height" value="0.2" units="cm"/>
      <inkml:brushProperty name="color" value="#E71224"/>
    </inkml:brush>
  </inkml:definitions>
  <inkml:trace contextRef="#ctx0" brushRef="#br0">1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4:15:15.508"/>
    </inkml:context>
    <inkml:brush xml:id="br0">
      <inkml:brushProperty name="width" value="0.2" units="cm"/>
      <inkml:brushProperty name="height" value="0.2" units="cm"/>
      <inkml:brushProperty name="color" value="#E71224"/>
    </inkml:brush>
  </inkml:definitions>
  <inkml:trace contextRef="#ctx0" brushRef="#br0">0 1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4:15:41.541"/>
    </inkml:context>
    <inkml:brush xml:id="br0">
      <inkml:brushProperty name="width" value="0.035" units="cm"/>
      <inkml:brushProperty name="height" value="0.035" units="cm"/>
      <inkml:brushProperty name="color" value="#E71224"/>
    </inkml:brush>
  </inkml:definitions>
  <inkml:trace contextRef="#ctx0" brushRef="#br0">0 1 24575,'4'0'0,"-1"0"0,0 1 0,0 0 0,1 0 0,-1 0 0,0 0 0,0 0 0,0 1 0,0-1 0,0 1 0,-1 0 0,1 0 0,0 0 0,-1 0 0,1 0 0,-1 1 0,3 3 0,38 58 0,-13-19 0,37 34 0,-66-78 0,-1-1 0,1 1 0,0 0 0,-1 0 0,1 0 0,0 0 0,0-1 0,0 1 0,-1 0 0,1 0 0,0-1 0,0 1 0,0-1 0,0 1 0,0-1 0,0 1 0,0-1 0,0 0 0,1 0 0,-1 1 0,0-1 0,0 0 0,0 0 0,0 0 0,0 0 0,0 0 0,3-1 0,-3 0 0,0 0 0,0 0 0,1 0 0,-1-1 0,0 1 0,0 0 0,0-1 0,0 1 0,-1-1 0,1 1 0,0-1 0,-1 1 0,1-1 0,-1 1 0,1-1 0,-1-1 0,3-10 0,-1 0 0,-1 0 0,0-18 0,2 31 0,3 13 0,-5-11 0,0 1 0,0-1 0,0 1 0,-1-1 0,1 1 0,-1 0 0,1 0 0,-1-1 0,0 1 0,0 0 0,-1 3 0,0-3 0,-1 0 0,0-1 0,1 1 0,-1-1 0,0 1 0,-1-1 0,1 0 0,0 0 0,-1 0 0,1 0 0,-1 0 0,1-1 0,-1 1 0,0-1 0,0 1 0,1-1 0,-1 0 0,0 0 0,0-1 0,0 1 0,0 0 0,-1-1 0,1 0 0,0 0 0,-3 0 0,-6 1 0,-1-1 0,1 0 0,0-1 0,0-1 0,-15-3 0,-12-7-1365,22 8-5461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4:15:43.261"/>
    </inkml:context>
    <inkml:brush xml:id="br0">
      <inkml:brushProperty name="width" value="0.035" units="cm"/>
      <inkml:brushProperty name="height" value="0.035" units="cm"/>
      <inkml:brushProperty name="color" value="#E71224"/>
    </inkml:brush>
  </inkml:definitions>
  <inkml:trace contextRef="#ctx0" brushRef="#br0">1 0 24575,'5'0'0,"1"1"0,-1-1 0,1 1 0,-1 0 0,0 1 0,1-1 0,-1 1 0,0 0 0,0 0 0,0 1 0,0 0 0,0-1 0,-1 1 0,1 1 0,-1-1 0,5 5 0,4 7 0,-1 0 0,0 0 0,13 23 0,12 16 0,-13-22 0,30 59 0,-22-35 0,-22-46 0,-8-21 0,-8-21 0,1 19 0,-2 0 0,0 0 0,-1 1 0,0 0 0,-18-20 0,-16-25 0,69 77 0,-20-16 0,0 0 0,0 1 0,0 0 0,-1 0 0,9 10 0,-1 4 0,-2 0 0,-1 1 0,0 1 0,10 28 0,-21-48 0,1 0 0,-1-1 0,0 1 0,1 0 0,-1 0 0,0 0 0,0 0 0,0 0 0,1-1 0,-1 1 0,0 0 0,0 0 0,0 0 0,0 0 0,-1 0 0,1 0 0,0-1 0,0 1 0,0 0 0,-1 0 0,1 0 0,-1 0 0,1-1 0,0 1 0,-1 0 0,1 0 0,-1-1 0,1 1 0,-1 0 0,0-1 0,1 1 0,-2 0 0,-1 0 0,1 1 0,-1-2 0,0 1 0,1 0 0,-1 0 0,0-1 0,1 0 0,-1 1 0,0-1 0,-5-1 0,-3 0 0,-1 0 0,1-1 0,-1-1 0,-13-4 0,-27-18-1365,36 20-5461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4:15:44.816"/>
    </inkml:context>
    <inkml:brush xml:id="br0">
      <inkml:brushProperty name="width" value="0.035" units="cm"/>
      <inkml:brushProperty name="height" value="0.035" units="cm"/>
      <inkml:brushProperty name="color" value="#E71224"/>
    </inkml:brush>
  </inkml:definitions>
  <inkml:trace contextRef="#ctx0" brushRef="#br0">0 1 24575,'3'1'0,"-1"0"0,0 1 0,0-1 0,0 1 0,0 0 0,0-1 0,0 1 0,0 0 0,0 0 0,-1 0 0,1 0 0,-1 1 0,1-1 0,0 4 0,13 13 0,94 93 0,-37-36 0,49 19 0,-92-72 0,-28-22 0,0 0 0,0 0 0,0 0 0,0-1 0,0 1 0,1 0 0,-1 0 0,0-1 0,0 1 0,1-1 0,-1 1 0,0-1 0,0 0 0,1 1 0,-1-1 0,1 0 0,-1 0 0,0 0 0,1 0 0,-1 0 0,0 0 0,2-1 0,-2-2 0,-1 0 0,-1 0 0,1 0 0,0 0 0,-1 0 0,1 0 0,-1 0 0,0 0 0,0 1 0,0-1 0,-1 0 0,1 0 0,-1 1 0,-1-4 0,2 5 0,-8-14 0,5 9 0,0 0 0,1 0 0,-1 0 0,1 0 0,1 0 0,-1 0 0,1-1 0,-2-10 0,4 17 0,0-1 0,0 1 0,0-1 0,0 1 0,0-1 0,0 1 0,0-1 0,0 1 0,0-1 0,0 1 0,1 0 0,-1-1 0,0 1 0,0-1 0,0 1 0,1-1 0,-1 1 0,0 0 0,1-1 0,-1 1 0,0-1 0,0 1 0,1 0 0,-1 0 0,1-1 0,-1 1 0,0 0 0,1-1 0,-1 1 0,1 0 0,-1 0 0,1 0 0,-1 0 0,1-1 0,18 7 0,15 19 0,-32-22 0,6 3 0,-1 1 0,0 0 0,-1 1 0,1-1 0,6 12 0,-13-18 0,1 0 0,-1 1 0,1-1 0,0 0 0,-1 0 0,0 1 0,1-1 0,-1 0 0,0 1 0,0-1 0,0 0 0,0 1 0,0-1 0,0 1 0,0-1 0,0 0 0,0 1 0,-1-1 0,0 2 0,0-2 0,0 1 0,0-1 0,0 1 0,-1-1 0,1 0 0,-1 1 0,1-1 0,-1 0 0,1 0 0,-1 0 0,0 0 0,1 0 0,-1 0 0,0-1 0,0 1 0,1-1 0,-1 1 0,-2-1 0,-17 4-1365,2-2-5461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4:15:46.292"/>
    </inkml:context>
    <inkml:brush xml:id="br0">
      <inkml:brushProperty name="width" value="0.035" units="cm"/>
      <inkml:brushProperty name="height" value="0.035" units="cm"/>
      <inkml:brushProperty name="color" value="#E71224"/>
    </inkml:brush>
  </inkml:definitions>
  <inkml:trace contextRef="#ctx0" brushRef="#br0">0 15 24575,'9'1'0,"-1"1"0,1 0 0,-1 1 0,0 0 0,0 0 0,0 1 0,0 0 0,11 7 0,14 7 0,40 4 0,-62-20 0,0 1 0,0 0 0,0 0 0,-1 1 0,0 0 0,0 1 0,0 0 0,12 9 0,-16-10 0,1 0 0,-1-1 0,1 1 0,0-1 0,0 0 0,0-1 0,0 0 0,1 0 0,-1-1 0,0 1 0,1-2 0,12 1 0,-20-5 0,-10-7 0,-18-13 0,23 20 0,0-1 0,-12-9 0,0-1 0,1-1 0,-27-33 0,43 48 0,-1 1 0,1 0 0,0-1 0,-1 1 0,1 0 0,0-1 0,-1 1 0,1-1 0,0 1 0,-1-1 0,1 1 0,0 0 0,0-1 0,0 1 0,0-1 0,0 1 0,-1-1 0,1 1 0,0-1 0,0 1 0,0-1 0,0 1 0,0-1 0,0 1 0,0-1 0,1 1 0,-1-1 0,0 1 0,0-1 0,0 1 0,0-1 0,1 1 0,-1-1 0,0 1 0,0 0 0,1-1 0,-1 1 0,1-1 0,22 0 0,27 14 0,52 39 0,-100-51 0,0 0 0,0 0 0,0-1 0,0 1 0,0 1 0,-1-1 0,1 0 0,0 0 0,0 1 0,-1-1 0,1 0 0,-1 1 0,0 0 0,1-1 0,-1 1 0,0 0 0,0 0 0,0 0 0,0 0 0,0 0 0,0 0 0,-1 0 0,1 0 0,-1 0 0,1 0 0,-1 4 0,0-3 0,-1 0 0,0 1 0,0-1 0,0 0 0,-1 0 0,1 1 0,-1-1 0,0 0 0,0 0 0,0-1 0,0 1 0,0 0 0,0-1 0,-1 1 0,0-1 0,-2 2 0,-110 100 0,102-93-1365,3 0-5461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4:15:48.081"/>
    </inkml:context>
    <inkml:brush xml:id="br0">
      <inkml:brushProperty name="width" value="0.035" units="cm"/>
      <inkml:brushProperty name="height" value="0.035" units="cm"/>
      <inkml:brushProperty name="color" value="#E71224"/>
    </inkml:brush>
  </inkml:definitions>
  <inkml:trace contextRef="#ctx0" brushRef="#br0">625 1 24575,'-12'1'0,"0"0"0,-1 0 0,1 1 0,0 1 0,0 0 0,1 1 0,-1 0 0,1 1 0,0 0 0,0 1 0,0 0 0,1 1 0,0 0 0,0 0 0,0 1 0,-11 13 0,9-11 0,0-1 0,-1 0 0,0-1 0,-1 0 0,0-2 0,-18 8 0,-46 24 0,34-12 0,27-18 0,1 2 0,-26 20 0,40-28 0,1-1 0,-1 1 0,0-1 0,0 0 0,0 1 0,0-1 0,0 0 0,0 0 0,0 0 0,0-1 0,0 1 0,0 0 0,0-1 0,-1 1 0,1-1 0,0 0 0,-4 0 0,5 0 0,0-1 0,-1 1 0,1-1 0,-1 1 0,1-1 0,0 1 0,0-1 0,-1 0 0,1 0 0,0 0 0,0 0 0,0 0 0,0 0 0,0 0 0,0 0 0,0 0 0,0 0 0,0-1 0,1 1 0,-2-2 0,0-1 0,1 0 0,0-1 0,-1 1 0,1 0 0,1-1 0,-1 1 0,1-1 0,-1 1 0,1-1 0,1 1 0,-1-1 0,1 1 0,-1-1 0,1 1 0,1 0 0,1-6 0,-1 5 0,7-21 0,-14 24 0,-10 12 0,11-7 0,1-1 0,0 1 0,0 0 0,0 0 0,0 0 0,0 0 0,1 1 0,-1-1 0,1 1 0,0-1 0,0 1 0,0 0 0,1 0 0,-1 0 0,1 0 0,0 0 0,0 0 0,1 0 0,-1 0 0,1 1 0,0-1 0,0 0 0,0 0 0,1 5 0,1-2 0,1 1 0,0-1 0,0 0 0,0 0 0,1 0 0,0-1 0,0 1 0,1-1 0,0 0 0,0 0 0,0-1 0,8 7 0,-7-6 0,-1 0 0,1-1 0,0 1 0,0-1 0,1 0 0,-1-1 0,1 0 0,0 0 0,0 0 0,1-1 0,-1 0 0,1 0 0,0-1 0,-1 0 0,1-1 0,12 2 0,42 7-1365,-46-6-5461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4:15:49.611"/>
    </inkml:context>
    <inkml:brush xml:id="br0">
      <inkml:brushProperty name="width" value="0.035" units="cm"/>
      <inkml:brushProperty name="height" value="0.035" units="cm"/>
      <inkml:brushProperty name="color" value="#E71224"/>
    </inkml:brush>
  </inkml:definitions>
  <inkml:trace contextRef="#ctx0" brushRef="#br0">488 0 24575,'-1'11'0,"0"-1"0,-1 1 0,0-1 0,-1 0 0,0 0 0,-1 0 0,1 0 0,-2-1 0,0 1 0,0-1 0,-12 16 0,-13 27 0,-5 34 0,27-63 0,-1 0 0,-18 33 0,-84 141 0,90-155 0,18-32 0,-2-1 0,1 1 0,-1-1 0,-1 0 0,-12 16 0,-17 22 0,29-38 0,1 0 0,-1-1 0,-1 0 0,1 0 0,-1 0 0,-1-1 0,-9 7 0,16-13 0,0-1 0,0 1 0,0-1 0,0 1 0,0-1 0,-1 0 0,1 1 0,0-1 0,0 0 0,0 0 0,0 0 0,-1 0 0,1 0 0,0 0 0,0 0 0,0-1 0,0 1 0,-1 0 0,1-1 0,0 1 0,0-1 0,0 1 0,0-1 0,0 1 0,0-1 0,0 0 0,0 1 0,0-1 0,0 0 0,1 0 0,-1 0 0,0 0 0,0 0 0,1 0 0,-1 0 0,1 0 0,-1 0 0,1 0 0,-1 0 0,1 0 0,0 0 0,-1 0 0,1-3 0,-3-4 0,0 0 0,0-1 0,1 1 0,-1-14 0,2 15 0,-2-41 0,6 40 0,7 28 0,-9-16 0,1 0 0,-1-1 0,1 1 0,-1-1 0,1 1 0,0-1 0,1 0 0,-1 0 0,0 0 0,1 0 0,0 0 0,0 0 0,-1-1 0,2 0 0,-1 1 0,0-1 0,0 0 0,1 0 0,-1-1 0,1 1 0,-1-1 0,7 2 0,-4-2 0,1-1 0,-1 1 0,0-1 0,0-1 0,0 1 0,0-1 0,0 0 0,0 0 0,0-1 0,0 0 0,0 0 0,-1 0 0,1-1 0,5-3 0,38-20-1365,-37 16-5461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4:15:51.268"/>
    </inkml:context>
    <inkml:brush xml:id="br0">
      <inkml:brushProperty name="width" value="0.035" units="cm"/>
      <inkml:brushProperty name="height" value="0.035" units="cm"/>
      <inkml:brushProperty name="color" value="#E71224"/>
    </inkml:brush>
  </inkml:definitions>
  <inkml:trace contextRef="#ctx0" brushRef="#br0">466 18 24575,'-21'0'0,"0"2"0,-1 1 0,1 0 0,1 1 0,-39 14 0,-92 49 0,118-51 0,-28 33 0,61-49 0,-1 1 0,1-1 0,0 0 0,0 0 0,0 0 0,0 0 0,0 0 0,0 0 0,0 0 0,0 0 0,-1 0 0,1 0 0,0 0 0,0 0 0,0 0 0,0 0 0,0 0 0,0 0 0,0 0 0,-1 0 0,1 0 0,0 0 0,0 0 0,0 0 0,0 0 0,0 0 0,0 0 0,0-1 0,0 1 0,-1 0 0,1 0 0,0 0 0,0 0 0,0 0 0,0 0 0,0 0 0,0 0 0,0 0 0,0 0 0,0-1 0,0 1 0,0 0 0,0 0 0,0 0 0,0 0 0,0 0 0,0 0 0,0 0 0,0-1 0,0 1 0,0 0 0,0 0 0,0 0 0,0 0 0,0 0 0,0 0 0,0 0 0,0 0 0,0-1 0,0 1 0,0 0 0,0 0 0,0 0 0,0 0 0,4-15 0,6-12 0,3 2 0,-8 17 0,-1 1 0,0-1 0,0 1 0,0-1 0,-1 0 0,-1-1 0,1 1 0,-1 0 0,1-18 0,-3 26 0,0-1 0,0 1 0,0-1 0,0 0 0,0 1 0,0-1 0,-1 1 0,1-1 0,0 1 0,0-1 0,-1 1 0,1-1 0,0 1 0,-1-1 0,1 1 0,-1-1 0,1 1 0,-1-1 0,1 1 0,0 0 0,-1-1 0,0 1 0,1 0 0,-1-1 0,1 1 0,-1 0 0,1 0 0,-1 0 0,1-1 0,-1 1 0,0 0 0,0 0 0,-26 6 0,20-3 0,1 0 0,0 1 0,0-1 0,0 1 0,-9 8 0,12-7 0,-1 1 0,1 0 0,0 0 0,0 0 0,1 0 0,0 0 0,0 1 0,0-1 0,1 1 0,0-1 0,0 1 0,1-1 0,0 1 0,0 0 0,0-1 0,1 1 0,0 0 0,0-1 0,1 1 0,0-1 0,0 0 0,0 0 0,1 0 0,0 0 0,0 0 0,0 0 0,7 7 0,-1-4-97,0 0-1,0 0 1,1-1-1,0-1 1,0 0-1,1 0 1,0-1-1,0 0 1,1-1-1,0-1 1,0 0-1,0 0 0,18 3 1,-11-6-6729</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4:15:55.224"/>
    </inkml:context>
    <inkml:brush xml:id="br0">
      <inkml:brushProperty name="width" value="0.035" units="cm"/>
      <inkml:brushProperty name="height" value="0.035" units="cm"/>
      <inkml:brushProperty name="color" value="#E71224"/>
    </inkml:brush>
  </inkml:definitions>
  <inkml:trace contextRef="#ctx0" brushRef="#br0">93 137 24575,'0'57'0,"2"-19"0,-3 0 0,0 0 0,-14 69 0,-17 68 0,30-285 0,0-18 0,5-112 0,20 128 0,-26 149 0,5 64 0,-1-28 0,-2-33 0,-10 52 0,5-52 0,-1 54 0,5-64-186,-1-1 0,-1 1 0,-2-1 0,-14 43 0,17-60-249,-2 4-6391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33:46.382"/>
    </inkml:context>
    <inkml:brush xml:id="br0">
      <inkml:brushProperty name="width" value="0.035" units="cm"/>
      <inkml:brushProperty name="height" value="0.035" units="cm"/>
    </inkml:brush>
  </inkml:definitions>
  <inkml:trace contextRef="#ctx0" brushRef="#br0">1 0 24575,'0'679'0,"1"-661"0,1 0 0,7 33 0,3 31 0,-13 48 0,3 54 0,9-112 0,-6-50 0,-2 0 0,2 31 0,-5-10 0,-1-13 0,1-1 0,2 1 0,1 0 0,1 0 0,13 48 0,-11-56 0,-1 1 0,-1-1 0,-1 1 0,0 41 0,0-4 0,8 14 0,-6-51 0,-2-1 0,2 28 0,-6-1 0,1-18 0,0 0 0,2 0 0,10 56 0,-5-47 0,-2 2 0,-2-1 0,-2 0 0,-5 51 0,2 5 0,0 12 0,4 120 0,10-157 0,-7-50 0,-2 0 0,2 31 0,-5-53 0,0 29 0,1-1 0,1 1 0,9 41 0,-5-29 0,-1 1 0,-2 0 0,-2 0 0,-4 47 0,0 8 0,2-20 0,3 87 0,10-92 0,-8-50 0,0 0 0,0 31 0,-2 28 0,14 105 0,-9-99 0,-5-59 0,0 0 0,7 32 0,2-13 0,-2 0 0,-2 1 0,1 66 0,-7-92 0,1 1 0,7 29 0,-4-28 0,-2 0 0,1 24 0,-5 20 0,0-32 0,1-1 0,2 0 0,12 68 0,-8-62 0,-1 0 0,-2 0 0,-1 0 0,-6 51 0,1 5 0,3 1442-1365,0-1529-5461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33:47.947"/>
    </inkml:context>
    <inkml:brush xml:id="br0">
      <inkml:brushProperty name="width" value="0.035" units="cm"/>
      <inkml:brushProperty name="height" value="0.035" units="cm"/>
    </inkml:brush>
  </inkml:definitions>
  <inkml:trace contextRef="#ctx0" brushRef="#br0">335 111 24575,'-5'2'0,"-1"0"0,1 0 0,0 0 0,0 1 0,-1 0 0,2 0 0,-1 0 0,-9 9 0,2-3 0,0 0 0,1 1 0,0 1 0,1-1 0,0 2 0,0-1 0,1 2 0,-11 19 0,-45 99 0,63-127 0,-25 67 0,20-49 0,-1 0 0,-18 35 0,-14 38 0,76-178 0,30-103 0,-40 106 0,57-151 0,-82 226 0,1 1 0,-1-1 0,1 0 0,0 1 0,0 0 0,0-1 0,1 1 0,-1 0 0,1 0 0,0 0 0,0 0 0,1 1 0,-1-1 0,1 1 0,0 0 0,-1 0 0,1 0 0,8-4 0,-8 6 0,0 0 0,0 1 0,0-1 0,0 1 0,0 0 0,0 0 0,0 0 0,0 0 0,0 1 0,0-1 0,0 1 0,0 0 0,0 0 0,0 1 0,0-1 0,-1 1 0,1 0 0,-1 0 0,1 0 0,-1 0 0,0 1 0,6 4 0,8 8 0,-1-1 0,0 2 0,-1 0 0,-1 1 0,-1 1 0,0 0 0,17 32 0,-24-38 0,1-1 0,1-1 0,0 1 0,13 12 0,24 33 0,46 70 0,-30-67-1365,-50-48-5461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34:01.200"/>
    </inkml:context>
    <inkml:brush xml:id="br0">
      <inkml:brushProperty name="width" value="0.035" units="cm"/>
      <inkml:brushProperty name="height" value="0.035" units="cm"/>
    </inkml:brush>
  </inkml:definitions>
  <inkml:trace contextRef="#ctx0" brushRef="#br0">257 0 24575,'-2'1'0,"-1"0"0,1-1 0,0 1 0,-1 0 0,1 0 0,0 1 0,0-1 0,0 0 0,0 1 0,0-1 0,0 1 0,0 0 0,0 0 0,1 0 0,-1 0 0,1 0 0,-1 0 0,-1 4 0,-22 42 0,-105 266 0,76-195-1365,46-101-5461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34:01.643"/>
    </inkml:context>
    <inkml:brush xml:id="br0">
      <inkml:brushProperty name="width" value="0.035" units="cm"/>
      <inkml:brushProperty name="height" value="0.035" units="cm"/>
    </inkml:brush>
  </inkml:definitions>
  <inkml:trace contextRef="#ctx0" brushRef="#br0">1 1 24575,'4'0'0,"6"0"0,4 0 0,5 0 0,3 0 0,2 0 0,1 0 0,0 0 0,1 0 0,-1 0 0,-1 0 0,1 0 0,-5 0-8191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34:02.164"/>
    </inkml:context>
    <inkml:brush xml:id="br0">
      <inkml:brushProperty name="width" value="0.035" units="cm"/>
      <inkml:brushProperty name="height" value="0.035" units="cm"/>
    </inkml:brush>
  </inkml:definitions>
  <inkml:trace contextRef="#ctx0" brushRef="#br0">0 1 24575,'4'0'0,"6"0"0,1 4 0,2 1 0,4 1 0,3-2 0,1-1 0,3-1 0,0-1 0,1-1 0,0 0 0,-1 0 0,1 0 0,0 0 0,-1-1 0,0 1 0,-4 4 0,-5 2-8191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34:02.850"/>
    </inkml:context>
    <inkml:brush xml:id="br0">
      <inkml:brushProperty name="width" value="0.035" units="cm"/>
      <inkml:brushProperty name="height" value="0.035" units="cm"/>
    </inkml:brush>
  </inkml:definitions>
  <inkml:trace contextRef="#ctx0" brushRef="#br0">1 24 24575,'134'3'0,"144"-6"0,-179-18-1365,-80 19-5461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34:03.558"/>
    </inkml:context>
    <inkml:brush xml:id="br0">
      <inkml:brushProperty name="width" value="0.035" units="cm"/>
      <inkml:brushProperty name="height" value="0.035" units="cm"/>
    </inkml:brush>
  </inkml:definitions>
  <inkml:trace contextRef="#ctx0" brushRef="#br0">175 1 24575,'-1'5'0,"-1"1"0,1-1 0,-1 0 0,0 1 0,0-1 0,0 0 0,-1 0 0,0 0 0,0-1 0,0 1 0,0-1 0,-1 1 0,0-1 0,0 0 0,-7 6 0,3-4 0,2 2 0,-1-1 0,1 1 0,-6 9 0,-50 115 0,57-122 0,1 0 0,1 0 0,0 0 0,1 0 0,-1 1 0,2-1 0,0 1 0,0-1 0,1 1 0,0-1 0,1 1 0,0-1 0,0 1 0,1-1 0,1 0 0,0 0 0,0 0 0,1 0 0,0 0 0,1-1 0,0 1 0,0-1 0,1-1 0,0 1 0,1-1 0,10 10 0,-8-12-151,0 0-1,0-1 0,1-1 0,0 0 1,0 0-1,0-1 0,0 0 1,17 3-1,-9-4-6674</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34:04.005"/>
    </inkml:context>
    <inkml:brush xml:id="br0">
      <inkml:brushProperty name="width" value="0.035" units="cm"/>
      <inkml:brushProperty name="height" value="0.035" units="cm"/>
    </inkml:brush>
  </inkml:definitions>
  <inkml:trace contextRef="#ctx0" brushRef="#br0">631 0 24575,'-15'2'0,"0"1"0,0 0 0,0 1 0,1 1 0,0 0 0,0 1 0,-19 10 0,6-3 0,-83 39 0,-129 82 0,227-126-117,-81 46-1131,79-48-5578</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34:04.379"/>
    </inkml:context>
    <inkml:brush xml:id="br0">
      <inkml:brushProperty name="width" value="0.035" units="cm"/>
      <inkml:brushProperty name="height" value="0.035" units="cm"/>
    </inkml:brush>
  </inkml:definitions>
  <inkml:trace contextRef="#ctx0" brushRef="#br0">1 0 24575,'6'1'0,"0"-1"0,-1 1 0,1 0 0,0 1 0,-1-1 0,1 1 0,-1 1 0,1-1 0,-1 1 0,0-1 0,0 1 0,0 1 0,0-1 0,7 8 0,6 7 0,-2 0 0,20 26 0,-8-8 0,-7-11 0,-6-5 0,2-1 0,0-1 0,1-1 0,20 16 0,-22-21-104,-10-7-53,1 0-1,-1 0 0,1-1 1,0 0-1,0 0 0,0-1 1,10 4-1,0-4-6668</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34:05.003"/>
    </inkml:context>
    <inkml:brush xml:id="br0">
      <inkml:brushProperty name="width" value="0.035" units="cm"/>
      <inkml:brushProperty name="height" value="0.035" units="cm"/>
    </inkml:brush>
  </inkml:definitions>
  <inkml:trace contextRef="#ctx0" brushRef="#br0">191 1 24575,'3'0'0,"1"0"0,0 1 0,0 0 0,-1 0 0,1 0 0,0 0 0,-1 0 0,1 1 0,-1-1 0,1 1 0,-1 0 0,0 0 0,0 1 0,0-1 0,0 1 0,0-1 0,3 6 0,6 6 0,-2 1 0,15 26 0,5 6 0,-22-35 0,-1 1 0,0 0 0,-1 0 0,0 1 0,-1 0 0,-1 0 0,0 0 0,-1 0 0,0 1 0,-2-1 0,1 1 0,-2-1 0,0 1 0,0 0 0,-2-1 0,-3 20 0,3-28 0,0 0 0,-1 0 0,0 0 0,0-1 0,0 1 0,0-1 0,-1 0 0,0 0 0,0 0 0,-1 0 0,1-1 0,-1 1 0,0-1 0,0 0 0,0-1 0,-1 1 0,1-1 0,-1 0 0,-8 3 0,-12 3 0,-1 0 0,0-2 0,-33 5 0,18-4 0,22-5-455,0 0 0,-27 0 0,27-3-6371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34:07.943"/>
    </inkml:context>
    <inkml:brush xml:id="br0">
      <inkml:brushProperty name="width" value="0.035" units="cm"/>
      <inkml:brushProperty name="height" value="0.035" units="cm"/>
    </inkml:brush>
  </inkml:definitions>
  <inkml:trace contextRef="#ctx0" brushRef="#br0">1 583 24575,'77'-1'0,"113"-17"0,4-2 0,-150 11 0,1 0 0,0 2 0,67-3 0,24-2 0,-2 0 0,-69 9 0,96-18 0,-98 11 0,104-4 0,55-3-804,-148 9 896,11-2-134,75-4-36,-104 14 78,97-13 0,-96 7 265,0 2 0,78 5 0,49-2-228,-86-11-37,52-1 0,1642 14 0,-1746 1-201,47 8 0,34 3-151,24-1 352,12 0 0,23-14-34,145 4-47,-227 10 81,-58-6 0,57 1 0,1632-8 869,-1709-1-869,1 0 0,25-7 0,48-3 0,853 10 0,-465 4 0,3310-2 0,-3795 1 0,0-1 0,0 0 0,0 0 0,-1 0 0,1-1 0,0 1 0,0-1 0,0 0 0,0 1 0,-1-1 0,1 0 0,0-1 0,-1 1 0,1 0 0,-1-1 0,0 0 0,1 1 0,-1-1 0,3-3 0,-4 3 0,-1 0 0,1 1 0,-1-1 0,1 0 0,-1 0 0,0 0 0,0 0 0,0 0 0,0 0 0,0 0 0,0 0 0,-1 1 0,1-1 0,0 0 0,-1 0 0,0 0 0,1 0 0,-1 1 0,0-1 0,0 0 0,0 1 0,0-1 0,0 1 0,0-1 0,-1 1 0,1-1 0,0 1 0,-1 0 0,1 0 0,-4-2 0,-20-19 0,-1 1 0,-43-26 0,16 11 0,7 4 0,-1 3 0,-2 2 0,0 2 0,-2 3 0,-67-22 0,104 41 0,-2-2 0,31 4 0,19 1 0,0 3 0,0 0 0,0 3 0,-1 0 0,51 18 0,-51-12 0,-9-3 0,0 0 0,0 2 0,23 13 0,-43-20 0,0 1 0,0-1 0,0 1 0,0-1 0,-1 1 0,0 0 0,0 0 0,0 1 0,0-1 0,-1 1 0,0-1 0,0 1 0,-1 0 0,2 8 0,1 11 0,4 51 0,-7-46 0,1-14 0,-1-1 0,0 0 0,-2 1 0,0-1 0,0 1 0,-1-1 0,-1 0 0,-5 15 0,5-25 0,0 0 0,0 0 0,-1-1 0,1 1 0,-1-1 0,0 0 0,-1 0 0,1-1 0,-1 1 0,1-1 0,-1 0 0,-8 4 0,-68 26 0,72-29 0,-136 44 0,14-6 0,108-36-1365,3 0-5461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34:11.299"/>
    </inkml:context>
    <inkml:brush xml:id="br0">
      <inkml:brushProperty name="width" value="0.035" units="cm"/>
      <inkml:brushProperty name="height" value="0.035" units="cm"/>
    </inkml:brush>
  </inkml:definitions>
  <inkml:trace contextRef="#ctx0" brushRef="#br0">606 1 24575,'-6'2'0,"-1"0"0,0 1 0,1 0 0,-1 0 0,1 0 0,0 1 0,0 0 0,0 0 0,0 1 0,-5 5 0,2-2 0,-38 31 0,2 3 0,-52 63 0,-152 164 0,209-227 0,19-27 120,20-14-158,1-1 0,-1 0 0,0 0 0,1 0 0,-1 0 0,1 0-1,-1 0 1,0 0 0,1 0 0,-1 0 0,0 0 0,1 0 0,-1 0 0,1 0 0,-1 0 0,0-1 0,1 1 0,-1 0 0,1 0-1,-1-1 1,1 1 0,-1-1 0,1 1 0,-1 0 0,1-1 0,-1 1 0,1-1 0,0 1 0,-1-1 0,1 1 0,0-1 0,-1 1-1,1-1 1,0 1 0,-1-1 0,1 1 0,0-1 0,0-1 0,-4-10-6788</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34:11.716"/>
    </inkml:context>
    <inkml:brush xml:id="br0">
      <inkml:brushProperty name="width" value="0.035" units="cm"/>
      <inkml:brushProperty name="height" value="0.035" units="cm"/>
    </inkml:brush>
  </inkml:definitions>
  <inkml:trace contextRef="#ctx0" brushRef="#br0">1 0 24575,'12'0'0,"0"1"0,0 0 0,-1 0 0,1 1 0,0 0 0,-1 1 0,1 1 0,-1 0 0,0 0 0,0 1 0,0 1 0,-1 0 0,0 0 0,0 1 0,16 14 0,74 64 0,72 67 0,-111-93-1365,-50-50-5461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34:30.158"/>
    </inkml:context>
    <inkml:brush xml:id="br0">
      <inkml:brushProperty name="width" value="0.035" units="cm"/>
      <inkml:brushProperty name="height" value="0.035" units="cm"/>
    </inkml:brush>
  </inkml:definitions>
  <inkml:trace contextRef="#ctx0" brushRef="#br0">0 2446 24575,'1'-8'0,"-1"-1"0,2 0 0,-1 0 0,1 1 0,1-1 0,-1 1 0,2 0 0,6-15 0,45-63 0,-13 21 0,-30 46 0,1 1 0,24-27 0,7-9 0,-7 5 0,28-42 0,-61 84 0,2 0 0,-1 1 0,1 0 0,0 0 0,0 0 0,10-7 0,-8 8 0,-1-1 0,0 0 0,0-1 0,-1 1 0,7-10 0,-1 2 0,0 1 0,2-1 0,0 2 0,0 0 0,1 1 0,1 0 0,28-14 0,-6 2 0,-19 13 0,1 0 0,0 1 0,1 1 0,24-6 0,40-15 0,-67 23 0,0 1 0,1 1 0,0 1 0,0 1 0,0 1 0,0 0 0,0 1 0,23 4 0,16-2 0,-44-1 0,0 1 0,0 1 0,0 0 0,0 1 0,-1 0 0,0 1 0,1 1 0,-2 0 0,16 10 0,-1-2 0,-17-7 0,0 0 0,-1 0 0,0 1 0,0 0 0,-1 1 0,0 0 0,9 15 0,21 21 0,-6-11 0,-1 2 0,26 40 0,-51-66 0,-1 0 0,-1-1 0,0 2 0,0-1 0,-1 0 0,0 1 0,-1 0 0,2 15 0,-2-12 0,1 1 0,0-1 0,9 23 0,1-7 0,56 148 0,-65-165 0,1 0 0,1 0 0,15 22 0,8 19 0,-15-12 0,-1 0 0,14 86 0,-20-73 0,-6-39 0,1 1 0,1-1 0,0 0 0,1 0 0,12 30 0,-10-30 0,0 1 0,-2-1 0,5 30 0,-1-5 0,0-6 0,-1 3 0,3-1 0,1 0 0,18 42 0,-16-47 0,13 47 0,2 8 0,-8-46 0,-15-31 0,0 1 0,0 0 0,5 17 0,44 160 0,-44-162 0,2-1 0,1-1 0,29 41 0,-15-25 0,2-2 0,51 54 0,59 44 0,-124-121 0,1-2 0,0 0 0,2-1 0,-1 0 0,1-2 0,1 0 0,0-1 0,22 8 0,15 4 0,-43-15 0,0-1 0,0 0 0,1-1 0,0 0 0,-1-1 0,17 1 0,55 8 0,-65-7 0,1-2 0,0 0 0,29-1 0,-43-2 0,-1-1 0,1 1 0,-1-2 0,1 1 0,-1-1 0,0 0 0,0 0 0,0 0 0,0-1 0,0 0 0,0 0 0,-1-1 0,0 0 0,1 0 0,5-5 0,24-21 0,-27 25 0,0-2 0,-1 1 0,0-1 0,0 0 0,9-12 0,5-12 0,-2 0 0,-2-2 0,-1 0 0,-1-1 0,14-50 0,33-57 0,-13-19 0,-28 97 0,-7 23 0,13-59 0,-18 60 0,2 1 0,29-66 0,-21 58 0,15-52 0,-27 71 0,2 0 0,2 0 0,0 1 0,2 0 0,0 1 0,24-31 0,-21 35 0,0 2 0,2 0 0,38-32 0,-47 44 0,0 1 0,0 0 0,0 1 0,1 0 0,0 0 0,-1 1 0,2 0 0,-1 1 0,0 0 0,1 1 0,-1 0 0,13 0 0,-6 1 0,0 0 0,0 2 0,32 5 0,-42-4 0,1 0 0,-1 0 0,1 1 0,-1 0 0,0 1 0,0 0 0,0 0 0,-1 0 0,1 1 0,9 9 0,19 22 0,56 73 0,-75-85 0,-1 1 0,-2 0 0,12 28 0,4 7 0,-17-31 0,-1-1 0,-1 2 0,8 38 0,13 39 0,-26-87 0,0 0 0,-1 0 0,-1 1 0,-1-1 0,-1 1 0,-2 25 0,0-20 0,2-1 0,0 1 0,8 38 0,16 105 0,5-74 0,-12-44 0,14 84 0,-15-53 0,31 136 0,-41-191 0,2 8 0,0-1 0,2-1 0,2 0 0,20 37 0,-17-37 0,-1 1 0,-1 1 0,-2 0 0,8 39 0,-4-15 0,-9-39 0,2 0 0,0 0 0,2-1 0,18 26 0,2 5 0,-21-34 0,0-2 0,2 1 0,-1-1 0,2-1 0,0 0 0,0-1 0,1 0 0,19 11 0,-32-22 0,32 27 0,-2 2 0,-1 1 0,51 69 0,-71-88 0,7 10 0,1-2 0,1 0 0,25 21 0,-34-33 0,0 0 0,1-1 0,0 0 0,0-1 0,0-1 0,1 1 0,0-2 0,24 7 0,85 14 0,-70-15 0,-34-6 0,1-1 0,-1 0 0,1-1 0,27-1 0,-40-1 0,0 0 0,0-1 0,-1 0 0,1 0 0,0-1 0,-1 1 0,1-1 0,-1 0 0,1 0 0,-1 0 0,0-1 0,0 0 0,0 0 0,0 0 0,0 0 0,-1 0 0,1-1 0,-1 1 0,0-1 0,0 0 0,3-5 0,5-13 0,0-1 0,-2 0 0,9-29 0,-10 26 0,1 1 0,15-29 0,-6 22 0,-10 19 0,-1 1 0,-1-1 0,0 0 0,0-1 0,5-21 0,14-109 0,-2 22 0,-15 90 0,-2 0 0,-1 0 0,1-41 0,-4 47 0,1-1 0,6-28 0,1-5 0,1 1 0,-6 39 0,-2 0 0,2-27 0,-3 22 0,1 1 0,2-1 0,9-33 0,-7 34 0,-1 0 0,-1 0 0,2-38 0,17-132 0,0 25 0,-22 149 0,0 0 0,2 1 0,0-1 0,8-21 0,-6 22 0,0 0 0,-2 0 0,0-1 0,1-25 0,-3 15 0,10-46 0,-2 13 0,-5 36 0,1 0 0,1 1 0,16-38 0,-2 4 0,23-138 0,-25 104 0,-17 74 0,2 0 0,0 1 0,1 0 0,10-26 0,39-94 0,26-52 0,-70 168 0,12-25 0,43-70 0,50-72 0,-89 150 0,-18 26 0,1 0 0,21-24 0,43-58 0,14-14 0,-48 71 0,-21 20 0,0 0 0,2 1 0,0 1 0,1 0 0,1 2 0,44-24 0,-16 13 0,-39 19 0,1 0 0,0 1 0,1 1 0,20-7 0,1 4 0,1 1 0,0 2 0,1 2 0,41 1 0,-72 1 0,0 1 0,0-1 0,0 1 0,1 0 0,-1 1 0,0-1 0,0 1 0,0 0 0,0 1 0,0-1 0,0 1 0,0 0 0,0 0 0,-1 1 0,1-1 0,-1 1 0,0 0 0,1 0 0,-1 0 0,-1 1 0,5 3 0,30 30 0,-29-31 0,-1 1 0,-1 1 0,1 0 0,7 10 0,10 17 0,-2-2 0,-1 0 0,21 44 0,-5-3 0,-23-48 0,-1 1 0,-1 0 0,9 32 0,-13-26 0,-3-10 0,1 1 0,1-1 0,18 35 0,-18-41 0,0 0 0,10 36 0,-14-39 0,0 0 0,1 0 0,0 0 0,2-1 0,-1 0 0,16 21 0,4 4 0,-22-30 0,1-1 0,0 1 0,1-1 0,0 0 0,0 0 0,0-1 0,1 1 0,9 5 0,34 26 0,-42-30 0,0-1 0,0-1 0,1 0 0,0 0 0,0 0 0,0-1 0,1-1 0,-1 1 0,1-2 0,15 5 0,-10-5 0,0-1 0,0-1 0,0 0 0,30-2 0,-40 0 0,0 0 0,0 1 0,0-2 0,0 1 0,0-1 0,0 1 0,0-1 0,-1-1 0,1 1 0,-1-1 0,0 1 0,1-1 0,-1-1 0,-1 1 0,1 0 0,0-1 0,-1 0 0,4-4 0,3-5 0,0 0 0,1 1 0,12-11 0,27-30 0,1-7 0,-38 47 0,-1-2 0,0 1 0,0-1 0,16-31 0,12-18 0,-29 49 0,-1 0 0,12-25 0,69-133 0,-64 125 0,-3 7 0,-9 15 0,-1 0 0,16-40 0,42-79 0,-59 116 0,1 1 0,26-41 0,-39 69 0,48-97 0,-30 58 0,-15 29 0,0 1 0,1-1 0,0 1 0,1 0 0,11-14 0,-8 12 0,-1-1 0,0 0 0,-1 0 0,9-22 0,5-9 0,183-359 0,-116 249 0,-68 116 0,1 1 0,1 1 0,51-60 0,-54 71 0,-1-1 0,14-27 0,7-9 0,-20 34 0,1 2 0,1 0 0,1 1 0,1 2 0,2 0 0,35-25 0,-33 29 0,0 1 0,0 1 0,34-13 0,-45 22 0,1 1 0,0 1 0,0 1 0,0 0 0,0 1 0,1 1 0,20 1 0,-10 0 0,47 4 0,-71-3 0,-1 1 0,1 0 0,0 0 0,0 0 0,0 0 0,-1 1 0,1-1 0,0 1 0,-1 0 0,0 0 0,1 1 0,-1-1 0,0 1 0,0-1 0,4 6 0,106 144 0,-75-92 0,-3 1 0,29 73 0,31 56 0,-81-162 0,-1 0 0,-2 0 0,13 47 0,-16-45 0,2 1 0,1-2 0,20 37 0,-21-46 0,-1 1 0,10 31 0,-12-30 0,1-1 0,17 31 0,-6-15 0,25 71 0,7 14 0,-37-92 0,17 56 0,-22-58 0,1 0 0,24 46 0,-25-54 0,0 0 0,-2 0 0,0 1 0,7 38 0,-9-33 0,2 0 0,15 41 0,-8-32 0,-1 2 0,9 48 0,-14-48 0,3 1 0,18 44 0,-15-46 0,-2 0 0,10 49 0,-13-48 0,1 0 0,20 47 0,-20-56 0,0 0 0,9 52 0,9 28 0,-11-62 0,33 105 0,-30-85 0,3-1 0,44 87 0,-44-102 0,22 49 0,-38-85 0,0 1 0,-2-1 0,6 23 0,10 25 0,25 38 0,-9-21 0,-32-64 0,2 1 0,0-1 0,1-1 0,0 1 0,1-1 0,19 23 0,9 13 0,-33-44 0,-1 0 0,1 1 0,0-1 0,0-1 0,1 1 0,0-1 0,0 1 0,0-1 0,1-1 0,-1 1 0,1-1 0,0 0 0,1 0 0,-1-1 0,14 5 0,20 2 0,1-3 0,0-1 0,75 0 0,-89-5 0,1 1 0,28 7 0,-27-4 0,49 2 0,-56-7 0,-9 1 0,0 0 0,0-1 0,0 0 0,0-1 0,0-1 0,0 0 0,-1-1 0,1 0 0,0-1 0,-1-1 0,14-6 0,-3-4 0,-1 0 0,-1-1 0,-1-1 0,0-1 0,30-36 0,-8 12 0,13-14 0,-27 21 0,-2-2 0,34-62 0,28-34 0,-26 1 0,-50 106 0,0 0 0,-2-1 0,14-54 0,-15 46 0,23-58 0,-18 55-123,19-73-1,-24 75-994,-4 19-5708</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35:10.525"/>
    </inkml:context>
    <inkml:brush xml:id="br0">
      <inkml:brushProperty name="width" value="0.035" units="cm"/>
      <inkml:brushProperty name="height" value="0.035" units="cm"/>
      <inkml:brushProperty name="color" value="#E71224"/>
    </inkml:brush>
  </inkml:definitions>
  <inkml:trace contextRef="#ctx0" brushRef="#br0">1 0 24575,'0'4'0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35:10.747"/>
    </inkml:context>
    <inkml:brush xml:id="br0">
      <inkml:brushProperty name="width" value="0.035" units="cm"/>
      <inkml:brushProperty name="height" value="0.035" units="cm"/>
      <inkml:brushProperty name="color" value="#E71224"/>
    </inkml:brush>
  </inkml:definitions>
  <inkml:trace contextRef="#ctx0" brushRef="#br0">1 0 24575,'0'4'0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35:24.393"/>
    </inkml:context>
    <inkml:brush xml:id="br0">
      <inkml:brushProperty name="width" value="0.035" units="cm"/>
      <inkml:brushProperty name="height" value="0.035" units="cm"/>
      <inkml:brushProperty name="color" value="#E71224"/>
    </inkml:brush>
  </inkml:definitions>
  <inkml:trace contextRef="#ctx0" brushRef="#br0">24 216 24575,'0'-4'0,"0"-6"0,0-5 0,0-4 0,0-3 0,0-2 0,-4 4 0,-2 0 0,1 0 0,1-1 0,1-1 0,1 4-8191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35:42.446"/>
    </inkml:context>
    <inkml:brush xml:id="br0">
      <inkml:brushProperty name="width" value="0.035" units="cm"/>
      <inkml:brushProperty name="height" value="0.035" units="cm"/>
      <inkml:brushProperty name="color" value="#E71224"/>
    </inkml:brush>
  </inkml:definitions>
  <inkml:trace contextRef="#ctx0" brushRef="#br0">0 165 24575,'0'-4'0,"0"-6"0,0-5 0,0-4 0,0-3 0,0-1 0,0-2 0,0-1 0,0 5-8191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35:52.628"/>
    </inkml:context>
    <inkml:brush xml:id="br0">
      <inkml:brushProperty name="width" value="0.035" units="cm"/>
      <inkml:brushProperty name="height" value="0.035" units="cm"/>
      <inkml:brushProperty name="color" value="#E71224"/>
    </inkml:brush>
  </inkml:definitions>
  <inkml:trace contextRef="#ctx0" brushRef="#br0">0 0 24575,'0'4'0,"0"6"0,0 5 0,0 4 0,0 3 0,0 2 0,0 0 0,0 2 0,0-5-8191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35:15.076"/>
    </inkml:context>
    <inkml:brush xml:id="br0">
      <inkml:brushProperty name="width" value="0.035" units="cm"/>
      <inkml:brushProperty name="height" value="0.035" units="cm"/>
      <inkml:brushProperty name="color" value="#E71224"/>
    </inkml:brush>
  </inkml:definitions>
  <inkml:trace contextRef="#ctx0" brushRef="#br0">1 165 24575,'0'-4'0,"0"-5"0,0-6 0,0-4 0,0-3 0,0-2 0,0-1 0,0 0 0,0 4-8191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35:23.034"/>
    </inkml:context>
    <inkml:brush xml:id="br0">
      <inkml:brushProperty name="width" value="0.035" units="cm"/>
      <inkml:brushProperty name="height" value="0.035" units="cm"/>
      <inkml:brushProperty name="color" value="#E71224"/>
    </inkml:brush>
  </inkml:definitions>
  <inkml:trace contextRef="#ctx0" brushRef="#br0">4 10 24575,'0'-4'0,"-4"-2"0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36:18.667"/>
    </inkml:context>
    <inkml:brush xml:id="br0">
      <inkml:brushProperty name="width" value="0.035" units="cm"/>
      <inkml:brushProperty name="height" value="0.035" units="cm"/>
      <inkml:brushProperty name="color" value="#E71224"/>
    </inkml:brush>
  </inkml:definitions>
  <inkml:trace contextRef="#ctx0" brushRef="#br0">1 0 24575,'5'1'0,"0"0"0,0 0 0,0 0 0,0 1 0,0 0 0,0 0 0,0 0 0,0 1 0,6 4 0,32 14 0,86 0 0,-102-16 0,52 1 0,-53-5 0,1 1 0,32 7 0,-17-2 0,1-2 0,-1-2 0,87-6 0,-32 1 0,29-1 0,135 6 0,-230 2 0,55 14 0,-61-12 0,-1-1 0,1-1 0,49 2 0,556-8-1365,-609 1-5461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47:47.628"/>
    </inkml:context>
    <inkml:brush xml:id="br0">
      <inkml:brushProperty name="width" value="0.2" units="cm"/>
      <inkml:brushProperty name="height" value="0.2" units="cm"/>
      <inkml:brushProperty name="color" value="#004F8B"/>
    </inkml:brush>
  </inkml:definitions>
  <inkml:trace contextRef="#ctx0" brushRef="#br0">0 0 24575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47:58.917"/>
    </inkml:context>
    <inkml:brush xml:id="br0">
      <inkml:brushProperty name="width" value="0.025" units="cm"/>
      <inkml:brushProperty name="height" value="0.025" units="cm"/>
      <inkml:brushProperty name="color" value="#004F8B"/>
    </inkml:brush>
  </inkml:definitions>
  <inkml:trace contextRef="#ctx0" brushRef="#br0">511 1 24575,'-2'24'0,"-1"1"0,-1 0 0,-2 0 0,0-1 0,-1 0 0,-21 43 0,-10 38 0,29-73 0,3-8 0,-2 0 0,0-1 0,-17 34 0,15-35 0,1-1 0,1 2 0,1-1 0,1 1 0,-3 24 0,-2 3 0,2-6 0,6-24 0,-2 0 0,0 0 0,-13 29 0,-30 96 0,38-124 0,-2 8 0,-30 50 0,34-65 0,1 0 0,-9 28 0,13-33 0,0 0 0,0 0 0,-1 0 0,0 0 0,0-1 0,-1 0 0,0 0 0,-1 0 0,0-1 0,-11 13 0,16-19 0,0-1 0,0 1 0,0 0 0,0-1 0,1 1 0,-1 0 0,0-1 0,0 1 0,0-1 0,0 0 0,0 1 0,-1-1 0,1 0 0,0 0 0,0 1 0,0-1 0,0 0 0,0 0 0,0 0 0,0 0 0,0 0 0,0-1 0,-1 1 0,1 0 0,0 0 0,0-1 0,0 1 0,0-1 0,-1 0 0,1 0 0,-1-1 0,0 0 0,1 0 0,-1 0 0,1 0 0,0 0 0,0 0 0,-1 0 0,1 0 0,1-1 0,-1 1 0,-1-4 0,-1-7 0,1-1 0,0 1 0,1-21 0,3-106 0,2 158 0,1-1 0,0 0 0,2-1 0,16 32 0,-3-11 0,-16-28 0,0 0 0,1 0 0,1-1 0,9 13 0,-14-20 0,1 0 0,-1 0 0,0-1 0,1 1 0,-1-1 0,0 1 0,1 0 0,-1-1 0,1 0 0,-1 1 0,1-1 0,-1 0 0,0 0 0,1 0 0,-1 0 0,1 0 0,-1 0 0,1 0 0,-1-1 0,1 1 0,-1-1 0,1 1 0,-1-1 0,0 1 0,1-1 0,-1 0 0,0 1 0,0-1 0,1 0 0,-1 0 0,0 0 0,0 0 0,2-2 0,42-44 0,-36 36 0,2-1-118,63-63-1129,-62 66-5579</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48:06.645"/>
    </inkml:context>
    <inkml:brush xml:id="br0">
      <inkml:brushProperty name="width" value="0.025" units="cm"/>
      <inkml:brushProperty name="height" value="0.025" units="cm"/>
      <inkml:brushProperty name="color" value="#004F8B"/>
    </inkml:brush>
  </inkml:definitions>
  <inkml:trace contextRef="#ctx0" brushRef="#br0">0 0 24575,'1'1'0,"0"-1"0,0 1 0,0-1 0,1 1 0,-2-1 0,1 1 0,0-1 0,0 1 0,0 0 0,0 0 0,0 0 0,0-1 0,-1 1 0,1 0 0,0 0 0,-1 0 0,1 0 0,-1 0 0,1 0 0,-1 0 0,1 0 0,-1 0 0,0 1 0,1-1 0,-1 0 0,0 0 0,0 2 0,5 37 0,-5-36 0,0 219 0,-2-271 0,0 20 0,2 0 0,2-31 0,-1 54 0,-1-1 0,1 1 0,0-1 0,0 1 0,1 0 0,0 0 0,0 0 0,0 0 0,0 0 0,1 0 0,0 0 0,0 1 0,0-1 0,0 1 0,1 0 0,7-7 0,0 5-170,0 1-1,0-1 0,0 2 1,1 0-1,-1 0 0,1 1 1,16-2-1,-10 3-6655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48:07.282"/>
    </inkml:context>
    <inkml:brush xml:id="br0">
      <inkml:brushProperty name="width" value="0.025" units="cm"/>
      <inkml:brushProperty name="height" value="0.025" units="cm"/>
      <inkml:brushProperty name="color" value="#004F8B"/>
    </inkml:brush>
  </inkml:definitions>
  <inkml:trace contextRef="#ctx0" brushRef="#br0">89 0 24575,'0'5'0,"-4"4"0,-2 6 0,-3 0 0,-1 1 0,-2-1 0,1 0 0,1 2 0,0-2 0,0 1 0,3-3-8191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48:12.417"/>
    </inkml:context>
    <inkml:brush xml:id="br0">
      <inkml:brushProperty name="width" value="0.025" units="cm"/>
      <inkml:brushProperty name="height" value="0.025" units="cm"/>
      <inkml:brushProperty name="color" value="#004F8B"/>
    </inkml:brush>
  </inkml:definitions>
  <inkml:trace contextRef="#ctx0" brushRef="#br0">1 8 24575,'2'38'0,"8"52"0,-4-54 0,1 56 0,-9-138 0,0 27 0,0-1 0,2 1 0,0 0 0,1 0 0,1 0 0,1 0 0,6-24 0,-7 39 0,1 1 0,-1 0 0,0 1 0,1-1 0,0 0 0,0 1 0,0-1 0,0 1 0,0 0 0,0 0 0,0 0 0,1 1 0,-1-1 0,1 1 0,-1 0 0,1 0 0,0 0 0,-1 0 0,1 1 0,0-1 0,0 1 0,6 0 0,12 0 0,1 0 0,30 5 0,-48-4 0,35 9-1365,-24-5-5461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48:13.152"/>
    </inkml:context>
    <inkml:brush xml:id="br0">
      <inkml:brushProperty name="width" value="0.025" units="cm"/>
      <inkml:brushProperty name="height" value="0.025" units="cm"/>
      <inkml:brushProperty name="color" value="#004F8B"/>
    </inkml:brush>
  </inkml:definitions>
  <inkml:trace contextRef="#ctx0" brushRef="#br0">82 0 24575,'0'4'0,"0"6"0,0 5 0,0 4 0,-4-2 0,-1 2 0,-5-4 0,1 1 0,-4-3 0,2 0 0,2 3 0,-2-2 0,2-3-8191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5:48:14.508"/>
    </inkml:context>
    <inkml:brush xml:id="br0">
      <inkml:brushProperty name="width" value="0.025" units="cm"/>
      <inkml:brushProperty name="height" value="0.025" units="cm"/>
      <inkml:brushProperty name="color" value="#004F8B"/>
    </inkml:brush>
  </inkml:definitions>
  <inkml:trace contextRef="#ctx0" brushRef="#br0">0 22 24575,'9'-1'0,"0"0"0,0 0 0,0-1 0,14-4 0,-16 3 0,-1 1 0,1 1 0,0-1 0,0 1 0,0 0 0,0 0 0,0 1 0,0 0 0,12 2 0,36 17 0,-50-16 0,0 0 0,0 0 0,0-1 0,0 0 0,1 0 0,-1-1 0,1 1 0,-1-1 0,1 0 0,-1-1 0,1 1 0,0-1 0,-1 0 0,1 0 0,-1-1 0,1 0 0,0 0 0,-1 0 0,8-3 0,24-16-1365,-20 12-5461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7:59.447"/>
    </inkml:context>
    <inkml:brush xml:id="br0">
      <inkml:brushProperty name="width" value="0.035" units="cm"/>
      <inkml:brushProperty name="height" value="0.035" units="cm"/>
      <inkml:brushProperty name="color" value="#E71224"/>
    </inkml:brush>
  </inkml:definitions>
  <inkml:trace contextRef="#ctx0" brushRef="#br0">0 11 24266,'2744'0'0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8:16.027"/>
    </inkml:context>
    <inkml:brush xml:id="br0">
      <inkml:brushProperty name="width" value="0.035" units="cm"/>
      <inkml:brushProperty name="height" value="0.035" units="cm"/>
      <inkml:brushProperty name="color" value="#E71224"/>
    </inkml:brush>
  </inkml:definitions>
  <inkml:trace contextRef="#ctx0" brushRef="#br0">0 113 24575,'0'-3'0,"3"-1"0,1-2 0,5-1 0,2-1 0,-2-6 0,-2-3 0,-2-1 0,-2-1 0,-2 3-8191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8:17.873"/>
    </inkml:context>
    <inkml:brush xml:id="br0">
      <inkml:brushProperty name="width" value="0.035" units="cm"/>
      <inkml:brushProperty name="height" value="0.035" units="cm"/>
      <inkml:brushProperty name="color" value="#E71224"/>
    </inkml:brush>
  </inkml:definitions>
  <inkml:trace contextRef="#ctx0" brushRef="#br0">1 272 24575,'0'-6'0,"0"-4"0,0-4 0,0-3 0,0 0 0,0-4 0,0 0 0,0-1 0,0 2 0,0 0 0,0-1 0,0 0 0,0 0 0,0 1 0,0 7 0,0 6-8191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8:19.305"/>
    </inkml:context>
    <inkml:brush xml:id="br0">
      <inkml:brushProperty name="width" value="0.035" units="cm"/>
      <inkml:brushProperty name="height" value="0.035" units="cm"/>
      <inkml:brushProperty name="color" value="#E71224"/>
    </inkml:brush>
  </inkml:definitions>
  <inkml:trace contextRef="#ctx0" brushRef="#br0">3 336 24575,'-1'-56'0,"-1"24"0,6-60 0,-1 79 0,0-1 0,7-16 0,-6 18 0,0-1 0,-1 1 0,2-15 0,-4 9-1365,0 2-5461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8:20.702"/>
    </inkml:context>
    <inkml:brush xml:id="br0">
      <inkml:brushProperty name="width" value="0.035" units="cm"/>
      <inkml:brushProperty name="height" value="0.035" units="cm"/>
      <inkml:brushProperty name="color" value="#E71224"/>
    </inkml:brush>
  </inkml:definitions>
  <inkml:trace contextRef="#ctx0" brushRef="#br0">7 406 24575,'0'-373'0,"-3"347"-1365,0 20-5461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8:24.749"/>
    </inkml:context>
    <inkml:brush xml:id="br0">
      <inkml:brushProperty name="width" value="0.035" units="cm"/>
      <inkml:brushProperty name="height" value="0.035" units="cm"/>
      <inkml:brushProperty name="color" value="#E71224"/>
    </inkml:brush>
  </inkml:definitions>
  <inkml:trace contextRef="#ctx0" brushRef="#br0">0 0 24575,'2'18'0,"0"0"0,1 0 0,0-1 0,13 35 0,-10-32 0,0 0 0,-1 1 0,2 24 0,-4-33 0,-1 0 0,2 1 0,0-1 0,0 0 0,1-1 0,8 13 0,-6-13 109,-11-24-1583,-2 1-5352</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8:09.809"/>
    </inkml:context>
    <inkml:brush xml:id="br0">
      <inkml:brushProperty name="width" value="0.035" units="cm"/>
      <inkml:brushProperty name="height" value="0.035" units="cm"/>
      <inkml:brushProperty name="color" value="#E71224"/>
    </inkml:brush>
  </inkml:definitions>
  <inkml:trace contextRef="#ctx0" brushRef="#br0">0 33 24575,'391'0'0,"-372"-1"0,36-7 0,13 0 0,-28 6-682,65-9-1,-92 9-6143</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8:11.078"/>
    </inkml:context>
    <inkml:brush xml:id="br0">
      <inkml:brushProperty name="width" value="0.035" units="cm"/>
      <inkml:brushProperty name="height" value="0.035" units="cm"/>
      <inkml:brushProperty name="color" value="#E71224"/>
    </inkml:brush>
  </inkml:definitions>
  <inkml:trace contextRef="#ctx0" brushRef="#br0">1 56 24575,'0'-2'0,"0"-5"0,0-6 0,0-4 0,0 1-8191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8:27.786"/>
    </inkml:context>
    <inkml:brush xml:id="br0">
      <inkml:brushProperty name="width" value="0.035" units="cm"/>
      <inkml:brushProperty name="height" value="0.035" units="cm"/>
      <inkml:brushProperty name="color" value="#E71224"/>
    </inkml:brush>
  </inkml:definitions>
  <inkml:trace contextRef="#ctx0" brushRef="#br0">0 1 24575,'0'3'0,"3"0"0,1 4 0,0 2 0,1 4 0,1 4 0,-1 3 0,-1 0 0,-2 1 0,-1-2 0,0 3 0,-1-1 0,0 0 0,3-3 0,0-3 0,1-1 0,-2-2-8191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8:31.600"/>
    </inkml:context>
    <inkml:brush xml:id="br0">
      <inkml:brushProperty name="width" value="0.035" units="cm"/>
      <inkml:brushProperty name="height" value="0.035" units="cm"/>
      <inkml:brushProperty name="color" value="#E71224"/>
    </inkml:brush>
  </inkml:definitions>
  <inkml:trace contextRef="#ctx0" brushRef="#br0">1 21 24575,'22'0'0,"1"-1"0,38-8 0,-18 4-4,-1 1-1,1 2 0,45 5 0,-7-2-1341,-65-1-5480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8:39.407"/>
    </inkml:context>
    <inkml:brush xml:id="br0">
      <inkml:brushProperty name="width" value="0.035" units="cm"/>
      <inkml:brushProperty name="height" value="0.035" units="cm"/>
      <inkml:brushProperty name="color" value="#E71224"/>
    </inkml:brush>
  </inkml:definitions>
  <inkml:trace contextRef="#ctx0" brushRef="#br0">0 0 24309,'2927'118'0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8:40.231"/>
    </inkml:context>
    <inkml:brush xml:id="br0">
      <inkml:brushProperty name="width" value="0.035" units="cm"/>
      <inkml:brushProperty name="height" value="0.035" units="cm"/>
      <inkml:brushProperty name="color" value="#E71224"/>
    </inkml:brush>
  </inkml:definitions>
  <inkml:trace contextRef="#ctx0" brushRef="#br0">0 0 24575</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8:40.675"/>
    </inkml:context>
    <inkml:brush xml:id="br0">
      <inkml:brushProperty name="width" value="0.035" units="cm"/>
      <inkml:brushProperty name="height" value="0.035" units="cm"/>
      <inkml:brushProperty name="color" value="#E71224"/>
    </inkml:brush>
  </inkml:definitions>
  <inkml:trace contextRef="#ctx0" brushRef="#br0">0 0 24575,'0'6'0,"6"4"0,2 4 0,-1 2 0,-1 2 0,-2-6 0,-4-5 0,-3-5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8:41.963"/>
    </inkml:context>
    <inkml:brush xml:id="br0">
      <inkml:brushProperty name="width" value="0.035" units="cm"/>
      <inkml:brushProperty name="height" value="0.035" units="cm"/>
      <inkml:brushProperty name="color" value="#E71224"/>
    </inkml:brush>
  </inkml:definitions>
  <inkml:trace contextRef="#ctx0" brushRef="#br0">0 0 24575,'0'3'0,"0"7"0,0 4 0,0 3 0,0 1 0,3-2 0,1-2 0,-1 4 0,0 1 0,2 0 0,0-1 0,0 1 0,-2 1 0,-1 2 0,-1-2 0,0-3-8191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8:43.279"/>
    </inkml:context>
    <inkml:brush xml:id="br0">
      <inkml:brushProperty name="width" value="0.035" units="cm"/>
      <inkml:brushProperty name="height" value="0.035" units="cm"/>
      <inkml:brushProperty name="color" value="#E71224"/>
    </inkml:brush>
  </inkml:definitions>
  <inkml:trace contextRef="#ctx0" brushRef="#br0">0 1 24575,'0'339'-1365,"0"-333"-5461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8:44.376"/>
    </inkml:context>
    <inkml:brush xml:id="br0">
      <inkml:brushProperty name="width" value="0.035" units="cm"/>
      <inkml:brushProperty name="height" value="0.035" units="cm"/>
      <inkml:brushProperty name="color" value="#E71224"/>
    </inkml:brush>
  </inkml:definitions>
  <inkml:trace contextRef="#ctx0" brushRef="#br0">0 0 24575,'0'0'-8191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8:44.583"/>
    </inkml:context>
    <inkml:brush xml:id="br0">
      <inkml:brushProperty name="width" value="0.035" units="cm"/>
      <inkml:brushProperty name="height" value="0.035" units="cm"/>
      <inkml:brushProperty name="color" value="#E71224"/>
    </inkml:brush>
  </inkml:definitions>
  <inkml:trace contextRef="#ctx0" brushRef="#br0">0 0 24575,'0'0'-8191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8:46.333"/>
    </inkml:context>
    <inkml:brush xml:id="br0">
      <inkml:brushProperty name="width" value="0.035" units="cm"/>
      <inkml:brushProperty name="height" value="0.035" units="cm"/>
      <inkml:brushProperty name="color" value="#E71224"/>
    </inkml:brush>
  </inkml:definitions>
  <inkml:trace contextRef="#ctx0" brushRef="#br0">0 180 24575,'3'0'0,"1"-3"0,-1-3 0,0-7 0,-1-4 0,0-2 0,-2-1 0,1 1 0,-1-3 0,-1 0 0,1 1 0,0 6 0,0 12 0,0 10 0,0 2-8191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8:55.072"/>
    </inkml:context>
    <inkml:brush xml:id="br0">
      <inkml:brushProperty name="width" value="0.035" units="cm"/>
      <inkml:brushProperty name="height" value="0.035" units="cm"/>
      <inkml:brushProperty name="color" value="#E71224"/>
    </inkml:brush>
  </inkml:definitions>
  <inkml:trace contextRef="#ctx0" brushRef="#br0">16 0 24575,'1'94'0,"-3"102"0,-12-119 0,14-77-25,0 0 1,0 0-1,0 0 0,0 0 0,0 1 0,0-1 0,0 0 1,-1 0-1,1 0 0,0 0 0,0 1 0,0-1 1,0 0-1,0 0 0,0 0 0,0 0 0,0 0 0,1 1 1,-1-1-1,0 0 0,0 0 0,0 0 0,0 0 0,0 0 1,0 1-1,0-1 0,0 0 0,0 0 0,0 0 1,0 0-1,1 0 0,-1 0 0,0 1 0,0-1 0,0 0 1,0 0-1,0 0 0,0 0 0,1 0 0,-1 0 0,0 0 1,0 0-1,0 0 0,0 0 0,0 0 0,1 0 1,-1 0-1,0 0 0,0 0 0,0 0 0,0 0 0,1 0 1,-1 0-1,0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8:56.218"/>
    </inkml:context>
    <inkml:brush xml:id="br0">
      <inkml:brushProperty name="width" value="0.035" units="cm"/>
      <inkml:brushProperty name="height" value="0.035" units="cm"/>
      <inkml:brushProperty name="color" value="#E71224"/>
    </inkml:brush>
  </inkml:definitions>
  <inkml:trace contextRef="#ctx0" brushRef="#br0">1 0 24575,'0'3'0,"0"4"0,0 3 0,0 6 0,0 3 0,0 2 0,0-1 0,0-1 0,0 3 0,0 0 0,0-1 0,0-1 0,5-4 0,3-4-8191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8:58.746"/>
    </inkml:context>
    <inkml:brush xml:id="br0">
      <inkml:brushProperty name="width" value="0.035" units="cm"/>
      <inkml:brushProperty name="height" value="0.035" units="cm"/>
      <inkml:brushProperty name="color" value="#E71224"/>
    </inkml:brush>
  </inkml:definitions>
  <inkml:trace contextRef="#ctx0" brushRef="#br0">741 1 23522,'-741'16'0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9:01.991"/>
    </inkml:context>
    <inkml:brush xml:id="br0">
      <inkml:brushProperty name="width" value="0.035" units="cm"/>
      <inkml:brushProperty name="height" value="0.035" units="cm"/>
      <inkml:brushProperty name="color" value="#E71224"/>
    </inkml:brush>
  </inkml:definitions>
  <inkml:trace contextRef="#ctx0" brushRef="#br0">0 0 24575,'0'403'-1365,"0"-387"-5461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9:06.356"/>
    </inkml:context>
    <inkml:brush xml:id="br0">
      <inkml:brushProperty name="width" value="0.035" units="cm"/>
      <inkml:brushProperty name="height" value="0.035" units="cm"/>
      <inkml:brushProperty name="color" value="#E71224"/>
    </inkml:brush>
  </inkml:definitions>
  <inkml:trace contextRef="#ctx0" brushRef="#br0">0 0 24575,'1473'0'0,"-1437"2"0,1 2 0,35 7 0,-35-4 0,73 4 0,-106-11 0,7-1 0,0 1 0,0 1 0,0 0 0,0 0 0,0 1 0,20 6 0,-7 1 0,1-2 0,1-1 0,-1-1 0,41 3 0,106-5 0,-110-4 0,-44 2 0,-1 1 0,20 4 0,-18-3 0,30 3 0,-7-6 0,-13 0 0,-1 1 0,46 7 0,-48-4 0,-1-1 0,43-1 0,-42-3 0,0 2 0,42 7 0,-29-2 0,1-3 0,0-1 0,52-4 0,-11 0 0,4 3 0,92-3 0,-170 2-170,0-1-1,0 0 0,-1 0 1,1-1-1,-1 0 0,0 0 1,9-4-1,-6 0-6655</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9:09.457"/>
    </inkml:context>
    <inkml:brush xml:id="br0">
      <inkml:brushProperty name="width" value="0.035" units="cm"/>
      <inkml:brushProperty name="height" value="0.035" units="cm"/>
      <inkml:brushProperty name="color" value="#E71224"/>
    </inkml:brush>
  </inkml:definitions>
  <inkml:trace contextRef="#ctx0" brushRef="#br0">1 1 24575,'0'2'0,"0"5"0,0 3 0,0 4 0,0 4 0,0 2 0,0 1 0,0-1 0,0 0 0,0 2 0,0-6 0,0-6-8191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9:11.273"/>
    </inkml:context>
    <inkml:brush xml:id="br0">
      <inkml:brushProperty name="width" value="0.035" units="cm"/>
      <inkml:brushProperty name="height" value="0.035" units="cm"/>
      <inkml:brushProperty name="color" value="#E71224"/>
    </inkml:brush>
  </inkml:definitions>
  <inkml:trace contextRef="#ctx0" brushRef="#br0">1 1 24575,'0'6'0,"0"0"0,1 0 0,-1 0 0,1-1 0,1 1 0,-1 0 0,1 0 0,0-1 0,0 1 0,1-1 0,-1 0 0,1 1 0,5 5 0,-4-4 0,0 1 0,-1-1 0,0 1 0,0 0 0,-1 0 0,0 0 0,0 0 0,0 15 0,-1 4 0,-2 34 0,0-48 0,1-11-10,0-6-1345,-1-4-5471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19:57.299"/>
    </inkml:context>
    <inkml:brush xml:id="br0">
      <inkml:brushProperty name="width" value="0.035" units="cm"/>
      <inkml:brushProperty name="height" value="0.035" units="cm"/>
    </inkml:brush>
  </inkml:definitions>
  <inkml:trace contextRef="#ctx0" brushRef="#br0">1 291 24575,'0'-9'0,"2"-1"0,-1 1 0,1 0 0,1 0 0,5-15 0,-4 14 0,0-1 0,-1 0 0,2-17 0,0 2-341,0 1 0,1 0-1,20-49 1,-21 63-6485</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20:00.031"/>
    </inkml:context>
    <inkml:brush xml:id="br0">
      <inkml:brushProperty name="width" value="0.035" units="cm"/>
      <inkml:brushProperty name="height" value="0.035" units="cm"/>
    </inkml:brush>
  </inkml:definitions>
  <inkml:trace contextRef="#ctx0" brushRef="#br0">1 177 24575,'0'-3'0,"3"-6"0,0-5 0,4 0 0,0-1 0,-2 0 0,2 3 0,0-1 0,-2-2 0,4 0 0,1 0 0,-1 0 0,0 3 0,-1 2-8191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20:02.886"/>
    </inkml:context>
    <inkml:brush xml:id="br0">
      <inkml:brushProperty name="width" value="0.035" units="cm"/>
      <inkml:brushProperty name="height" value="0.035" units="cm"/>
    </inkml:brush>
  </inkml:definitions>
  <inkml:trace contextRef="#ctx0" brushRef="#br0">0 177 24575,'0'-6'0,"0"-5"0,3 0 0,1-1 0,-1-2 0,6 2 0,1 0 0,1 2 0,-1 0 0,-1-4 0,-1 0 0,-1 0 0,-2-1 0,2 2 0,-2 4-8191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20:06.374"/>
    </inkml:context>
    <inkml:brush xml:id="br0">
      <inkml:brushProperty name="width" value="0.035" units="cm"/>
      <inkml:brushProperty name="height" value="0.035" units="cm"/>
    </inkml:brush>
  </inkml:definitions>
  <inkml:trace contextRef="#ctx0" brushRef="#br0">44 258 24575,'0'-3'0,"0"-3"0,0-7 0,0-4 0,0-2 0,0-1 0,0 1 0,0-3 0,0 0 0,-2 4 0,-2 1 0,0 2 0,1 0 0,-2 2 0,0-2 0,-5 2 0,-1 3-8191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20:09.724"/>
    </inkml:context>
    <inkml:brush xml:id="br0">
      <inkml:brushProperty name="width" value="0.035" units="cm"/>
      <inkml:brushProperty name="height" value="0.035" units="cm"/>
    </inkml:brush>
  </inkml:definitions>
  <inkml:trace contextRef="#ctx0" brushRef="#br0">30 108 24575,'0'-3'0,"0"-4"0,0-6 0,0-4 0,-3 1 0,-1 0 0,-5 1 0,1 2 0,3 6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BD31B3C-7AA4-E23C-5137-7D75ABD05900}"/>
              </a:ext>
            </a:extLst>
          </p:cNvPr>
          <p:cNvSpPr>
            <a:spLocks noGrp="1"/>
          </p:cNvSpPr>
          <p:nvPr>
            <p:ph type="ctrTitle"/>
          </p:nvPr>
        </p:nvSpPr>
        <p:spPr>
          <a:xfrm>
            <a:off x="1524000" y="1122363"/>
            <a:ext cx="9144000" cy="2387600"/>
          </a:xfrm>
        </p:spPr>
        <p:txBody>
          <a:bodyPr anchor="b"/>
          <a:lstStyle>
            <a:lvl1pPr algn="ctr">
              <a:defRPr sz="6000"/>
            </a:lvl1pPr>
          </a:lstStyle>
          <a:p>
            <a:r>
              <a:rPr lang="da-DK"/>
              <a:t>Klik for at redigere titeltypografien i masteren</a:t>
            </a:r>
          </a:p>
        </p:txBody>
      </p:sp>
      <p:sp>
        <p:nvSpPr>
          <p:cNvPr id="3" name="Undertitel 2">
            <a:extLst>
              <a:ext uri="{FF2B5EF4-FFF2-40B4-BE49-F238E27FC236}">
                <a16:creationId xmlns:a16="http://schemas.microsoft.com/office/drawing/2014/main" id="{661E7A70-1F47-7EA2-D4B0-F958FB0A40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a-DK"/>
              <a:t>Klik for at redigere undertiteltypografien i masteren</a:t>
            </a:r>
          </a:p>
        </p:txBody>
      </p:sp>
      <p:sp>
        <p:nvSpPr>
          <p:cNvPr id="4" name="Pladsholder til dato 3">
            <a:extLst>
              <a:ext uri="{FF2B5EF4-FFF2-40B4-BE49-F238E27FC236}">
                <a16:creationId xmlns:a16="http://schemas.microsoft.com/office/drawing/2014/main" id="{FF0F654D-0058-A5F5-AD7E-F130E774AC07}"/>
              </a:ext>
            </a:extLst>
          </p:cNvPr>
          <p:cNvSpPr>
            <a:spLocks noGrp="1"/>
          </p:cNvSpPr>
          <p:nvPr>
            <p:ph type="dt" sz="half" idx="10"/>
          </p:nvPr>
        </p:nvSpPr>
        <p:spPr/>
        <p:txBody>
          <a:bodyPr/>
          <a:lstStyle/>
          <a:p>
            <a:fld id="{C051076F-F6D1-458D-95FA-367B7BEBDBFB}" type="datetimeFigureOut">
              <a:rPr lang="da-DK" smtClean="0"/>
              <a:t>11-09-2026</a:t>
            </a:fld>
            <a:endParaRPr lang="da-DK"/>
          </a:p>
        </p:txBody>
      </p:sp>
      <p:sp>
        <p:nvSpPr>
          <p:cNvPr id="5" name="Pladsholder til sidefod 4">
            <a:extLst>
              <a:ext uri="{FF2B5EF4-FFF2-40B4-BE49-F238E27FC236}">
                <a16:creationId xmlns:a16="http://schemas.microsoft.com/office/drawing/2014/main" id="{F11E6959-DD1F-2C39-4FE6-058F97CA3830}"/>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5221B650-EEE7-3F71-7F0F-2E4C1EB5CDCF}"/>
              </a:ext>
            </a:extLst>
          </p:cNvPr>
          <p:cNvSpPr>
            <a:spLocks noGrp="1"/>
          </p:cNvSpPr>
          <p:nvPr>
            <p:ph type="sldNum" sz="quarter" idx="12"/>
          </p:nvPr>
        </p:nvSpPr>
        <p:spPr/>
        <p:txBody>
          <a:bodyPr/>
          <a:lstStyle/>
          <a:p>
            <a:fld id="{C2605334-73FA-487C-B939-35CDCDE5F4E6}" type="slidenum">
              <a:rPr lang="da-DK" smtClean="0"/>
              <a:t>‹nr.›</a:t>
            </a:fld>
            <a:endParaRPr lang="da-DK"/>
          </a:p>
        </p:txBody>
      </p:sp>
    </p:spTree>
    <p:extLst>
      <p:ext uri="{BB962C8B-B14F-4D97-AF65-F5344CB8AC3E}">
        <p14:creationId xmlns:p14="http://schemas.microsoft.com/office/powerpoint/2010/main" val="2607482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og indholdsobjek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0431DF1-C064-27B5-001F-22DDED707C25}"/>
              </a:ext>
            </a:extLst>
          </p:cNvPr>
          <p:cNvSpPr>
            <a:spLocks noGrp="1"/>
          </p:cNvSpPr>
          <p:nvPr>
            <p:ph type="title"/>
          </p:nvPr>
        </p:nvSpPr>
        <p:spPr/>
        <p:txBody>
          <a:bodyPr/>
          <a:lstStyle/>
          <a:p>
            <a:r>
              <a:rPr lang="da-DK"/>
              <a:t>Klik for at redigere titeltypografien i masteren</a:t>
            </a:r>
          </a:p>
        </p:txBody>
      </p:sp>
      <p:sp>
        <p:nvSpPr>
          <p:cNvPr id="3" name="Pladsholder til indhold 2">
            <a:extLst>
              <a:ext uri="{FF2B5EF4-FFF2-40B4-BE49-F238E27FC236}">
                <a16:creationId xmlns:a16="http://schemas.microsoft.com/office/drawing/2014/main" id="{1B246A05-60F7-A2A8-B826-2F8ACA56E5D6}"/>
              </a:ext>
            </a:extLst>
          </p:cNvPr>
          <p:cNvSpPr>
            <a:spLocks noGrp="1"/>
          </p:cNvSpPr>
          <p:nvPr>
            <p:ph idx="1"/>
          </p:nvPr>
        </p:nvSpPr>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24FC7EE0-C8F7-84C1-80BB-446DA912F055}"/>
              </a:ext>
            </a:extLst>
          </p:cNvPr>
          <p:cNvSpPr>
            <a:spLocks noGrp="1"/>
          </p:cNvSpPr>
          <p:nvPr>
            <p:ph type="dt" sz="half" idx="10"/>
          </p:nvPr>
        </p:nvSpPr>
        <p:spPr/>
        <p:txBody>
          <a:bodyPr/>
          <a:lstStyle/>
          <a:p>
            <a:fld id="{C051076F-F6D1-458D-95FA-367B7BEBDBFB}" type="datetimeFigureOut">
              <a:rPr lang="da-DK" smtClean="0"/>
              <a:t>11-09-2026</a:t>
            </a:fld>
            <a:endParaRPr lang="da-DK"/>
          </a:p>
        </p:txBody>
      </p:sp>
      <p:sp>
        <p:nvSpPr>
          <p:cNvPr id="5" name="Pladsholder til sidefod 4">
            <a:extLst>
              <a:ext uri="{FF2B5EF4-FFF2-40B4-BE49-F238E27FC236}">
                <a16:creationId xmlns:a16="http://schemas.microsoft.com/office/drawing/2014/main" id="{54F3621E-D8FF-B0F2-C9D6-E00F49207539}"/>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972FC8D5-920F-4DA1-F3B4-9D3619ACC6D9}"/>
              </a:ext>
            </a:extLst>
          </p:cNvPr>
          <p:cNvSpPr>
            <a:spLocks noGrp="1"/>
          </p:cNvSpPr>
          <p:nvPr>
            <p:ph type="sldNum" sz="quarter" idx="12"/>
          </p:nvPr>
        </p:nvSpPr>
        <p:spPr/>
        <p:txBody>
          <a:bodyPr/>
          <a:lstStyle/>
          <a:p>
            <a:fld id="{C2605334-73FA-487C-B939-35CDCDE5F4E6}" type="slidenum">
              <a:rPr lang="da-DK" smtClean="0"/>
              <a:t>‹nr.›</a:t>
            </a:fld>
            <a:endParaRPr lang="da-DK"/>
          </a:p>
        </p:txBody>
      </p:sp>
    </p:spTree>
    <p:extLst>
      <p:ext uri="{BB962C8B-B14F-4D97-AF65-F5344CB8AC3E}">
        <p14:creationId xmlns:p14="http://schemas.microsoft.com/office/powerpoint/2010/main" val="1291673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fsnitsoversk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05077A4-C096-69FB-5622-11115D9EEE40}"/>
              </a:ext>
            </a:extLst>
          </p:cNvPr>
          <p:cNvSpPr>
            <a:spLocks noGrp="1"/>
          </p:cNvSpPr>
          <p:nvPr>
            <p:ph type="title"/>
          </p:nvPr>
        </p:nvSpPr>
        <p:spPr>
          <a:xfrm>
            <a:off x="831850" y="1709738"/>
            <a:ext cx="10515600" cy="2852737"/>
          </a:xfrm>
        </p:spPr>
        <p:txBody>
          <a:bodyPr anchor="b"/>
          <a:lstStyle>
            <a:lvl1pPr>
              <a:defRPr sz="6000"/>
            </a:lvl1pPr>
          </a:lstStyle>
          <a:p>
            <a:r>
              <a:rPr lang="da-DK"/>
              <a:t>Klik for at redigere titeltypografien i masteren</a:t>
            </a:r>
          </a:p>
        </p:txBody>
      </p:sp>
      <p:sp>
        <p:nvSpPr>
          <p:cNvPr id="3" name="Pladsholder til tekst 2">
            <a:extLst>
              <a:ext uri="{FF2B5EF4-FFF2-40B4-BE49-F238E27FC236}">
                <a16:creationId xmlns:a16="http://schemas.microsoft.com/office/drawing/2014/main" id="{6ABE6DE3-696D-A377-4C4A-D70CB311E7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a-DK"/>
              <a:t>Klik for at redigere teksttypografierne i masteren</a:t>
            </a:r>
          </a:p>
        </p:txBody>
      </p:sp>
      <p:sp>
        <p:nvSpPr>
          <p:cNvPr id="4" name="Pladsholder til dato 3">
            <a:extLst>
              <a:ext uri="{FF2B5EF4-FFF2-40B4-BE49-F238E27FC236}">
                <a16:creationId xmlns:a16="http://schemas.microsoft.com/office/drawing/2014/main" id="{929EC701-4DED-5060-6FD6-B7FE9C754172}"/>
              </a:ext>
            </a:extLst>
          </p:cNvPr>
          <p:cNvSpPr>
            <a:spLocks noGrp="1"/>
          </p:cNvSpPr>
          <p:nvPr>
            <p:ph type="dt" sz="half" idx="10"/>
          </p:nvPr>
        </p:nvSpPr>
        <p:spPr/>
        <p:txBody>
          <a:bodyPr/>
          <a:lstStyle/>
          <a:p>
            <a:fld id="{C051076F-F6D1-458D-95FA-367B7BEBDBFB}" type="datetimeFigureOut">
              <a:rPr lang="da-DK" smtClean="0"/>
              <a:t>11-09-2026</a:t>
            </a:fld>
            <a:endParaRPr lang="da-DK"/>
          </a:p>
        </p:txBody>
      </p:sp>
      <p:sp>
        <p:nvSpPr>
          <p:cNvPr id="5" name="Pladsholder til sidefod 4">
            <a:extLst>
              <a:ext uri="{FF2B5EF4-FFF2-40B4-BE49-F238E27FC236}">
                <a16:creationId xmlns:a16="http://schemas.microsoft.com/office/drawing/2014/main" id="{45F7E330-6EF3-B6D8-7C4B-AF3A1A689ED3}"/>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5296C6A5-0108-24E4-BBB3-D336D5ACD59B}"/>
              </a:ext>
            </a:extLst>
          </p:cNvPr>
          <p:cNvSpPr>
            <a:spLocks noGrp="1"/>
          </p:cNvSpPr>
          <p:nvPr>
            <p:ph type="sldNum" sz="quarter" idx="12"/>
          </p:nvPr>
        </p:nvSpPr>
        <p:spPr/>
        <p:txBody>
          <a:bodyPr/>
          <a:lstStyle/>
          <a:p>
            <a:fld id="{C2605334-73FA-487C-B939-35CDCDE5F4E6}" type="slidenum">
              <a:rPr lang="da-DK" smtClean="0"/>
              <a:t>‹nr.›</a:t>
            </a:fld>
            <a:endParaRPr lang="da-DK"/>
          </a:p>
        </p:txBody>
      </p:sp>
    </p:spTree>
    <p:extLst>
      <p:ext uri="{BB962C8B-B14F-4D97-AF65-F5344CB8AC3E}">
        <p14:creationId xmlns:p14="http://schemas.microsoft.com/office/powerpoint/2010/main" val="3777565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dholdsobjekt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0C55FA-47CE-E9DB-8A7E-757B6E53DEF5}"/>
              </a:ext>
            </a:extLst>
          </p:cNvPr>
          <p:cNvSpPr>
            <a:spLocks noGrp="1"/>
          </p:cNvSpPr>
          <p:nvPr>
            <p:ph type="title"/>
          </p:nvPr>
        </p:nvSpPr>
        <p:spPr/>
        <p:txBody>
          <a:bodyPr/>
          <a:lstStyle/>
          <a:p>
            <a:r>
              <a:rPr lang="da-DK"/>
              <a:t>Klik for at redigere titeltypografien i masteren</a:t>
            </a:r>
          </a:p>
        </p:txBody>
      </p:sp>
      <p:sp>
        <p:nvSpPr>
          <p:cNvPr id="3" name="Pladsholder til indhold 2">
            <a:extLst>
              <a:ext uri="{FF2B5EF4-FFF2-40B4-BE49-F238E27FC236}">
                <a16:creationId xmlns:a16="http://schemas.microsoft.com/office/drawing/2014/main" id="{D8846C48-3628-308F-E74F-855870DDC627}"/>
              </a:ext>
            </a:extLst>
          </p:cNvPr>
          <p:cNvSpPr>
            <a:spLocks noGrp="1"/>
          </p:cNvSpPr>
          <p:nvPr>
            <p:ph sz="half" idx="1"/>
          </p:nvPr>
        </p:nvSpPr>
        <p:spPr>
          <a:xfrm>
            <a:off x="838200" y="1825625"/>
            <a:ext cx="5181600" cy="435133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indhold 3">
            <a:extLst>
              <a:ext uri="{FF2B5EF4-FFF2-40B4-BE49-F238E27FC236}">
                <a16:creationId xmlns:a16="http://schemas.microsoft.com/office/drawing/2014/main" id="{4C788E60-3FEC-D5B2-928B-7B2B9680EA96}"/>
              </a:ext>
            </a:extLst>
          </p:cNvPr>
          <p:cNvSpPr>
            <a:spLocks noGrp="1"/>
          </p:cNvSpPr>
          <p:nvPr>
            <p:ph sz="half" idx="2"/>
          </p:nvPr>
        </p:nvSpPr>
        <p:spPr>
          <a:xfrm>
            <a:off x="6172200" y="1825625"/>
            <a:ext cx="5181600" cy="435133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5" name="Pladsholder til dato 4">
            <a:extLst>
              <a:ext uri="{FF2B5EF4-FFF2-40B4-BE49-F238E27FC236}">
                <a16:creationId xmlns:a16="http://schemas.microsoft.com/office/drawing/2014/main" id="{F0A965E2-4924-F64E-B51E-F626A1AF280F}"/>
              </a:ext>
            </a:extLst>
          </p:cNvPr>
          <p:cNvSpPr>
            <a:spLocks noGrp="1"/>
          </p:cNvSpPr>
          <p:nvPr>
            <p:ph type="dt" sz="half" idx="10"/>
          </p:nvPr>
        </p:nvSpPr>
        <p:spPr/>
        <p:txBody>
          <a:bodyPr/>
          <a:lstStyle/>
          <a:p>
            <a:fld id="{C051076F-F6D1-458D-95FA-367B7BEBDBFB}" type="datetimeFigureOut">
              <a:rPr lang="da-DK" smtClean="0"/>
              <a:t>11-09-2026</a:t>
            </a:fld>
            <a:endParaRPr lang="da-DK"/>
          </a:p>
        </p:txBody>
      </p:sp>
      <p:sp>
        <p:nvSpPr>
          <p:cNvPr id="6" name="Pladsholder til sidefod 5">
            <a:extLst>
              <a:ext uri="{FF2B5EF4-FFF2-40B4-BE49-F238E27FC236}">
                <a16:creationId xmlns:a16="http://schemas.microsoft.com/office/drawing/2014/main" id="{0E00452A-E5EA-83D9-53DA-0C8E3F97AE72}"/>
              </a:ext>
            </a:extLst>
          </p:cNvPr>
          <p:cNvSpPr>
            <a:spLocks noGrp="1"/>
          </p:cNvSpPr>
          <p:nvPr>
            <p:ph type="ftr" sz="quarter" idx="11"/>
          </p:nvPr>
        </p:nvSpPr>
        <p:spPr/>
        <p:txBody>
          <a:bodyPr/>
          <a:lstStyle/>
          <a:p>
            <a:endParaRPr lang="da-DK"/>
          </a:p>
        </p:txBody>
      </p:sp>
      <p:sp>
        <p:nvSpPr>
          <p:cNvPr id="7" name="Pladsholder til slidenummer 6">
            <a:extLst>
              <a:ext uri="{FF2B5EF4-FFF2-40B4-BE49-F238E27FC236}">
                <a16:creationId xmlns:a16="http://schemas.microsoft.com/office/drawing/2014/main" id="{E53225B6-E265-C785-10FF-D6F02F244382}"/>
              </a:ext>
            </a:extLst>
          </p:cNvPr>
          <p:cNvSpPr>
            <a:spLocks noGrp="1"/>
          </p:cNvSpPr>
          <p:nvPr>
            <p:ph type="sldNum" sz="quarter" idx="12"/>
          </p:nvPr>
        </p:nvSpPr>
        <p:spPr/>
        <p:txBody>
          <a:bodyPr/>
          <a:lstStyle/>
          <a:p>
            <a:fld id="{C2605334-73FA-487C-B939-35CDCDE5F4E6}" type="slidenum">
              <a:rPr lang="da-DK" smtClean="0"/>
              <a:t>‹nr.›</a:t>
            </a:fld>
            <a:endParaRPr lang="da-DK"/>
          </a:p>
        </p:txBody>
      </p:sp>
    </p:spTree>
    <p:extLst>
      <p:ext uri="{BB962C8B-B14F-4D97-AF65-F5344CB8AC3E}">
        <p14:creationId xmlns:p14="http://schemas.microsoft.com/office/powerpoint/2010/main" val="632537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6C26EA-9C06-F73C-F76C-8E2FA8E68046}"/>
              </a:ext>
            </a:extLst>
          </p:cNvPr>
          <p:cNvSpPr>
            <a:spLocks noGrp="1"/>
          </p:cNvSpPr>
          <p:nvPr>
            <p:ph type="title"/>
          </p:nvPr>
        </p:nvSpPr>
        <p:spPr>
          <a:xfrm>
            <a:off x="839788" y="365125"/>
            <a:ext cx="10515600" cy="1325563"/>
          </a:xfrm>
        </p:spPr>
        <p:txBody>
          <a:bodyPr/>
          <a:lstStyle/>
          <a:p>
            <a:r>
              <a:rPr lang="da-DK"/>
              <a:t>Klik for at redigere titeltypografien i masteren</a:t>
            </a:r>
          </a:p>
        </p:txBody>
      </p:sp>
      <p:sp>
        <p:nvSpPr>
          <p:cNvPr id="3" name="Pladsholder til tekst 2">
            <a:extLst>
              <a:ext uri="{FF2B5EF4-FFF2-40B4-BE49-F238E27FC236}">
                <a16:creationId xmlns:a16="http://schemas.microsoft.com/office/drawing/2014/main" id="{B6F3FFD1-C954-644D-B451-B9C0E7F6EA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4" name="Pladsholder til indhold 3">
            <a:extLst>
              <a:ext uri="{FF2B5EF4-FFF2-40B4-BE49-F238E27FC236}">
                <a16:creationId xmlns:a16="http://schemas.microsoft.com/office/drawing/2014/main" id="{F533EAF6-B05E-6714-F27B-D79B301F519F}"/>
              </a:ext>
            </a:extLst>
          </p:cNvPr>
          <p:cNvSpPr>
            <a:spLocks noGrp="1"/>
          </p:cNvSpPr>
          <p:nvPr>
            <p:ph sz="half" idx="2"/>
          </p:nvPr>
        </p:nvSpPr>
        <p:spPr>
          <a:xfrm>
            <a:off x="839788" y="2505075"/>
            <a:ext cx="5157787" cy="368458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5" name="Pladsholder til tekst 4">
            <a:extLst>
              <a:ext uri="{FF2B5EF4-FFF2-40B4-BE49-F238E27FC236}">
                <a16:creationId xmlns:a16="http://schemas.microsoft.com/office/drawing/2014/main" id="{75F6A67B-89C7-F1AB-E3EA-619E8D8BD7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6" name="Pladsholder til indhold 5">
            <a:extLst>
              <a:ext uri="{FF2B5EF4-FFF2-40B4-BE49-F238E27FC236}">
                <a16:creationId xmlns:a16="http://schemas.microsoft.com/office/drawing/2014/main" id="{627325BF-B0D2-0C5C-E6D6-5C8A0764053A}"/>
              </a:ext>
            </a:extLst>
          </p:cNvPr>
          <p:cNvSpPr>
            <a:spLocks noGrp="1"/>
          </p:cNvSpPr>
          <p:nvPr>
            <p:ph sz="quarter" idx="4"/>
          </p:nvPr>
        </p:nvSpPr>
        <p:spPr>
          <a:xfrm>
            <a:off x="6172200" y="2505075"/>
            <a:ext cx="5183188" cy="368458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7" name="Pladsholder til dato 6">
            <a:extLst>
              <a:ext uri="{FF2B5EF4-FFF2-40B4-BE49-F238E27FC236}">
                <a16:creationId xmlns:a16="http://schemas.microsoft.com/office/drawing/2014/main" id="{8DEDB748-D070-DC15-0212-DA115E7F5ED3}"/>
              </a:ext>
            </a:extLst>
          </p:cNvPr>
          <p:cNvSpPr>
            <a:spLocks noGrp="1"/>
          </p:cNvSpPr>
          <p:nvPr>
            <p:ph type="dt" sz="half" idx="10"/>
          </p:nvPr>
        </p:nvSpPr>
        <p:spPr/>
        <p:txBody>
          <a:bodyPr/>
          <a:lstStyle/>
          <a:p>
            <a:fld id="{C051076F-F6D1-458D-95FA-367B7BEBDBFB}" type="datetimeFigureOut">
              <a:rPr lang="da-DK" smtClean="0"/>
              <a:t>11-09-2026</a:t>
            </a:fld>
            <a:endParaRPr lang="da-DK"/>
          </a:p>
        </p:txBody>
      </p:sp>
      <p:sp>
        <p:nvSpPr>
          <p:cNvPr id="8" name="Pladsholder til sidefod 7">
            <a:extLst>
              <a:ext uri="{FF2B5EF4-FFF2-40B4-BE49-F238E27FC236}">
                <a16:creationId xmlns:a16="http://schemas.microsoft.com/office/drawing/2014/main" id="{99E5C063-900F-67CB-55FA-D8D0B7C5D2BD}"/>
              </a:ext>
            </a:extLst>
          </p:cNvPr>
          <p:cNvSpPr>
            <a:spLocks noGrp="1"/>
          </p:cNvSpPr>
          <p:nvPr>
            <p:ph type="ftr" sz="quarter" idx="11"/>
          </p:nvPr>
        </p:nvSpPr>
        <p:spPr/>
        <p:txBody>
          <a:bodyPr/>
          <a:lstStyle/>
          <a:p>
            <a:endParaRPr lang="da-DK"/>
          </a:p>
        </p:txBody>
      </p:sp>
      <p:sp>
        <p:nvSpPr>
          <p:cNvPr id="9" name="Pladsholder til slidenummer 8">
            <a:extLst>
              <a:ext uri="{FF2B5EF4-FFF2-40B4-BE49-F238E27FC236}">
                <a16:creationId xmlns:a16="http://schemas.microsoft.com/office/drawing/2014/main" id="{33793D0E-1030-DD65-E5EF-4353DB14B201}"/>
              </a:ext>
            </a:extLst>
          </p:cNvPr>
          <p:cNvSpPr>
            <a:spLocks noGrp="1"/>
          </p:cNvSpPr>
          <p:nvPr>
            <p:ph type="sldNum" sz="quarter" idx="12"/>
          </p:nvPr>
        </p:nvSpPr>
        <p:spPr/>
        <p:txBody>
          <a:bodyPr/>
          <a:lstStyle/>
          <a:p>
            <a:fld id="{C2605334-73FA-487C-B939-35CDCDE5F4E6}" type="slidenum">
              <a:rPr lang="da-DK" smtClean="0"/>
              <a:t>‹nr.›</a:t>
            </a:fld>
            <a:endParaRPr lang="da-DK"/>
          </a:p>
        </p:txBody>
      </p:sp>
    </p:spTree>
    <p:extLst>
      <p:ext uri="{BB962C8B-B14F-4D97-AF65-F5344CB8AC3E}">
        <p14:creationId xmlns:p14="http://schemas.microsoft.com/office/powerpoint/2010/main" val="3878273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48315B-A680-70EE-F470-584DC4F0CF59}"/>
              </a:ext>
            </a:extLst>
          </p:cNvPr>
          <p:cNvSpPr>
            <a:spLocks noGrp="1"/>
          </p:cNvSpPr>
          <p:nvPr>
            <p:ph type="title"/>
          </p:nvPr>
        </p:nvSpPr>
        <p:spPr/>
        <p:txBody>
          <a:bodyPr/>
          <a:lstStyle/>
          <a:p>
            <a:r>
              <a:rPr lang="da-DK"/>
              <a:t>Klik for at redigere titeltypografien i masteren</a:t>
            </a:r>
          </a:p>
        </p:txBody>
      </p:sp>
      <p:sp>
        <p:nvSpPr>
          <p:cNvPr id="3" name="Pladsholder til dato 2">
            <a:extLst>
              <a:ext uri="{FF2B5EF4-FFF2-40B4-BE49-F238E27FC236}">
                <a16:creationId xmlns:a16="http://schemas.microsoft.com/office/drawing/2014/main" id="{90FBA42A-F422-25B9-E81A-AB73B1C383B8}"/>
              </a:ext>
            </a:extLst>
          </p:cNvPr>
          <p:cNvSpPr>
            <a:spLocks noGrp="1"/>
          </p:cNvSpPr>
          <p:nvPr>
            <p:ph type="dt" sz="half" idx="10"/>
          </p:nvPr>
        </p:nvSpPr>
        <p:spPr/>
        <p:txBody>
          <a:bodyPr/>
          <a:lstStyle/>
          <a:p>
            <a:fld id="{C051076F-F6D1-458D-95FA-367B7BEBDBFB}" type="datetimeFigureOut">
              <a:rPr lang="da-DK" smtClean="0"/>
              <a:t>11-09-2026</a:t>
            </a:fld>
            <a:endParaRPr lang="da-DK"/>
          </a:p>
        </p:txBody>
      </p:sp>
      <p:sp>
        <p:nvSpPr>
          <p:cNvPr id="4" name="Pladsholder til sidefod 3">
            <a:extLst>
              <a:ext uri="{FF2B5EF4-FFF2-40B4-BE49-F238E27FC236}">
                <a16:creationId xmlns:a16="http://schemas.microsoft.com/office/drawing/2014/main" id="{3421FAE0-5F15-7327-DF29-3262F2D25E3B}"/>
              </a:ext>
            </a:extLst>
          </p:cNvPr>
          <p:cNvSpPr>
            <a:spLocks noGrp="1"/>
          </p:cNvSpPr>
          <p:nvPr>
            <p:ph type="ftr" sz="quarter" idx="11"/>
          </p:nvPr>
        </p:nvSpPr>
        <p:spPr/>
        <p:txBody>
          <a:bodyPr/>
          <a:lstStyle/>
          <a:p>
            <a:endParaRPr lang="da-DK"/>
          </a:p>
        </p:txBody>
      </p:sp>
      <p:sp>
        <p:nvSpPr>
          <p:cNvPr id="5" name="Pladsholder til slidenummer 4">
            <a:extLst>
              <a:ext uri="{FF2B5EF4-FFF2-40B4-BE49-F238E27FC236}">
                <a16:creationId xmlns:a16="http://schemas.microsoft.com/office/drawing/2014/main" id="{569CD3CA-EC12-CDE1-45A6-6FAD970F290E}"/>
              </a:ext>
            </a:extLst>
          </p:cNvPr>
          <p:cNvSpPr>
            <a:spLocks noGrp="1"/>
          </p:cNvSpPr>
          <p:nvPr>
            <p:ph type="sldNum" sz="quarter" idx="12"/>
          </p:nvPr>
        </p:nvSpPr>
        <p:spPr/>
        <p:txBody>
          <a:bodyPr/>
          <a:lstStyle/>
          <a:p>
            <a:fld id="{C2605334-73FA-487C-B939-35CDCDE5F4E6}" type="slidenum">
              <a:rPr lang="da-DK" smtClean="0"/>
              <a:t>‹nr.›</a:t>
            </a:fld>
            <a:endParaRPr lang="da-DK"/>
          </a:p>
        </p:txBody>
      </p:sp>
    </p:spTree>
    <p:extLst>
      <p:ext uri="{BB962C8B-B14F-4D97-AF65-F5344CB8AC3E}">
        <p14:creationId xmlns:p14="http://schemas.microsoft.com/office/powerpoint/2010/main" val="2927224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dsholder til dato 1">
            <a:extLst>
              <a:ext uri="{FF2B5EF4-FFF2-40B4-BE49-F238E27FC236}">
                <a16:creationId xmlns:a16="http://schemas.microsoft.com/office/drawing/2014/main" id="{B6238F4F-4D01-00C0-A2A6-FDABCB53C5BD}"/>
              </a:ext>
            </a:extLst>
          </p:cNvPr>
          <p:cNvSpPr>
            <a:spLocks noGrp="1"/>
          </p:cNvSpPr>
          <p:nvPr>
            <p:ph type="dt" sz="half" idx="10"/>
          </p:nvPr>
        </p:nvSpPr>
        <p:spPr/>
        <p:txBody>
          <a:bodyPr/>
          <a:lstStyle/>
          <a:p>
            <a:fld id="{C051076F-F6D1-458D-95FA-367B7BEBDBFB}" type="datetimeFigureOut">
              <a:rPr lang="da-DK" smtClean="0"/>
              <a:t>11-09-2026</a:t>
            </a:fld>
            <a:endParaRPr lang="da-DK"/>
          </a:p>
        </p:txBody>
      </p:sp>
      <p:sp>
        <p:nvSpPr>
          <p:cNvPr id="3" name="Pladsholder til sidefod 2">
            <a:extLst>
              <a:ext uri="{FF2B5EF4-FFF2-40B4-BE49-F238E27FC236}">
                <a16:creationId xmlns:a16="http://schemas.microsoft.com/office/drawing/2014/main" id="{D043F5C9-9BBD-1165-ADB9-E764DEA7F998}"/>
              </a:ext>
            </a:extLst>
          </p:cNvPr>
          <p:cNvSpPr>
            <a:spLocks noGrp="1"/>
          </p:cNvSpPr>
          <p:nvPr>
            <p:ph type="ftr" sz="quarter" idx="11"/>
          </p:nvPr>
        </p:nvSpPr>
        <p:spPr/>
        <p:txBody>
          <a:bodyPr/>
          <a:lstStyle/>
          <a:p>
            <a:endParaRPr lang="da-DK"/>
          </a:p>
        </p:txBody>
      </p:sp>
      <p:sp>
        <p:nvSpPr>
          <p:cNvPr id="4" name="Pladsholder til slidenummer 3">
            <a:extLst>
              <a:ext uri="{FF2B5EF4-FFF2-40B4-BE49-F238E27FC236}">
                <a16:creationId xmlns:a16="http://schemas.microsoft.com/office/drawing/2014/main" id="{F09091CF-CCF9-F01F-8E50-59AC6AB5678F}"/>
              </a:ext>
            </a:extLst>
          </p:cNvPr>
          <p:cNvSpPr>
            <a:spLocks noGrp="1"/>
          </p:cNvSpPr>
          <p:nvPr>
            <p:ph type="sldNum" sz="quarter" idx="12"/>
          </p:nvPr>
        </p:nvSpPr>
        <p:spPr/>
        <p:txBody>
          <a:bodyPr/>
          <a:lstStyle/>
          <a:p>
            <a:fld id="{C2605334-73FA-487C-B939-35CDCDE5F4E6}" type="slidenum">
              <a:rPr lang="da-DK" smtClean="0"/>
              <a:t>‹nr.›</a:t>
            </a:fld>
            <a:endParaRPr lang="da-DK"/>
          </a:p>
        </p:txBody>
      </p:sp>
    </p:spTree>
    <p:extLst>
      <p:ext uri="{BB962C8B-B14F-4D97-AF65-F5344CB8AC3E}">
        <p14:creationId xmlns:p14="http://schemas.microsoft.com/office/powerpoint/2010/main" val="2942480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dhold med billed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08506F3-4619-4E32-AE0E-EE31929B5B5E}"/>
              </a:ext>
            </a:extLst>
          </p:cNvPr>
          <p:cNvSpPr>
            <a:spLocks noGrp="1"/>
          </p:cNvSpPr>
          <p:nvPr>
            <p:ph type="title"/>
          </p:nvPr>
        </p:nvSpPr>
        <p:spPr>
          <a:xfrm>
            <a:off x="839788" y="457200"/>
            <a:ext cx="3932237" cy="1600200"/>
          </a:xfrm>
        </p:spPr>
        <p:txBody>
          <a:bodyPr anchor="b"/>
          <a:lstStyle>
            <a:lvl1pPr>
              <a:defRPr sz="3200"/>
            </a:lvl1pPr>
          </a:lstStyle>
          <a:p>
            <a:r>
              <a:rPr lang="da-DK"/>
              <a:t>Klik for at redigere titeltypografien i masteren</a:t>
            </a:r>
          </a:p>
        </p:txBody>
      </p:sp>
      <p:sp>
        <p:nvSpPr>
          <p:cNvPr id="3" name="Pladsholder til indhold 2">
            <a:extLst>
              <a:ext uri="{FF2B5EF4-FFF2-40B4-BE49-F238E27FC236}">
                <a16:creationId xmlns:a16="http://schemas.microsoft.com/office/drawing/2014/main" id="{2CE89A3C-EFA4-65ED-06DC-469C112BBE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tekst 3">
            <a:extLst>
              <a:ext uri="{FF2B5EF4-FFF2-40B4-BE49-F238E27FC236}">
                <a16:creationId xmlns:a16="http://schemas.microsoft.com/office/drawing/2014/main" id="{1D000AE4-E7DF-3243-4A9B-F4CACC2240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Pladsholder til dato 4">
            <a:extLst>
              <a:ext uri="{FF2B5EF4-FFF2-40B4-BE49-F238E27FC236}">
                <a16:creationId xmlns:a16="http://schemas.microsoft.com/office/drawing/2014/main" id="{0C12405C-0B34-045A-1ED1-134D3BBCB559}"/>
              </a:ext>
            </a:extLst>
          </p:cNvPr>
          <p:cNvSpPr>
            <a:spLocks noGrp="1"/>
          </p:cNvSpPr>
          <p:nvPr>
            <p:ph type="dt" sz="half" idx="10"/>
          </p:nvPr>
        </p:nvSpPr>
        <p:spPr/>
        <p:txBody>
          <a:bodyPr/>
          <a:lstStyle/>
          <a:p>
            <a:fld id="{C051076F-F6D1-458D-95FA-367B7BEBDBFB}" type="datetimeFigureOut">
              <a:rPr lang="da-DK" smtClean="0"/>
              <a:t>11-09-2026</a:t>
            </a:fld>
            <a:endParaRPr lang="da-DK"/>
          </a:p>
        </p:txBody>
      </p:sp>
      <p:sp>
        <p:nvSpPr>
          <p:cNvPr id="6" name="Pladsholder til sidefod 5">
            <a:extLst>
              <a:ext uri="{FF2B5EF4-FFF2-40B4-BE49-F238E27FC236}">
                <a16:creationId xmlns:a16="http://schemas.microsoft.com/office/drawing/2014/main" id="{938928E7-1234-39E5-E105-EBAC8B0DB35E}"/>
              </a:ext>
            </a:extLst>
          </p:cNvPr>
          <p:cNvSpPr>
            <a:spLocks noGrp="1"/>
          </p:cNvSpPr>
          <p:nvPr>
            <p:ph type="ftr" sz="quarter" idx="11"/>
          </p:nvPr>
        </p:nvSpPr>
        <p:spPr/>
        <p:txBody>
          <a:bodyPr/>
          <a:lstStyle/>
          <a:p>
            <a:endParaRPr lang="da-DK"/>
          </a:p>
        </p:txBody>
      </p:sp>
      <p:sp>
        <p:nvSpPr>
          <p:cNvPr id="7" name="Pladsholder til slidenummer 6">
            <a:extLst>
              <a:ext uri="{FF2B5EF4-FFF2-40B4-BE49-F238E27FC236}">
                <a16:creationId xmlns:a16="http://schemas.microsoft.com/office/drawing/2014/main" id="{B20BA1E3-C0B4-9EEF-2D6B-7518E83440A9}"/>
              </a:ext>
            </a:extLst>
          </p:cNvPr>
          <p:cNvSpPr>
            <a:spLocks noGrp="1"/>
          </p:cNvSpPr>
          <p:nvPr>
            <p:ph type="sldNum" sz="quarter" idx="12"/>
          </p:nvPr>
        </p:nvSpPr>
        <p:spPr/>
        <p:txBody>
          <a:bodyPr/>
          <a:lstStyle/>
          <a:p>
            <a:fld id="{C2605334-73FA-487C-B939-35CDCDE5F4E6}" type="slidenum">
              <a:rPr lang="da-DK" smtClean="0"/>
              <a:t>‹nr.›</a:t>
            </a:fld>
            <a:endParaRPr lang="da-DK"/>
          </a:p>
        </p:txBody>
      </p:sp>
    </p:spTree>
    <p:extLst>
      <p:ext uri="{BB962C8B-B14F-4D97-AF65-F5344CB8AC3E}">
        <p14:creationId xmlns:p14="http://schemas.microsoft.com/office/powerpoint/2010/main" val="1061712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lede med billed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FC430D-F93A-32FE-84C5-A572710E4397}"/>
              </a:ext>
            </a:extLst>
          </p:cNvPr>
          <p:cNvSpPr>
            <a:spLocks noGrp="1"/>
          </p:cNvSpPr>
          <p:nvPr>
            <p:ph type="title"/>
          </p:nvPr>
        </p:nvSpPr>
        <p:spPr>
          <a:xfrm>
            <a:off x="839788" y="457200"/>
            <a:ext cx="3932237" cy="1600200"/>
          </a:xfrm>
        </p:spPr>
        <p:txBody>
          <a:bodyPr anchor="b"/>
          <a:lstStyle>
            <a:lvl1pPr>
              <a:defRPr sz="3200"/>
            </a:lvl1pPr>
          </a:lstStyle>
          <a:p>
            <a:r>
              <a:rPr lang="da-DK"/>
              <a:t>Klik for at redigere titeltypografien i masteren</a:t>
            </a:r>
          </a:p>
        </p:txBody>
      </p:sp>
      <p:sp>
        <p:nvSpPr>
          <p:cNvPr id="3" name="Pladsholder til billede 2">
            <a:extLst>
              <a:ext uri="{FF2B5EF4-FFF2-40B4-BE49-F238E27FC236}">
                <a16:creationId xmlns:a16="http://schemas.microsoft.com/office/drawing/2014/main" id="{79B0D703-12D5-AC5E-ED64-0C50E8A3A2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a-DK"/>
          </a:p>
        </p:txBody>
      </p:sp>
      <p:sp>
        <p:nvSpPr>
          <p:cNvPr id="4" name="Pladsholder til tekst 3">
            <a:extLst>
              <a:ext uri="{FF2B5EF4-FFF2-40B4-BE49-F238E27FC236}">
                <a16:creationId xmlns:a16="http://schemas.microsoft.com/office/drawing/2014/main" id="{30D40F6A-6F2D-BF28-F414-36F0A9D24B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Pladsholder til dato 4">
            <a:extLst>
              <a:ext uri="{FF2B5EF4-FFF2-40B4-BE49-F238E27FC236}">
                <a16:creationId xmlns:a16="http://schemas.microsoft.com/office/drawing/2014/main" id="{DC17337F-786E-BD1D-EDB3-2C0740E29F8C}"/>
              </a:ext>
            </a:extLst>
          </p:cNvPr>
          <p:cNvSpPr>
            <a:spLocks noGrp="1"/>
          </p:cNvSpPr>
          <p:nvPr>
            <p:ph type="dt" sz="half" idx="10"/>
          </p:nvPr>
        </p:nvSpPr>
        <p:spPr/>
        <p:txBody>
          <a:bodyPr/>
          <a:lstStyle/>
          <a:p>
            <a:fld id="{C051076F-F6D1-458D-95FA-367B7BEBDBFB}" type="datetimeFigureOut">
              <a:rPr lang="da-DK" smtClean="0"/>
              <a:t>11-09-2026</a:t>
            </a:fld>
            <a:endParaRPr lang="da-DK"/>
          </a:p>
        </p:txBody>
      </p:sp>
      <p:sp>
        <p:nvSpPr>
          <p:cNvPr id="6" name="Pladsholder til sidefod 5">
            <a:extLst>
              <a:ext uri="{FF2B5EF4-FFF2-40B4-BE49-F238E27FC236}">
                <a16:creationId xmlns:a16="http://schemas.microsoft.com/office/drawing/2014/main" id="{7127423B-92DB-BB98-75A0-032B97E1F2C8}"/>
              </a:ext>
            </a:extLst>
          </p:cNvPr>
          <p:cNvSpPr>
            <a:spLocks noGrp="1"/>
          </p:cNvSpPr>
          <p:nvPr>
            <p:ph type="ftr" sz="quarter" idx="11"/>
          </p:nvPr>
        </p:nvSpPr>
        <p:spPr/>
        <p:txBody>
          <a:bodyPr/>
          <a:lstStyle/>
          <a:p>
            <a:endParaRPr lang="da-DK"/>
          </a:p>
        </p:txBody>
      </p:sp>
      <p:sp>
        <p:nvSpPr>
          <p:cNvPr id="7" name="Pladsholder til slidenummer 6">
            <a:extLst>
              <a:ext uri="{FF2B5EF4-FFF2-40B4-BE49-F238E27FC236}">
                <a16:creationId xmlns:a16="http://schemas.microsoft.com/office/drawing/2014/main" id="{74690869-C1E9-CC20-8F5C-2921A26721E6}"/>
              </a:ext>
            </a:extLst>
          </p:cNvPr>
          <p:cNvSpPr>
            <a:spLocks noGrp="1"/>
          </p:cNvSpPr>
          <p:nvPr>
            <p:ph type="sldNum" sz="quarter" idx="12"/>
          </p:nvPr>
        </p:nvSpPr>
        <p:spPr/>
        <p:txBody>
          <a:bodyPr/>
          <a:lstStyle/>
          <a:p>
            <a:fld id="{C2605334-73FA-487C-B939-35CDCDE5F4E6}" type="slidenum">
              <a:rPr lang="da-DK" smtClean="0"/>
              <a:t>‹nr.›</a:t>
            </a:fld>
            <a:endParaRPr lang="da-DK"/>
          </a:p>
        </p:txBody>
      </p:sp>
    </p:spTree>
    <p:extLst>
      <p:ext uri="{BB962C8B-B14F-4D97-AF65-F5344CB8AC3E}">
        <p14:creationId xmlns:p14="http://schemas.microsoft.com/office/powerpoint/2010/main" val="923152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og lodret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3360B1-0347-2221-D699-4E797139E2B2}"/>
              </a:ext>
            </a:extLst>
          </p:cNvPr>
          <p:cNvSpPr>
            <a:spLocks noGrp="1"/>
          </p:cNvSpPr>
          <p:nvPr>
            <p:ph type="title"/>
          </p:nvPr>
        </p:nvSpPr>
        <p:spPr/>
        <p:txBody>
          <a:bodyPr/>
          <a:lstStyle/>
          <a:p>
            <a:r>
              <a:rPr lang="da-DK"/>
              <a:t>Klik for at redigere titeltypografien i masteren</a:t>
            </a:r>
          </a:p>
        </p:txBody>
      </p:sp>
      <p:sp>
        <p:nvSpPr>
          <p:cNvPr id="3" name="Pladsholder til lodret titel 2">
            <a:extLst>
              <a:ext uri="{FF2B5EF4-FFF2-40B4-BE49-F238E27FC236}">
                <a16:creationId xmlns:a16="http://schemas.microsoft.com/office/drawing/2014/main" id="{C761C3E7-AEEC-0D40-C924-E3DD2217BE5A}"/>
              </a:ext>
            </a:extLst>
          </p:cNvPr>
          <p:cNvSpPr>
            <a:spLocks noGrp="1"/>
          </p:cNvSpPr>
          <p:nvPr>
            <p:ph type="body" orient="vert" idx="1"/>
          </p:nvPr>
        </p:nvSpPr>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92EE9791-FEE4-90AF-D20E-59722A02B5A8}"/>
              </a:ext>
            </a:extLst>
          </p:cNvPr>
          <p:cNvSpPr>
            <a:spLocks noGrp="1"/>
          </p:cNvSpPr>
          <p:nvPr>
            <p:ph type="dt" sz="half" idx="10"/>
          </p:nvPr>
        </p:nvSpPr>
        <p:spPr/>
        <p:txBody>
          <a:bodyPr/>
          <a:lstStyle/>
          <a:p>
            <a:fld id="{C051076F-F6D1-458D-95FA-367B7BEBDBFB}" type="datetimeFigureOut">
              <a:rPr lang="da-DK" smtClean="0"/>
              <a:t>11-09-2026</a:t>
            </a:fld>
            <a:endParaRPr lang="da-DK"/>
          </a:p>
        </p:txBody>
      </p:sp>
      <p:sp>
        <p:nvSpPr>
          <p:cNvPr id="5" name="Pladsholder til sidefod 4">
            <a:extLst>
              <a:ext uri="{FF2B5EF4-FFF2-40B4-BE49-F238E27FC236}">
                <a16:creationId xmlns:a16="http://schemas.microsoft.com/office/drawing/2014/main" id="{56A6D0DE-FC66-3E0E-96EF-1DF2D2E2C222}"/>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B27243E4-0DA6-C960-4903-F1735AAF3B29}"/>
              </a:ext>
            </a:extLst>
          </p:cNvPr>
          <p:cNvSpPr>
            <a:spLocks noGrp="1"/>
          </p:cNvSpPr>
          <p:nvPr>
            <p:ph type="sldNum" sz="quarter" idx="12"/>
          </p:nvPr>
        </p:nvSpPr>
        <p:spPr/>
        <p:txBody>
          <a:bodyPr/>
          <a:lstStyle/>
          <a:p>
            <a:fld id="{C2605334-73FA-487C-B939-35CDCDE5F4E6}" type="slidenum">
              <a:rPr lang="da-DK" smtClean="0"/>
              <a:t>‹nr.›</a:t>
            </a:fld>
            <a:endParaRPr lang="da-DK"/>
          </a:p>
        </p:txBody>
      </p:sp>
    </p:spTree>
    <p:extLst>
      <p:ext uri="{BB962C8B-B14F-4D97-AF65-F5344CB8AC3E}">
        <p14:creationId xmlns:p14="http://schemas.microsoft.com/office/powerpoint/2010/main" val="1611745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et titel og tekst">
    <p:spTree>
      <p:nvGrpSpPr>
        <p:cNvPr id="1" name=""/>
        <p:cNvGrpSpPr/>
        <p:nvPr/>
      </p:nvGrpSpPr>
      <p:grpSpPr>
        <a:xfrm>
          <a:off x="0" y="0"/>
          <a:ext cx="0" cy="0"/>
          <a:chOff x="0" y="0"/>
          <a:chExt cx="0" cy="0"/>
        </a:xfrm>
      </p:grpSpPr>
      <p:sp>
        <p:nvSpPr>
          <p:cNvPr id="2" name="Lodret titel 1">
            <a:extLst>
              <a:ext uri="{FF2B5EF4-FFF2-40B4-BE49-F238E27FC236}">
                <a16:creationId xmlns:a16="http://schemas.microsoft.com/office/drawing/2014/main" id="{DACFD329-E89B-837F-32C8-024AA27A974F}"/>
              </a:ext>
            </a:extLst>
          </p:cNvPr>
          <p:cNvSpPr>
            <a:spLocks noGrp="1"/>
          </p:cNvSpPr>
          <p:nvPr>
            <p:ph type="title" orient="vert"/>
          </p:nvPr>
        </p:nvSpPr>
        <p:spPr>
          <a:xfrm>
            <a:off x="8724900" y="365125"/>
            <a:ext cx="2628900" cy="5811838"/>
          </a:xfrm>
        </p:spPr>
        <p:txBody>
          <a:bodyPr vert="eaVert"/>
          <a:lstStyle/>
          <a:p>
            <a:r>
              <a:rPr lang="da-DK"/>
              <a:t>Klik for at redigere titeltypografien i masteren</a:t>
            </a:r>
          </a:p>
        </p:txBody>
      </p:sp>
      <p:sp>
        <p:nvSpPr>
          <p:cNvPr id="3" name="Pladsholder til lodret titel 2">
            <a:extLst>
              <a:ext uri="{FF2B5EF4-FFF2-40B4-BE49-F238E27FC236}">
                <a16:creationId xmlns:a16="http://schemas.microsoft.com/office/drawing/2014/main" id="{9066623B-4351-CB47-1AD5-D7C2902B0BE7}"/>
              </a:ext>
            </a:extLst>
          </p:cNvPr>
          <p:cNvSpPr>
            <a:spLocks noGrp="1"/>
          </p:cNvSpPr>
          <p:nvPr>
            <p:ph type="body" orient="vert" idx="1"/>
          </p:nvPr>
        </p:nvSpPr>
        <p:spPr>
          <a:xfrm>
            <a:off x="838200" y="365125"/>
            <a:ext cx="7734300" cy="5811838"/>
          </a:xfrm>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FBD0B10E-5A14-72CD-1922-C2743EEC7BD8}"/>
              </a:ext>
            </a:extLst>
          </p:cNvPr>
          <p:cNvSpPr>
            <a:spLocks noGrp="1"/>
          </p:cNvSpPr>
          <p:nvPr>
            <p:ph type="dt" sz="half" idx="10"/>
          </p:nvPr>
        </p:nvSpPr>
        <p:spPr/>
        <p:txBody>
          <a:bodyPr/>
          <a:lstStyle/>
          <a:p>
            <a:fld id="{C051076F-F6D1-458D-95FA-367B7BEBDBFB}" type="datetimeFigureOut">
              <a:rPr lang="da-DK" smtClean="0"/>
              <a:t>11-09-2026</a:t>
            </a:fld>
            <a:endParaRPr lang="da-DK"/>
          </a:p>
        </p:txBody>
      </p:sp>
      <p:sp>
        <p:nvSpPr>
          <p:cNvPr id="5" name="Pladsholder til sidefod 4">
            <a:extLst>
              <a:ext uri="{FF2B5EF4-FFF2-40B4-BE49-F238E27FC236}">
                <a16:creationId xmlns:a16="http://schemas.microsoft.com/office/drawing/2014/main" id="{77FE29A0-1E11-C1E1-128E-365AB02D9E65}"/>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92D9186A-837D-89F5-8AEB-0BE3C8DA391F}"/>
              </a:ext>
            </a:extLst>
          </p:cNvPr>
          <p:cNvSpPr>
            <a:spLocks noGrp="1"/>
          </p:cNvSpPr>
          <p:nvPr>
            <p:ph type="sldNum" sz="quarter" idx="12"/>
          </p:nvPr>
        </p:nvSpPr>
        <p:spPr/>
        <p:txBody>
          <a:bodyPr/>
          <a:lstStyle/>
          <a:p>
            <a:fld id="{C2605334-73FA-487C-B939-35CDCDE5F4E6}" type="slidenum">
              <a:rPr lang="da-DK" smtClean="0"/>
              <a:t>‹nr.›</a:t>
            </a:fld>
            <a:endParaRPr lang="da-DK"/>
          </a:p>
        </p:txBody>
      </p:sp>
    </p:spTree>
    <p:extLst>
      <p:ext uri="{BB962C8B-B14F-4D97-AF65-F5344CB8AC3E}">
        <p14:creationId xmlns:p14="http://schemas.microsoft.com/office/powerpoint/2010/main" val="1889577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titel 1">
            <a:extLst>
              <a:ext uri="{FF2B5EF4-FFF2-40B4-BE49-F238E27FC236}">
                <a16:creationId xmlns:a16="http://schemas.microsoft.com/office/drawing/2014/main" id="{4FE90851-E3BC-1069-E266-32195118BB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a-DK"/>
              <a:t>Klik for at redigere titeltypografien i masteren</a:t>
            </a:r>
          </a:p>
        </p:txBody>
      </p:sp>
      <p:sp>
        <p:nvSpPr>
          <p:cNvPr id="3" name="Pladsholder til tekst 2">
            <a:extLst>
              <a:ext uri="{FF2B5EF4-FFF2-40B4-BE49-F238E27FC236}">
                <a16:creationId xmlns:a16="http://schemas.microsoft.com/office/drawing/2014/main" id="{4F035962-F4ED-C657-E583-9975A908AE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A57412CF-C609-9146-8ABE-A105B6CC15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051076F-F6D1-458D-95FA-367B7BEBDBFB}" type="datetimeFigureOut">
              <a:rPr lang="da-DK" smtClean="0"/>
              <a:t>11-09-2026</a:t>
            </a:fld>
            <a:endParaRPr lang="da-DK"/>
          </a:p>
        </p:txBody>
      </p:sp>
      <p:sp>
        <p:nvSpPr>
          <p:cNvPr id="5" name="Pladsholder til sidefod 4">
            <a:extLst>
              <a:ext uri="{FF2B5EF4-FFF2-40B4-BE49-F238E27FC236}">
                <a16:creationId xmlns:a16="http://schemas.microsoft.com/office/drawing/2014/main" id="{D5EEB03A-3767-037C-05DB-2392428163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a-DK"/>
          </a:p>
        </p:txBody>
      </p:sp>
      <p:sp>
        <p:nvSpPr>
          <p:cNvPr id="6" name="Pladsholder til slidenummer 5">
            <a:extLst>
              <a:ext uri="{FF2B5EF4-FFF2-40B4-BE49-F238E27FC236}">
                <a16:creationId xmlns:a16="http://schemas.microsoft.com/office/drawing/2014/main" id="{9D7FE5E9-422F-7AAF-CA33-8D25E4923C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2605334-73FA-487C-B939-35CDCDE5F4E6}" type="slidenum">
              <a:rPr lang="da-DK" smtClean="0"/>
              <a:t>‹nr.›</a:t>
            </a:fld>
            <a:endParaRPr lang="da-DK"/>
          </a:p>
        </p:txBody>
      </p:sp>
    </p:spTree>
    <p:extLst>
      <p:ext uri="{BB962C8B-B14F-4D97-AF65-F5344CB8AC3E}">
        <p14:creationId xmlns:p14="http://schemas.microsoft.com/office/powerpoint/2010/main" val="9749269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customXml" Target="../ink/ink7.xml"/><Relationship Id="rId18" Type="http://schemas.openxmlformats.org/officeDocument/2006/relationships/customXml" Target="../ink/ink11.xml"/><Relationship Id="rId26" Type="http://schemas.openxmlformats.org/officeDocument/2006/relationships/customXml" Target="../ink/ink15.xml"/><Relationship Id="rId3" Type="http://schemas.openxmlformats.org/officeDocument/2006/relationships/customXml" Target="../ink/ink1.xml"/><Relationship Id="rId21" Type="http://schemas.openxmlformats.org/officeDocument/2006/relationships/image" Target="../media/image8.png"/><Relationship Id="rId7" Type="http://schemas.openxmlformats.org/officeDocument/2006/relationships/customXml" Target="../ink/ink3.xml"/><Relationship Id="rId12" Type="http://schemas.openxmlformats.org/officeDocument/2006/relationships/customXml" Target="../ink/ink6.xml"/><Relationship Id="rId17" Type="http://schemas.openxmlformats.org/officeDocument/2006/relationships/image" Target="../media/image6.png"/><Relationship Id="rId25" Type="http://schemas.openxmlformats.org/officeDocument/2006/relationships/image" Target="../media/image10.png"/><Relationship Id="rId2" Type="http://schemas.openxmlformats.org/officeDocument/2006/relationships/image" Target="../media/image1.png"/><Relationship Id="rId16" Type="http://schemas.openxmlformats.org/officeDocument/2006/relationships/customXml" Target="../ink/ink10.xml"/><Relationship Id="rId20" Type="http://schemas.openxmlformats.org/officeDocument/2006/relationships/customXml" Target="../ink/ink12.xml"/><Relationship Id="rId29" Type="http://schemas.openxmlformats.org/officeDocument/2006/relationships/image" Target="../media/image12.png"/><Relationship Id="rId1" Type="http://schemas.openxmlformats.org/officeDocument/2006/relationships/slideLayout" Target="../slideLayouts/slideLayout8.xml"/><Relationship Id="rId6" Type="http://schemas.openxmlformats.org/officeDocument/2006/relationships/image" Target="../media/image3.png"/><Relationship Id="rId11" Type="http://schemas.openxmlformats.org/officeDocument/2006/relationships/customXml" Target="../ink/ink5.xml"/><Relationship Id="rId24" Type="http://schemas.openxmlformats.org/officeDocument/2006/relationships/customXml" Target="../ink/ink14.xml"/><Relationship Id="rId5" Type="http://schemas.openxmlformats.org/officeDocument/2006/relationships/customXml" Target="../ink/ink2.xml"/><Relationship Id="rId15" Type="http://schemas.openxmlformats.org/officeDocument/2006/relationships/customXml" Target="../ink/ink9.xml"/><Relationship Id="rId23" Type="http://schemas.openxmlformats.org/officeDocument/2006/relationships/image" Target="../media/image9.png"/><Relationship Id="rId28" Type="http://schemas.openxmlformats.org/officeDocument/2006/relationships/customXml" Target="../ink/ink16.xml"/><Relationship Id="rId10" Type="http://schemas.openxmlformats.org/officeDocument/2006/relationships/image" Target="../media/image5.png"/><Relationship Id="rId19" Type="http://schemas.openxmlformats.org/officeDocument/2006/relationships/image" Target="../media/image7.png"/><Relationship Id="rId31" Type="http://schemas.openxmlformats.org/officeDocument/2006/relationships/image" Target="../media/image13.png"/><Relationship Id="rId4" Type="http://schemas.openxmlformats.org/officeDocument/2006/relationships/image" Target="../media/image2.png"/><Relationship Id="rId9" Type="http://schemas.openxmlformats.org/officeDocument/2006/relationships/customXml" Target="../ink/ink4.xml"/><Relationship Id="rId14" Type="http://schemas.openxmlformats.org/officeDocument/2006/relationships/customXml" Target="../ink/ink8.xml"/><Relationship Id="rId22" Type="http://schemas.openxmlformats.org/officeDocument/2006/relationships/customXml" Target="../ink/ink13.xml"/><Relationship Id="rId27" Type="http://schemas.openxmlformats.org/officeDocument/2006/relationships/image" Target="../media/image11.png"/><Relationship Id="rId30" Type="http://schemas.openxmlformats.org/officeDocument/2006/relationships/customXml" Target="../ink/ink17.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6" Type="http://schemas.openxmlformats.org/officeDocument/2006/relationships/image" Target="../media/image39.png"/><Relationship Id="rId21" Type="http://schemas.openxmlformats.org/officeDocument/2006/relationships/customXml" Target="../ink/ink27.xml"/><Relationship Id="rId63" Type="http://schemas.openxmlformats.org/officeDocument/2006/relationships/image" Target="../media/image55.png"/><Relationship Id="rId133" Type="http://schemas.openxmlformats.org/officeDocument/2006/relationships/image" Target="../media/image84.png"/><Relationship Id="rId138" Type="http://schemas.openxmlformats.org/officeDocument/2006/relationships/customXml" Target="../ink/ink41.xml"/><Relationship Id="rId154" Type="http://schemas.openxmlformats.org/officeDocument/2006/relationships/customXml" Target="../ink/ink49.xml"/><Relationship Id="rId159" Type="http://schemas.openxmlformats.org/officeDocument/2006/relationships/image" Target="../media/image49.png"/><Relationship Id="rId175" Type="http://schemas.openxmlformats.org/officeDocument/2006/relationships/image" Target="../media/image58.png"/><Relationship Id="rId170" Type="http://schemas.openxmlformats.org/officeDocument/2006/relationships/customXml" Target="../ink/ink57.xml"/><Relationship Id="rId191" Type="http://schemas.openxmlformats.org/officeDocument/2006/relationships/image" Target="../media/image66.png"/><Relationship Id="rId196" Type="http://schemas.openxmlformats.org/officeDocument/2006/relationships/customXml" Target="../ink/ink71.xml"/><Relationship Id="rId200" Type="http://schemas.openxmlformats.org/officeDocument/2006/relationships/customXml" Target="../ink/ink73.xml"/><Relationship Id="rId205" Type="http://schemas.openxmlformats.org/officeDocument/2006/relationships/image" Target="../media/image73.png"/><Relationship Id="rId16" Type="http://schemas.openxmlformats.org/officeDocument/2006/relationships/image" Target="../media/image34.png"/><Relationship Id="rId11" Type="http://schemas.openxmlformats.org/officeDocument/2006/relationships/customXml" Target="../ink/ink22.xml"/><Relationship Id="rId37" Type="http://schemas.openxmlformats.org/officeDocument/2006/relationships/image" Target="../media/image42.png"/><Relationship Id="rId74" Type="http://schemas.openxmlformats.org/officeDocument/2006/relationships/image" Target="../media/image44.png"/><Relationship Id="rId144" Type="http://schemas.openxmlformats.org/officeDocument/2006/relationships/customXml" Target="../ink/ink44.xml"/><Relationship Id="rId149" Type="http://schemas.openxmlformats.org/officeDocument/2006/relationships/image" Target="../media/image92.png"/><Relationship Id="rId5" Type="http://schemas.openxmlformats.org/officeDocument/2006/relationships/customXml" Target="../ink/ink19.xml"/><Relationship Id="rId160" Type="http://schemas.openxmlformats.org/officeDocument/2006/relationships/customXml" Target="../ink/ink52.xml"/><Relationship Id="rId165" Type="http://schemas.openxmlformats.org/officeDocument/2006/relationships/image" Target="../media/image52.png"/><Relationship Id="rId181" Type="http://schemas.openxmlformats.org/officeDocument/2006/relationships/customXml" Target="../ink/ink63.xml"/><Relationship Id="rId186" Type="http://schemas.openxmlformats.org/officeDocument/2006/relationships/customXml" Target="../ink/ink66.xml"/><Relationship Id="rId22" Type="http://schemas.openxmlformats.org/officeDocument/2006/relationships/image" Target="../media/image37.png"/><Relationship Id="rId27" Type="http://schemas.openxmlformats.org/officeDocument/2006/relationships/customXml" Target="../ink/ink30.xml"/><Relationship Id="rId134" Type="http://schemas.openxmlformats.org/officeDocument/2006/relationships/customXml" Target="../ink/ink40.xml"/><Relationship Id="rId139" Type="http://schemas.openxmlformats.org/officeDocument/2006/relationships/image" Target="../media/image87.png"/><Relationship Id="rId150" Type="http://schemas.openxmlformats.org/officeDocument/2006/relationships/customXml" Target="../ink/ink47.xml"/><Relationship Id="rId155" Type="http://schemas.openxmlformats.org/officeDocument/2006/relationships/image" Target="../media/image47.png"/><Relationship Id="rId171" Type="http://schemas.openxmlformats.org/officeDocument/2006/relationships/image" Target="../media/image56.png"/><Relationship Id="rId176" Type="http://schemas.openxmlformats.org/officeDocument/2006/relationships/customXml" Target="../ink/ink60.xml"/><Relationship Id="rId192" Type="http://schemas.openxmlformats.org/officeDocument/2006/relationships/customXml" Target="../ink/ink69.xml"/><Relationship Id="rId197" Type="http://schemas.openxmlformats.org/officeDocument/2006/relationships/image" Target="../media/image69.png"/><Relationship Id="rId206" Type="http://schemas.openxmlformats.org/officeDocument/2006/relationships/customXml" Target="../ink/ink76.xml"/><Relationship Id="rId201" Type="http://schemas.openxmlformats.org/officeDocument/2006/relationships/image" Target="../media/image71.png"/><Relationship Id="rId12" Type="http://schemas.openxmlformats.org/officeDocument/2006/relationships/image" Target="../media/image32.png"/><Relationship Id="rId17" Type="http://schemas.openxmlformats.org/officeDocument/2006/relationships/customXml" Target="../ink/ink25.xml"/><Relationship Id="rId38" Type="http://schemas.openxmlformats.org/officeDocument/2006/relationships/customXml" Target="../ink/ink35.xml"/><Relationship Id="rId124" Type="http://schemas.openxmlformats.org/officeDocument/2006/relationships/image" Target="../media/image80.png"/><Relationship Id="rId75" Type="http://schemas.openxmlformats.org/officeDocument/2006/relationships/customXml" Target="../ink/ink37.xml"/><Relationship Id="rId140" Type="http://schemas.openxmlformats.org/officeDocument/2006/relationships/customXml" Target="../ink/ink42.xml"/><Relationship Id="rId145" Type="http://schemas.openxmlformats.org/officeDocument/2006/relationships/image" Target="../media/image90.png"/><Relationship Id="rId161" Type="http://schemas.openxmlformats.org/officeDocument/2006/relationships/image" Target="../media/image50.png"/><Relationship Id="rId166" Type="http://schemas.openxmlformats.org/officeDocument/2006/relationships/customXml" Target="../ink/ink55.xml"/><Relationship Id="rId182" Type="http://schemas.openxmlformats.org/officeDocument/2006/relationships/customXml" Target="../ink/ink64.xml"/><Relationship Id="rId187" Type="http://schemas.openxmlformats.org/officeDocument/2006/relationships/image" Target="../media/image64.png"/><Relationship Id="rId1" Type="http://schemas.openxmlformats.org/officeDocument/2006/relationships/slideLayout" Target="../slideLayouts/slideLayout8.xml"/><Relationship Id="rId6" Type="http://schemas.openxmlformats.org/officeDocument/2006/relationships/image" Target="../media/image29.png"/><Relationship Id="rId23" Type="http://schemas.openxmlformats.org/officeDocument/2006/relationships/customXml" Target="../ink/ink28.xml"/><Relationship Id="rId28" Type="http://schemas.openxmlformats.org/officeDocument/2006/relationships/image" Target="../media/image40.png"/><Relationship Id="rId10" Type="http://schemas.openxmlformats.org/officeDocument/2006/relationships/image" Target="../media/image31.png"/><Relationship Id="rId31" Type="http://schemas.openxmlformats.org/officeDocument/2006/relationships/customXml" Target="../ink/ink32.xml"/><Relationship Id="rId73" Type="http://schemas.openxmlformats.org/officeDocument/2006/relationships/customXml" Target="../ink/ink36.xml"/><Relationship Id="rId143" Type="http://schemas.openxmlformats.org/officeDocument/2006/relationships/image" Target="../media/image89.png"/><Relationship Id="rId148" Type="http://schemas.openxmlformats.org/officeDocument/2006/relationships/customXml" Target="../ink/ink46.xml"/><Relationship Id="rId151" Type="http://schemas.openxmlformats.org/officeDocument/2006/relationships/image" Target="../media/image45.png"/><Relationship Id="rId156" Type="http://schemas.openxmlformats.org/officeDocument/2006/relationships/customXml" Target="../ink/ink50.xml"/><Relationship Id="rId164" Type="http://schemas.openxmlformats.org/officeDocument/2006/relationships/customXml" Target="../ink/ink54.xml"/><Relationship Id="rId169" Type="http://schemas.openxmlformats.org/officeDocument/2006/relationships/image" Target="../media/image54.png"/><Relationship Id="rId177" Type="http://schemas.openxmlformats.org/officeDocument/2006/relationships/image" Target="../media/image60.png"/><Relationship Id="rId185" Type="http://schemas.openxmlformats.org/officeDocument/2006/relationships/image" Target="../media/image63.png"/><Relationship Id="rId198" Type="http://schemas.openxmlformats.org/officeDocument/2006/relationships/customXml" Target="../ink/ink72.xml"/><Relationship Id="rId4" Type="http://schemas.openxmlformats.org/officeDocument/2006/relationships/image" Target="../media/image28.png"/><Relationship Id="rId9" Type="http://schemas.openxmlformats.org/officeDocument/2006/relationships/customXml" Target="../ink/ink21.xml"/><Relationship Id="rId172" Type="http://schemas.openxmlformats.org/officeDocument/2006/relationships/customXml" Target="../ink/ink58.xml"/><Relationship Id="rId180" Type="http://schemas.openxmlformats.org/officeDocument/2006/relationships/customXml" Target="../ink/ink62.xml"/><Relationship Id="rId193" Type="http://schemas.openxmlformats.org/officeDocument/2006/relationships/image" Target="../media/image67.png"/><Relationship Id="rId202" Type="http://schemas.openxmlformats.org/officeDocument/2006/relationships/customXml" Target="../ink/ink74.xml"/><Relationship Id="rId207" Type="http://schemas.openxmlformats.org/officeDocument/2006/relationships/image" Target="../media/image74.png"/><Relationship Id="rId13" Type="http://schemas.openxmlformats.org/officeDocument/2006/relationships/customXml" Target="../ink/ink23.xml"/><Relationship Id="rId18" Type="http://schemas.openxmlformats.org/officeDocument/2006/relationships/image" Target="../media/image35.png"/><Relationship Id="rId34" Type="http://schemas.openxmlformats.org/officeDocument/2006/relationships/image" Target="../media/image43.png"/><Relationship Id="rId76" Type="http://schemas.openxmlformats.org/officeDocument/2006/relationships/customXml" Target="../ink/ink38.xml"/><Relationship Id="rId125" Type="http://schemas.openxmlformats.org/officeDocument/2006/relationships/customXml" Target="../ink/ink39.xml"/><Relationship Id="rId141" Type="http://schemas.openxmlformats.org/officeDocument/2006/relationships/image" Target="../media/image88.png"/><Relationship Id="rId146" Type="http://schemas.openxmlformats.org/officeDocument/2006/relationships/customXml" Target="../ink/ink45.xml"/><Relationship Id="rId167" Type="http://schemas.openxmlformats.org/officeDocument/2006/relationships/image" Target="../media/image53.png"/><Relationship Id="rId188" Type="http://schemas.openxmlformats.org/officeDocument/2006/relationships/customXml" Target="../ink/ink67.xml"/><Relationship Id="rId7" Type="http://schemas.openxmlformats.org/officeDocument/2006/relationships/customXml" Target="../ink/ink20.xml"/><Relationship Id="rId162" Type="http://schemas.openxmlformats.org/officeDocument/2006/relationships/customXml" Target="../ink/ink53.xml"/><Relationship Id="rId183" Type="http://schemas.openxmlformats.org/officeDocument/2006/relationships/image" Target="../media/image62.png"/><Relationship Id="rId2" Type="http://schemas.openxmlformats.org/officeDocument/2006/relationships/image" Target="../media/image27.png"/><Relationship Id="rId29" Type="http://schemas.openxmlformats.org/officeDocument/2006/relationships/customXml" Target="../ink/ink31.xml"/><Relationship Id="rId24" Type="http://schemas.openxmlformats.org/officeDocument/2006/relationships/image" Target="../media/image38.png"/><Relationship Id="rId157" Type="http://schemas.openxmlformats.org/officeDocument/2006/relationships/image" Target="../media/image48.png"/><Relationship Id="rId178" Type="http://schemas.openxmlformats.org/officeDocument/2006/relationships/customXml" Target="../ink/ink61.xml"/><Relationship Id="rId152" Type="http://schemas.openxmlformats.org/officeDocument/2006/relationships/customXml" Target="../ink/ink48.xml"/><Relationship Id="rId173" Type="http://schemas.openxmlformats.org/officeDocument/2006/relationships/image" Target="../media/image57.png"/><Relationship Id="rId194" Type="http://schemas.openxmlformats.org/officeDocument/2006/relationships/customXml" Target="../ink/ink70.xml"/><Relationship Id="rId199" Type="http://schemas.openxmlformats.org/officeDocument/2006/relationships/image" Target="../media/image70.png"/><Relationship Id="rId203" Type="http://schemas.openxmlformats.org/officeDocument/2006/relationships/image" Target="../media/image72.png"/><Relationship Id="rId19" Type="http://schemas.openxmlformats.org/officeDocument/2006/relationships/customXml" Target="../ink/ink26.xml"/><Relationship Id="rId14" Type="http://schemas.openxmlformats.org/officeDocument/2006/relationships/image" Target="../media/image33.png"/><Relationship Id="rId30" Type="http://schemas.openxmlformats.org/officeDocument/2006/relationships/image" Target="../media/image41.png"/><Relationship Id="rId35" Type="http://schemas.openxmlformats.org/officeDocument/2006/relationships/customXml" Target="../ink/ink33.xml"/><Relationship Id="rId147" Type="http://schemas.openxmlformats.org/officeDocument/2006/relationships/image" Target="../media/image91.png"/><Relationship Id="rId168" Type="http://schemas.openxmlformats.org/officeDocument/2006/relationships/customXml" Target="../ink/ink56.xml"/><Relationship Id="rId8" Type="http://schemas.openxmlformats.org/officeDocument/2006/relationships/image" Target="../media/image30.png"/><Relationship Id="rId72" Type="http://schemas.openxmlformats.org/officeDocument/2006/relationships/image" Target="../media/image59.png"/><Relationship Id="rId142" Type="http://schemas.openxmlformats.org/officeDocument/2006/relationships/customXml" Target="../ink/ink43.xml"/><Relationship Id="rId163" Type="http://schemas.openxmlformats.org/officeDocument/2006/relationships/image" Target="../media/image51.png"/><Relationship Id="rId184" Type="http://schemas.openxmlformats.org/officeDocument/2006/relationships/customXml" Target="../ink/ink65.xml"/><Relationship Id="rId189" Type="http://schemas.openxmlformats.org/officeDocument/2006/relationships/image" Target="../media/image65.png"/><Relationship Id="rId3" Type="http://schemas.openxmlformats.org/officeDocument/2006/relationships/customXml" Target="../ink/ink18.xml"/><Relationship Id="rId25" Type="http://schemas.openxmlformats.org/officeDocument/2006/relationships/customXml" Target="../ink/ink29.xml"/><Relationship Id="rId137" Type="http://schemas.openxmlformats.org/officeDocument/2006/relationships/image" Target="../media/image86.png"/><Relationship Id="rId158" Type="http://schemas.openxmlformats.org/officeDocument/2006/relationships/customXml" Target="../ink/ink51.xml"/><Relationship Id="rId20" Type="http://schemas.openxmlformats.org/officeDocument/2006/relationships/image" Target="../media/image36.png"/><Relationship Id="rId153" Type="http://schemas.openxmlformats.org/officeDocument/2006/relationships/image" Target="../media/image46.png"/><Relationship Id="rId174" Type="http://schemas.openxmlformats.org/officeDocument/2006/relationships/customXml" Target="../ink/ink59.xml"/><Relationship Id="rId179" Type="http://schemas.openxmlformats.org/officeDocument/2006/relationships/image" Target="../media/image61.png"/><Relationship Id="rId195" Type="http://schemas.openxmlformats.org/officeDocument/2006/relationships/image" Target="../media/image68.png"/><Relationship Id="rId190" Type="http://schemas.openxmlformats.org/officeDocument/2006/relationships/customXml" Target="../ink/ink68.xml"/><Relationship Id="rId204" Type="http://schemas.openxmlformats.org/officeDocument/2006/relationships/customXml" Target="../ink/ink75.xml"/><Relationship Id="rId15" Type="http://schemas.openxmlformats.org/officeDocument/2006/relationships/customXml" Target="../ink/ink24.xml"/><Relationship Id="rId36" Type="http://schemas.openxmlformats.org/officeDocument/2006/relationships/customXml" Target="../ink/ink3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516B48-61CC-00CE-C222-B20FD9D11DB2}"/>
              </a:ext>
            </a:extLst>
          </p:cNvPr>
          <p:cNvSpPr>
            <a:spLocks noGrp="1"/>
          </p:cNvSpPr>
          <p:nvPr>
            <p:ph type="ctrTitle"/>
          </p:nvPr>
        </p:nvSpPr>
        <p:spPr>
          <a:xfrm>
            <a:off x="1524000" y="2089014"/>
            <a:ext cx="9144000" cy="2387600"/>
          </a:xfrm>
        </p:spPr>
        <p:txBody>
          <a:bodyPr>
            <a:normAutofit fontScale="90000"/>
          </a:bodyPr>
          <a:lstStyle/>
          <a:p>
            <a:r>
              <a:rPr lang="en-US" noProof="0" dirty="0"/>
              <a:t>Week3</a:t>
            </a:r>
            <a:br>
              <a:rPr lang="en-US" noProof="0" dirty="0"/>
            </a:br>
            <a:br>
              <a:rPr lang="en-US" noProof="0" dirty="0"/>
            </a:br>
            <a:r>
              <a:rPr lang="en-US" noProof="0" dirty="0"/>
              <a:t>Optimization</a:t>
            </a:r>
          </a:p>
        </p:txBody>
      </p:sp>
    </p:spTree>
    <p:extLst>
      <p:ext uri="{BB962C8B-B14F-4D97-AF65-F5344CB8AC3E}">
        <p14:creationId xmlns:p14="http://schemas.microsoft.com/office/powerpoint/2010/main" val="2944542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03CAB5-4BF2-AEC8-4D70-DFE421A83E25}"/>
              </a:ext>
            </a:extLst>
          </p:cNvPr>
          <p:cNvSpPr>
            <a:spLocks noGrp="1"/>
          </p:cNvSpPr>
          <p:nvPr>
            <p:ph type="title"/>
          </p:nvPr>
        </p:nvSpPr>
        <p:spPr>
          <a:xfrm>
            <a:off x="839788" y="457200"/>
            <a:ext cx="3932237" cy="986589"/>
          </a:xfrm>
        </p:spPr>
        <p:txBody>
          <a:bodyPr/>
          <a:lstStyle/>
          <a:p>
            <a:r>
              <a:rPr lang="en-US" noProof="0" dirty="0"/>
              <a:t>Metropolis Monte Carlo search</a:t>
            </a:r>
          </a:p>
        </p:txBody>
      </p:sp>
      <mc:AlternateContent xmlns:mc="http://schemas.openxmlformats.org/markup-compatibility/2006" xmlns:a14="http://schemas.microsoft.com/office/drawing/2010/main">
        <mc:Choice Requires="a14">
          <p:sp>
            <p:nvSpPr>
              <p:cNvPr id="4" name="Pladsholder til tekst 3">
                <a:extLst>
                  <a:ext uri="{FF2B5EF4-FFF2-40B4-BE49-F238E27FC236}">
                    <a16:creationId xmlns:a16="http://schemas.microsoft.com/office/drawing/2014/main" id="{A24802F9-A79C-A047-D5B1-75FEFC7706D0}"/>
                  </a:ext>
                </a:extLst>
              </p:cNvPr>
              <p:cNvSpPr>
                <a:spLocks noGrp="1"/>
              </p:cNvSpPr>
              <p:nvPr>
                <p:ph type="body" sz="half" idx="2"/>
              </p:nvPr>
            </p:nvSpPr>
            <p:spPr>
              <a:xfrm>
                <a:off x="839788" y="2057399"/>
                <a:ext cx="3932237" cy="4534989"/>
              </a:xfrm>
            </p:spPr>
            <p:txBody>
              <a:bodyPr>
                <a:normAutofit/>
              </a:bodyPr>
              <a:lstStyle/>
              <a:p>
                <a:r>
                  <a:rPr lang="en-US" noProof="0" dirty="0"/>
                  <a:t>The acceptance criterion:</a:t>
                </a:r>
              </a:p>
              <a:p>
                <a:r>
                  <a:rPr lang="en-US" noProof="0" dirty="0"/>
                  <a:t>RND &lt; </a:t>
                </a:r>
                <a14:m>
                  <m:oMath xmlns:m="http://schemas.openxmlformats.org/officeDocument/2006/math">
                    <m:func>
                      <m:funcPr>
                        <m:ctrlPr>
                          <a:rPr lang="en-US" b="0" i="0" noProof="0" smtClean="0">
                            <a:latin typeface="Cambria Math" panose="02040503050406030204" pitchFamily="18" charset="0"/>
                          </a:rPr>
                        </m:ctrlPr>
                      </m:funcPr>
                      <m:fName>
                        <m:r>
                          <m:rPr>
                            <m:sty m:val="p"/>
                          </m:rPr>
                          <a:rPr lang="en-US" b="0" i="0" noProof="0" smtClean="0">
                            <a:latin typeface="Cambria Math" panose="02040503050406030204" pitchFamily="18" charset="0"/>
                          </a:rPr>
                          <m:t>exp</m:t>
                        </m:r>
                      </m:fName>
                      <m:e>
                        <m:r>
                          <a:rPr lang="en-US" b="0" i="1" noProof="0" smtClean="0">
                            <a:latin typeface="Cambria Math" panose="02040503050406030204" pitchFamily="18" charset="0"/>
                          </a:rPr>
                          <m:t>(−</m:t>
                        </m:r>
                        <m:r>
                          <m:rPr>
                            <m:sty m:val="p"/>
                          </m:rPr>
                          <a:rPr lang="en-US" b="0" i="0" noProof="0" smtClean="0">
                            <a:latin typeface="Cambria Math" panose="02040503050406030204" pitchFamily="18" charset="0"/>
                          </a:rPr>
                          <m:t>Δ</m:t>
                        </m:r>
                        <m:r>
                          <a:rPr lang="en-US" b="0" i="1" noProof="0" smtClean="0">
                            <a:latin typeface="Cambria Math" panose="02040503050406030204" pitchFamily="18" charset="0"/>
                          </a:rPr>
                          <m:t>𝐸</m:t>
                        </m:r>
                        <m:r>
                          <a:rPr lang="en-US" b="0" i="1" noProof="0" smtClean="0">
                            <a:latin typeface="Cambria Math" panose="02040503050406030204" pitchFamily="18" charset="0"/>
                          </a:rPr>
                          <m:t>/(</m:t>
                        </m:r>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𝑘</m:t>
                            </m:r>
                          </m:e>
                          <m:sub>
                            <m:r>
                              <a:rPr lang="en-US" b="0" i="1" noProof="0" smtClean="0">
                                <a:latin typeface="Cambria Math" panose="02040503050406030204" pitchFamily="18" charset="0"/>
                              </a:rPr>
                              <m:t>𝑏</m:t>
                            </m:r>
                          </m:sub>
                        </m:sSub>
                        <m:r>
                          <a:rPr lang="en-US" b="0" i="1" noProof="0" smtClean="0">
                            <a:latin typeface="Cambria Math" panose="02040503050406030204" pitchFamily="18" charset="0"/>
                          </a:rPr>
                          <m:t>𝑇</m:t>
                        </m:r>
                        <m:r>
                          <a:rPr lang="en-US" b="0" i="1" noProof="0" smtClean="0">
                            <a:latin typeface="Cambria Math" panose="02040503050406030204" pitchFamily="18" charset="0"/>
                          </a:rPr>
                          <m:t>)</m:t>
                        </m:r>
                      </m:e>
                    </m:func>
                    <m:r>
                      <a:rPr lang="en-US" b="0" i="1" noProof="0" smtClean="0">
                        <a:latin typeface="Cambria Math" panose="02040503050406030204" pitchFamily="18" charset="0"/>
                      </a:rPr>
                      <m:t>)</m:t>
                    </m:r>
                  </m:oMath>
                </a14:m>
                <a:endParaRPr lang="en-US" noProof="0" dirty="0"/>
              </a:p>
              <a:p>
                <a:r>
                  <a:rPr lang="en-US" noProof="0" dirty="0"/>
                  <a:t>Where RND is a random uniform number between 0 and 1.</a:t>
                </a:r>
              </a:p>
              <a:p>
                <a:r>
                  <a:rPr lang="en-US" noProof="0" dirty="0"/>
                  <a:t>If the energy change is negative, the exponential is always &gt;1, so the step is always accepted.</a:t>
                </a:r>
              </a:p>
              <a:p>
                <a:r>
                  <a:rPr lang="en-US" noProof="0" dirty="0"/>
                  <a:t>If the energy change is positive, there’s a probability between 0 and 1 to accept the step.</a:t>
                </a:r>
              </a:p>
              <a:p>
                <a:r>
                  <a:rPr lang="en-US" noProof="0" dirty="0"/>
                  <a:t>In the limit where </a:t>
                </a:r>
                <a14:m>
                  <m:oMath xmlns:m="http://schemas.openxmlformats.org/officeDocument/2006/math">
                    <m:r>
                      <m:rPr>
                        <m:sty m:val="p"/>
                      </m:rPr>
                      <a:rPr lang="en-US" noProof="0">
                        <a:latin typeface="Cambria Math" panose="02040503050406030204" pitchFamily="18" charset="0"/>
                        <a:ea typeface="Cambria Math" panose="02040503050406030204" pitchFamily="18" charset="0"/>
                      </a:rPr>
                      <m:t>T</m:t>
                    </m:r>
                    <m:r>
                      <a:rPr lang="en-US" i="1" noProof="0" smtClean="0">
                        <a:latin typeface="Cambria Math" panose="02040503050406030204" pitchFamily="18" charset="0"/>
                        <a:ea typeface="Cambria Math" panose="02040503050406030204" pitchFamily="18" charset="0"/>
                      </a:rPr>
                      <m:t>→</m:t>
                    </m:r>
                    <m:r>
                      <a:rPr lang="en-US" b="0" i="1" noProof="0" smtClean="0">
                        <a:latin typeface="Cambria Math" panose="02040503050406030204" pitchFamily="18" charset="0"/>
                        <a:ea typeface="Cambria Math" panose="02040503050406030204" pitchFamily="18" charset="0"/>
                      </a:rPr>
                      <m:t>0</m:t>
                    </m:r>
                  </m:oMath>
                </a14:m>
                <a:r>
                  <a:rPr lang="en-US" noProof="0" dirty="0"/>
                  <a:t> all moves that increase energy are rejected, and the state moves toward a local/global minimum</a:t>
                </a:r>
              </a:p>
              <a:p>
                <a:r>
                  <a:rPr lang="en-US" noProof="0" dirty="0"/>
                  <a:t>We can therefore use this to do optimization.</a:t>
                </a:r>
              </a:p>
            </p:txBody>
          </p:sp>
        </mc:Choice>
        <mc:Fallback xmlns="">
          <p:sp>
            <p:nvSpPr>
              <p:cNvPr id="4" name="Pladsholder til tekst 3">
                <a:extLst>
                  <a:ext uri="{FF2B5EF4-FFF2-40B4-BE49-F238E27FC236}">
                    <a16:creationId xmlns:a16="http://schemas.microsoft.com/office/drawing/2014/main" id="{A24802F9-A79C-A047-D5B1-75FEFC7706D0}"/>
                  </a:ext>
                </a:extLst>
              </p:cNvPr>
              <p:cNvSpPr>
                <a:spLocks noGrp="1" noRot="1" noChangeAspect="1" noMove="1" noResize="1" noEditPoints="1" noAdjustHandles="1" noChangeArrowheads="1" noChangeShapeType="1" noTextEdit="1"/>
              </p:cNvSpPr>
              <p:nvPr>
                <p:ph type="body" sz="half" idx="2"/>
              </p:nvPr>
            </p:nvSpPr>
            <p:spPr>
              <a:xfrm>
                <a:off x="839788" y="2057399"/>
                <a:ext cx="3932237" cy="4534989"/>
              </a:xfrm>
              <a:blipFill>
                <a:blip r:embed="rId2"/>
                <a:stretch>
                  <a:fillRect l="-930" t="-806" r="-465"/>
                </a:stretch>
              </a:blipFill>
            </p:spPr>
            <p:txBody>
              <a:bodyPr/>
              <a:lstStyle/>
              <a:p>
                <a:r>
                  <a:rPr lang="da-DK">
                    <a:noFill/>
                  </a:rPr>
                  <a:t> </a:t>
                </a:r>
              </a:p>
            </p:txBody>
          </p:sp>
        </mc:Fallback>
      </mc:AlternateContent>
      <p:sp>
        <p:nvSpPr>
          <p:cNvPr id="6" name="Pladsholder til tekst 3">
            <a:extLst>
              <a:ext uri="{FF2B5EF4-FFF2-40B4-BE49-F238E27FC236}">
                <a16:creationId xmlns:a16="http://schemas.microsoft.com/office/drawing/2014/main" id="{699F67F8-8248-F746-6FC3-E3DDE4C000E8}"/>
              </a:ext>
            </a:extLst>
          </p:cNvPr>
          <p:cNvSpPr txBox="1">
            <a:spLocks/>
          </p:cNvSpPr>
          <p:nvPr/>
        </p:nvSpPr>
        <p:spPr>
          <a:xfrm>
            <a:off x="6278291" y="2057398"/>
            <a:ext cx="3932237" cy="453498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noProof="0" dirty="0"/>
              <a:t>When searching for a local minimum, the </a:t>
            </a:r>
            <a:r>
              <a:rPr lang="en-US" i="1" noProof="0" dirty="0"/>
              <a:t>basin of attraction</a:t>
            </a:r>
            <a:r>
              <a:rPr lang="en-US" noProof="0" dirty="0"/>
              <a:t> is the collection of all initializations that end at that local minimum.</a:t>
            </a:r>
          </a:p>
        </p:txBody>
      </p:sp>
      <mc:AlternateContent xmlns:mc="http://schemas.openxmlformats.org/markup-compatibility/2006" xmlns:p14="http://schemas.microsoft.com/office/powerpoint/2010/main">
        <mc:Choice Requires="p14">
          <p:contentPart p14:bwMode="auto" r:id="rId3">
            <p14:nvContentPartPr>
              <p14:cNvPr id="8" name="Håndskrift 7">
                <a:extLst>
                  <a:ext uri="{FF2B5EF4-FFF2-40B4-BE49-F238E27FC236}">
                    <a16:creationId xmlns:a16="http://schemas.microsoft.com/office/drawing/2014/main" id="{52C4B4D7-A4C9-FF39-B42D-FB9C06F0DF6C}"/>
                  </a:ext>
                </a:extLst>
              </p14:cNvPr>
              <p14:cNvContentPartPr/>
              <p14:nvPr/>
            </p14:nvContentPartPr>
            <p14:xfrm>
              <a:off x="6644314" y="3300257"/>
              <a:ext cx="2970720" cy="767880"/>
            </p14:xfrm>
          </p:contentPart>
        </mc:Choice>
        <mc:Fallback xmlns="">
          <p:pic>
            <p:nvPicPr>
              <p:cNvPr id="8" name="Håndskrift 7">
                <a:extLst>
                  <a:ext uri="{FF2B5EF4-FFF2-40B4-BE49-F238E27FC236}">
                    <a16:creationId xmlns:a16="http://schemas.microsoft.com/office/drawing/2014/main" id="{52C4B4D7-A4C9-FF39-B42D-FB9C06F0DF6C}"/>
                  </a:ext>
                </a:extLst>
              </p:cNvPr>
              <p:cNvPicPr/>
              <p:nvPr/>
            </p:nvPicPr>
            <p:blipFill>
              <a:blip r:embed="rId4"/>
              <a:stretch>
                <a:fillRect/>
              </a:stretch>
            </p:blipFill>
            <p:spPr>
              <a:xfrm>
                <a:off x="6638194" y="3294137"/>
                <a:ext cx="2982960" cy="780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3" name="Håndskrift 32">
                <a:extLst>
                  <a:ext uri="{FF2B5EF4-FFF2-40B4-BE49-F238E27FC236}">
                    <a16:creationId xmlns:a16="http://schemas.microsoft.com/office/drawing/2014/main" id="{C8C884D2-B3B1-1C11-6114-BE95CDAF7C3E}"/>
                  </a:ext>
                </a:extLst>
              </p14:cNvPr>
              <p14:cNvContentPartPr/>
              <p14:nvPr/>
            </p14:nvContentPartPr>
            <p14:xfrm>
              <a:off x="7419394" y="3396017"/>
              <a:ext cx="1272600" cy="758880"/>
            </p14:xfrm>
          </p:contentPart>
        </mc:Choice>
        <mc:Fallback xmlns="">
          <p:pic>
            <p:nvPicPr>
              <p:cNvPr id="33" name="Håndskrift 32">
                <a:extLst>
                  <a:ext uri="{FF2B5EF4-FFF2-40B4-BE49-F238E27FC236}">
                    <a16:creationId xmlns:a16="http://schemas.microsoft.com/office/drawing/2014/main" id="{C8C884D2-B3B1-1C11-6114-BE95CDAF7C3E}"/>
                  </a:ext>
                </a:extLst>
              </p:cNvPr>
              <p:cNvPicPr/>
              <p:nvPr/>
            </p:nvPicPr>
            <p:blipFill>
              <a:blip r:embed="rId6"/>
              <a:stretch>
                <a:fillRect/>
              </a:stretch>
            </p:blipFill>
            <p:spPr>
              <a:xfrm>
                <a:off x="7413274" y="3389897"/>
                <a:ext cx="1284840" cy="771120"/>
              </a:xfrm>
              <a:prstGeom prst="rect">
                <a:avLst/>
              </a:prstGeom>
            </p:spPr>
          </p:pic>
        </mc:Fallback>
      </mc:AlternateContent>
      <p:grpSp>
        <p:nvGrpSpPr>
          <p:cNvPr id="43" name="Gruppe 42">
            <a:extLst>
              <a:ext uri="{FF2B5EF4-FFF2-40B4-BE49-F238E27FC236}">
                <a16:creationId xmlns:a16="http://schemas.microsoft.com/office/drawing/2014/main" id="{3A7F6822-FCD3-799D-221A-C1389A66BFE5}"/>
              </a:ext>
            </a:extLst>
          </p:cNvPr>
          <p:cNvGrpSpPr/>
          <p:nvPr/>
        </p:nvGrpSpPr>
        <p:grpSpPr>
          <a:xfrm>
            <a:off x="7506514" y="3343817"/>
            <a:ext cx="1045440" cy="819720"/>
            <a:chOff x="7506514" y="3343817"/>
            <a:chExt cx="1045440" cy="819720"/>
          </a:xfrm>
        </p:grpSpPr>
        <mc:AlternateContent xmlns:mc="http://schemas.openxmlformats.org/markup-compatibility/2006" xmlns:p14="http://schemas.microsoft.com/office/powerpoint/2010/main">
          <mc:Choice Requires="p14">
            <p:contentPart p14:bwMode="auto" r:id="rId7">
              <p14:nvContentPartPr>
                <p14:cNvPr id="24" name="Håndskrift 23">
                  <a:extLst>
                    <a:ext uri="{FF2B5EF4-FFF2-40B4-BE49-F238E27FC236}">
                      <a16:creationId xmlns:a16="http://schemas.microsoft.com/office/drawing/2014/main" id="{6700F1A0-5F7B-5251-0410-4763E22C5647}"/>
                    </a:ext>
                  </a:extLst>
                </p14:cNvPr>
                <p14:cNvContentPartPr/>
                <p14:nvPr/>
              </p14:nvContentPartPr>
              <p14:xfrm>
                <a:off x="7593634" y="3552977"/>
                <a:ext cx="5400" cy="360"/>
              </p14:xfrm>
            </p:contentPart>
          </mc:Choice>
          <mc:Fallback xmlns="">
            <p:pic>
              <p:nvPicPr>
                <p:cNvPr id="24" name="Håndskrift 23">
                  <a:extLst>
                    <a:ext uri="{FF2B5EF4-FFF2-40B4-BE49-F238E27FC236}">
                      <a16:creationId xmlns:a16="http://schemas.microsoft.com/office/drawing/2014/main" id="{6700F1A0-5F7B-5251-0410-4763E22C5647}"/>
                    </a:ext>
                  </a:extLst>
                </p:cNvPr>
                <p:cNvPicPr/>
                <p:nvPr/>
              </p:nvPicPr>
              <p:blipFill>
                <a:blip r:embed="rId8"/>
                <a:stretch>
                  <a:fillRect/>
                </a:stretch>
              </p:blipFill>
              <p:spPr>
                <a:xfrm>
                  <a:off x="7557994" y="3516977"/>
                  <a:ext cx="770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5" name="Håndskrift 24">
                  <a:extLst>
                    <a:ext uri="{FF2B5EF4-FFF2-40B4-BE49-F238E27FC236}">
                      <a16:creationId xmlns:a16="http://schemas.microsoft.com/office/drawing/2014/main" id="{DFB4232E-B93C-887A-6417-BCCDA7F2E3B1}"/>
                    </a:ext>
                  </a:extLst>
                </p14:cNvPr>
                <p14:cNvContentPartPr/>
                <p14:nvPr/>
              </p14:nvContentPartPr>
              <p14:xfrm>
                <a:off x="8455834" y="3578897"/>
                <a:ext cx="360" cy="360"/>
              </p14:xfrm>
            </p:contentPart>
          </mc:Choice>
          <mc:Fallback xmlns="">
            <p:pic>
              <p:nvPicPr>
                <p:cNvPr id="25" name="Håndskrift 24">
                  <a:extLst>
                    <a:ext uri="{FF2B5EF4-FFF2-40B4-BE49-F238E27FC236}">
                      <a16:creationId xmlns:a16="http://schemas.microsoft.com/office/drawing/2014/main" id="{DFB4232E-B93C-887A-6417-BCCDA7F2E3B1}"/>
                    </a:ext>
                  </a:extLst>
                </p:cNvPr>
                <p:cNvPicPr/>
                <p:nvPr/>
              </p:nvPicPr>
              <p:blipFill>
                <a:blip r:embed="rId10"/>
                <a:stretch>
                  <a:fillRect/>
                </a:stretch>
              </p:blipFill>
              <p:spPr>
                <a:xfrm>
                  <a:off x="8420194" y="3543257"/>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7" name="Håndskrift 26">
                  <a:extLst>
                    <a:ext uri="{FF2B5EF4-FFF2-40B4-BE49-F238E27FC236}">
                      <a16:creationId xmlns:a16="http://schemas.microsoft.com/office/drawing/2014/main" id="{B67FDB24-8483-EA9B-EBF9-06E1486650BF}"/>
                    </a:ext>
                  </a:extLst>
                </p14:cNvPr>
                <p14:cNvContentPartPr/>
                <p14:nvPr/>
              </p14:nvContentPartPr>
              <p14:xfrm>
                <a:off x="7759234" y="3796697"/>
                <a:ext cx="360" cy="360"/>
              </p14:xfrm>
            </p:contentPart>
          </mc:Choice>
          <mc:Fallback xmlns="">
            <p:pic>
              <p:nvPicPr>
                <p:cNvPr id="27" name="Håndskrift 26">
                  <a:extLst>
                    <a:ext uri="{FF2B5EF4-FFF2-40B4-BE49-F238E27FC236}">
                      <a16:creationId xmlns:a16="http://schemas.microsoft.com/office/drawing/2014/main" id="{B67FDB24-8483-EA9B-EBF9-06E1486650BF}"/>
                    </a:ext>
                  </a:extLst>
                </p:cNvPr>
                <p:cNvPicPr/>
                <p:nvPr/>
              </p:nvPicPr>
              <p:blipFill>
                <a:blip r:embed="rId10"/>
                <a:stretch>
                  <a:fillRect/>
                </a:stretch>
              </p:blipFill>
              <p:spPr>
                <a:xfrm>
                  <a:off x="7723234" y="3761057"/>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9" name="Håndskrift 28">
                  <a:extLst>
                    <a:ext uri="{FF2B5EF4-FFF2-40B4-BE49-F238E27FC236}">
                      <a16:creationId xmlns:a16="http://schemas.microsoft.com/office/drawing/2014/main" id="{4C4C5F78-DD4D-A8D3-5FCA-CDD82F768C45}"/>
                    </a:ext>
                  </a:extLst>
                </p14:cNvPr>
                <p14:cNvContentPartPr/>
                <p14:nvPr/>
              </p14:nvContentPartPr>
              <p14:xfrm>
                <a:off x="7889914" y="3997217"/>
                <a:ext cx="360" cy="360"/>
              </p14:xfrm>
            </p:contentPart>
          </mc:Choice>
          <mc:Fallback xmlns="">
            <p:pic>
              <p:nvPicPr>
                <p:cNvPr id="29" name="Håndskrift 28">
                  <a:extLst>
                    <a:ext uri="{FF2B5EF4-FFF2-40B4-BE49-F238E27FC236}">
                      <a16:creationId xmlns:a16="http://schemas.microsoft.com/office/drawing/2014/main" id="{4C4C5F78-DD4D-A8D3-5FCA-CDD82F768C45}"/>
                    </a:ext>
                  </a:extLst>
                </p:cNvPr>
                <p:cNvPicPr/>
                <p:nvPr/>
              </p:nvPicPr>
              <p:blipFill>
                <a:blip r:embed="rId10"/>
                <a:stretch>
                  <a:fillRect/>
                </a:stretch>
              </p:blipFill>
              <p:spPr>
                <a:xfrm>
                  <a:off x="7853914" y="3961217"/>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0" name="Håndskrift 29">
                  <a:extLst>
                    <a:ext uri="{FF2B5EF4-FFF2-40B4-BE49-F238E27FC236}">
                      <a16:creationId xmlns:a16="http://schemas.microsoft.com/office/drawing/2014/main" id="{BA4332E7-E4EB-44DE-39F3-A63CAA7E9D92}"/>
                    </a:ext>
                  </a:extLst>
                </p14:cNvPr>
                <p14:cNvContentPartPr/>
                <p14:nvPr/>
              </p14:nvContentPartPr>
              <p14:xfrm>
                <a:off x="7506514" y="3343817"/>
                <a:ext cx="360" cy="360"/>
              </p14:xfrm>
            </p:contentPart>
          </mc:Choice>
          <mc:Fallback xmlns="">
            <p:pic>
              <p:nvPicPr>
                <p:cNvPr id="30" name="Håndskrift 29">
                  <a:extLst>
                    <a:ext uri="{FF2B5EF4-FFF2-40B4-BE49-F238E27FC236}">
                      <a16:creationId xmlns:a16="http://schemas.microsoft.com/office/drawing/2014/main" id="{BA4332E7-E4EB-44DE-39F3-A63CAA7E9D92}"/>
                    </a:ext>
                  </a:extLst>
                </p:cNvPr>
                <p:cNvPicPr/>
                <p:nvPr/>
              </p:nvPicPr>
              <p:blipFill>
                <a:blip r:embed="rId10"/>
                <a:stretch>
                  <a:fillRect/>
                </a:stretch>
              </p:blipFill>
              <p:spPr>
                <a:xfrm>
                  <a:off x="7470874" y="3308177"/>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1" name="Håndskrift 30">
                  <a:extLst>
                    <a:ext uri="{FF2B5EF4-FFF2-40B4-BE49-F238E27FC236}">
                      <a16:creationId xmlns:a16="http://schemas.microsoft.com/office/drawing/2014/main" id="{71B33F38-C2FB-6BE7-4517-125D6A39A987}"/>
                    </a:ext>
                  </a:extLst>
                </p14:cNvPr>
                <p14:cNvContentPartPr/>
                <p14:nvPr/>
              </p14:nvContentPartPr>
              <p14:xfrm>
                <a:off x="8551594" y="3448577"/>
                <a:ext cx="360" cy="360"/>
              </p14:xfrm>
            </p:contentPart>
          </mc:Choice>
          <mc:Fallback xmlns="">
            <p:pic>
              <p:nvPicPr>
                <p:cNvPr id="31" name="Håndskrift 30">
                  <a:extLst>
                    <a:ext uri="{FF2B5EF4-FFF2-40B4-BE49-F238E27FC236}">
                      <a16:creationId xmlns:a16="http://schemas.microsoft.com/office/drawing/2014/main" id="{71B33F38-C2FB-6BE7-4517-125D6A39A987}"/>
                    </a:ext>
                  </a:extLst>
                </p:cNvPr>
                <p:cNvPicPr/>
                <p:nvPr/>
              </p:nvPicPr>
              <p:blipFill>
                <a:blip r:embed="rId10"/>
                <a:stretch>
                  <a:fillRect/>
                </a:stretch>
              </p:blipFill>
              <p:spPr>
                <a:xfrm>
                  <a:off x="8515954" y="3412577"/>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2" name="Håndskrift 31">
                  <a:extLst>
                    <a:ext uri="{FF2B5EF4-FFF2-40B4-BE49-F238E27FC236}">
                      <a16:creationId xmlns:a16="http://schemas.microsoft.com/office/drawing/2014/main" id="{4BBEA629-6785-5BFB-1418-2B1CA135A658}"/>
                    </a:ext>
                  </a:extLst>
                </p14:cNvPr>
                <p14:cNvContentPartPr/>
                <p14:nvPr/>
              </p14:nvContentPartPr>
              <p14:xfrm>
                <a:off x="8351434" y="3901097"/>
                <a:ext cx="360" cy="360"/>
              </p14:xfrm>
            </p:contentPart>
          </mc:Choice>
          <mc:Fallback xmlns="">
            <p:pic>
              <p:nvPicPr>
                <p:cNvPr id="32" name="Håndskrift 31">
                  <a:extLst>
                    <a:ext uri="{FF2B5EF4-FFF2-40B4-BE49-F238E27FC236}">
                      <a16:creationId xmlns:a16="http://schemas.microsoft.com/office/drawing/2014/main" id="{4BBEA629-6785-5BFB-1418-2B1CA135A658}"/>
                    </a:ext>
                  </a:extLst>
                </p:cNvPr>
                <p:cNvPicPr/>
                <p:nvPr/>
              </p:nvPicPr>
              <p:blipFill>
                <a:blip r:embed="rId10"/>
                <a:stretch>
                  <a:fillRect/>
                </a:stretch>
              </p:blipFill>
              <p:spPr>
                <a:xfrm>
                  <a:off x="8315434" y="3865457"/>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4" name="Håndskrift 33">
                  <a:extLst>
                    <a:ext uri="{FF2B5EF4-FFF2-40B4-BE49-F238E27FC236}">
                      <a16:creationId xmlns:a16="http://schemas.microsoft.com/office/drawing/2014/main" id="{B8737370-F197-DCCC-8ACD-E8649A971176}"/>
                    </a:ext>
                  </a:extLst>
                </p14:cNvPr>
                <p14:cNvContentPartPr/>
                <p14:nvPr/>
              </p14:nvContentPartPr>
              <p14:xfrm>
                <a:off x="7532794" y="3378737"/>
                <a:ext cx="93600" cy="83520"/>
              </p14:xfrm>
            </p:contentPart>
          </mc:Choice>
          <mc:Fallback xmlns="">
            <p:pic>
              <p:nvPicPr>
                <p:cNvPr id="34" name="Håndskrift 33">
                  <a:extLst>
                    <a:ext uri="{FF2B5EF4-FFF2-40B4-BE49-F238E27FC236}">
                      <a16:creationId xmlns:a16="http://schemas.microsoft.com/office/drawing/2014/main" id="{B8737370-F197-DCCC-8ACD-E8649A971176}"/>
                    </a:ext>
                  </a:extLst>
                </p:cNvPr>
                <p:cNvPicPr/>
                <p:nvPr/>
              </p:nvPicPr>
              <p:blipFill>
                <a:blip r:embed="rId17"/>
                <a:stretch>
                  <a:fillRect/>
                </a:stretch>
              </p:blipFill>
              <p:spPr>
                <a:xfrm>
                  <a:off x="7526674" y="3372617"/>
                  <a:ext cx="10584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5" name="Håndskrift 34">
                  <a:extLst>
                    <a:ext uri="{FF2B5EF4-FFF2-40B4-BE49-F238E27FC236}">
                      <a16:creationId xmlns:a16="http://schemas.microsoft.com/office/drawing/2014/main" id="{9643AF56-4048-6767-06B4-D35686ECBA5B}"/>
                    </a:ext>
                  </a:extLst>
                </p14:cNvPr>
                <p14:cNvContentPartPr/>
                <p14:nvPr/>
              </p14:nvContentPartPr>
              <p14:xfrm>
                <a:off x="7637194" y="3552977"/>
                <a:ext cx="126360" cy="140040"/>
              </p14:xfrm>
            </p:contentPart>
          </mc:Choice>
          <mc:Fallback xmlns="">
            <p:pic>
              <p:nvPicPr>
                <p:cNvPr id="35" name="Håndskrift 34">
                  <a:extLst>
                    <a:ext uri="{FF2B5EF4-FFF2-40B4-BE49-F238E27FC236}">
                      <a16:creationId xmlns:a16="http://schemas.microsoft.com/office/drawing/2014/main" id="{9643AF56-4048-6767-06B4-D35686ECBA5B}"/>
                    </a:ext>
                  </a:extLst>
                </p:cNvPr>
                <p:cNvPicPr/>
                <p:nvPr/>
              </p:nvPicPr>
              <p:blipFill>
                <a:blip r:embed="rId19"/>
                <a:stretch>
                  <a:fillRect/>
                </a:stretch>
              </p:blipFill>
              <p:spPr>
                <a:xfrm>
                  <a:off x="7631074" y="3546857"/>
                  <a:ext cx="13860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6" name="Håndskrift 35">
                  <a:extLst>
                    <a:ext uri="{FF2B5EF4-FFF2-40B4-BE49-F238E27FC236}">
                      <a16:creationId xmlns:a16="http://schemas.microsoft.com/office/drawing/2014/main" id="{47D407D9-F2FD-1367-AF21-3317BD52ECA2}"/>
                    </a:ext>
                  </a:extLst>
                </p14:cNvPr>
                <p14:cNvContentPartPr/>
                <p14:nvPr/>
              </p14:nvContentPartPr>
              <p14:xfrm>
                <a:off x="7802794" y="3805337"/>
                <a:ext cx="169200" cy="132120"/>
              </p14:xfrm>
            </p:contentPart>
          </mc:Choice>
          <mc:Fallback xmlns="">
            <p:pic>
              <p:nvPicPr>
                <p:cNvPr id="36" name="Håndskrift 35">
                  <a:extLst>
                    <a:ext uri="{FF2B5EF4-FFF2-40B4-BE49-F238E27FC236}">
                      <a16:creationId xmlns:a16="http://schemas.microsoft.com/office/drawing/2014/main" id="{47D407D9-F2FD-1367-AF21-3317BD52ECA2}"/>
                    </a:ext>
                  </a:extLst>
                </p:cNvPr>
                <p:cNvPicPr/>
                <p:nvPr/>
              </p:nvPicPr>
              <p:blipFill>
                <a:blip r:embed="rId21"/>
                <a:stretch>
                  <a:fillRect/>
                </a:stretch>
              </p:blipFill>
              <p:spPr>
                <a:xfrm>
                  <a:off x="7796674" y="3799217"/>
                  <a:ext cx="18144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7" name="Håndskrift 36">
                  <a:extLst>
                    <a:ext uri="{FF2B5EF4-FFF2-40B4-BE49-F238E27FC236}">
                      <a16:creationId xmlns:a16="http://schemas.microsoft.com/office/drawing/2014/main" id="{A2954FE6-90D9-3701-A9F5-70E3CC4EE4CB}"/>
                    </a:ext>
                  </a:extLst>
                </p14:cNvPr>
                <p14:cNvContentPartPr/>
                <p14:nvPr/>
              </p14:nvContentPartPr>
              <p14:xfrm>
                <a:off x="7933474" y="3983177"/>
                <a:ext cx="169200" cy="104040"/>
              </p14:xfrm>
            </p:contentPart>
          </mc:Choice>
          <mc:Fallback xmlns="">
            <p:pic>
              <p:nvPicPr>
                <p:cNvPr id="37" name="Håndskrift 36">
                  <a:extLst>
                    <a:ext uri="{FF2B5EF4-FFF2-40B4-BE49-F238E27FC236}">
                      <a16:creationId xmlns:a16="http://schemas.microsoft.com/office/drawing/2014/main" id="{A2954FE6-90D9-3701-A9F5-70E3CC4EE4CB}"/>
                    </a:ext>
                  </a:extLst>
                </p:cNvPr>
                <p:cNvPicPr/>
                <p:nvPr/>
              </p:nvPicPr>
              <p:blipFill>
                <a:blip r:embed="rId23"/>
                <a:stretch>
                  <a:fillRect/>
                </a:stretch>
              </p:blipFill>
              <p:spPr>
                <a:xfrm>
                  <a:off x="7927354" y="3977057"/>
                  <a:ext cx="18144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8" name="Håndskrift 37">
                  <a:extLst>
                    <a:ext uri="{FF2B5EF4-FFF2-40B4-BE49-F238E27FC236}">
                      <a16:creationId xmlns:a16="http://schemas.microsoft.com/office/drawing/2014/main" id="{38FED5FB-9468-B4EF-C2D6-49B3A14F8FC0}"/>
                    </a:ext>
                  </a:extLst>
                </p14:cNvPr>
                <p14:cNvContentPartPr/>
                <p14:nvPr/>
              </p14:nvContentPartPr>
              <p14:xfrm>
                <a:off x="8126434" y="3901097"/>
                <a:ext cx="225360" cy="154080"/>
              </p14:xfrm>
            </p:contentPart>
          </mc:Choice>
          <mc:Fallback xmlns="">
            <p:pic>
              <p:nvPicPr>
                <p:cNvPr id="38" name="Håndskrift 37">
                  <a:extLst>
                    <a:ext uri="{FF2B5EF4-FFF2-40B4-BE49-F238E27FC236}">
                      <a16:creationId xmlns:a16="http://schemas.microsoft.com/office/drawing/2014/main" id="{38FED5FB-9468-B4EF-C2D6-49B3A14F8FC0}"/>
                    </a:ext>
                  </a:extLst>
                </p:cNvPr>
                <p:cNvPicPr/>
                <p:nvPr/>
              </p:nvPicPr>
              <p:blipFill>
                <a:blip r:embed="rId25"/>
                <a:stretch>
                  <a:fillRect/>
                </a:stretch>
              </p:blipFill>
              <p:spPr>
                <a:xfrm>
                  <a:off x="8120314" y="3894977"/>
                  <a:ext cx="23760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9" name="Håndskrift 38">
                  <a:extLst>
                    <a:ext uri="{FF2B5EF4-FFF2-40B4-BE49-F238E27FC236}">
                      <a16:creationId xmlns:a16="http://schemas.microsoft.com/office/drawing/2014/main" id="{6803D7E6-4FDB-E487-8FBE-0D6820A5791C}"/>
                    </a:ext>
                  </a:extLst>
                </p14:cNvPr>
                <p14:cNvContentPartPr/>
                <p14:nvPr/>
              </p14:nvContentPartPr>
              <p14:xfrm>
                <a:off x="8289154" y="3552977"/>
                <a:ext cx="175680" cy="291240"/>
              </p14:xfrm>
            </p:contentPart>
          </mc:Choice>
          <mc:Fallback xmlns="">
            <p:pic>
              <p:nvPicPr>
                <p:cNvPr id="39" name="Håndskrift 38">
                  <a:extLst>
                    <a:ext uri="{FF2B5EF4-FFF2-40B4-BE49-F238E27FC236}">
                      <a16:creationId xmlns:a16="http://schemas.microsoft.com/office/drawing/2014/main" id="{6803D7E6-4FDB-E487-8FBE-0D6820A5791C}"/>
                    </a:ext>
                  </a:extLst>
                </p:cNvPr>
                <p:cNvPicPr/>
                <p:nvPr/>
              </p:nvPicPr>
              <p:blipFill>
                <a:blip r:embed="rId27"/>
                <a:stretch>
                  <a:fillRect/>
                </a:stretch>
              </p:blipFill>
              <p:spPr>
                <a:xfrm>
                  <a:off x="8283034" y="3546857"/>
                  <a:ext cx="18792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0" name="Håndskrift 39">
                  <a:extLst>
                    <a:ext uri="{FF2B5EF4-FFF2-40B4-BE49-F238E27FC236}">
                      <a16:creationId xmlns:a16="http://schemas.microsoft.com/office/drawing/2014/main" id="{C1DACFCA-6530-0D27-4138-CD7078098336}"/>
                    </a:ext>
                  </a:extLst>
                </p14:cNvPr>
                <p14:cNvContentPartPr/>
                <p14:nvPr/>
              </p14:nvContentPartPr>
              <p14:xfrm>
                <a:off x="8357914" y="3433457"/>
                <a:ext cx="167760" cy="111960"/>
              </p14:xfrm>
            </p:contentPart>
          </mc:Choice>
          <mc:Fallback xmlns="">
            <p:pic>
              <p:nvPicPr>
                <p:cNvPr id="40" name="Håndskrift 39">
                  <a:extLst>
                    <a:ext uri="{FF2B5EF4-FFF2-40B4-BE49-F238E27FC236}">
                      <a16:creationId xmlns:a16="http://schemas.microsoft.com/office/drawing/2014/main" id="{C1DACFCA-6530-0D27-4138-CD7078098336}"/>
                    </a:ext>
                  </a:extLst>
                </p:cNvPr>
                <p:cNvPicPr/>
                <p:nvPr/>
              </p:nvPicPr>
              <p:blipFill>
                <a:blip r:embed="rId29"/>
                <a:stretch>
                  <a:fillRect/>
                </a:stretch>
              </p:blipFill>
              <p:spPr>
                <a:xfrm>
                  <a:off x="8351794" y="3427337"/>
                  <a:ext cx="18000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2" name="Håndskrift 41">
                  <a:extLst>
                    <a:ext uri="{FF2B5EF4-FFF2-40B4-BE49-F238E27FC236}">
                      <a16:creationId xmlns:a16="http://schemas.microsoft.com/office/drawing/2014/main" id="{F2135923-FE30-A9D1-1B2B-11EDE8356749}"/>
                    </a:ext>
                  </a:extLst>
                </p14:cNvPr>
                <p14:cNvContentPartPr/>
                <p14:nvPr/>
              </p14:nvContentPartPr>
              <p14:xfrm>
                <a:off x="8065594" y="3912977"/>
                <a:ext cx="34560" cy="250560"/>
              </p14:xfrm>
            </p:contentPart>
          </mc:Choice>
          <mc:Fallback xmlns="">
            <p:pic>
              <p:nvPicPr>
                <p:cNvPr id="42" name="Håndskrift 41">
                  <a:extLst>
                    <a:ext uri="{FF2B5EF4-FFF2-40B4-BE49-F238E27FC236}">
                      <a16:creationId xmlns:a16="http://schemas.microsoft.com/office/drawing/2014/main" id="{F2135923-FE30-A9D1-1B2B-11EDE8356749}"/>
                    </a:ext>
                  </a:extLst>
                </p:cNvPr>
                <p:cNvPicPr/>
                <p:nvPr/>
              </p:nvPicPr>
              <p:blipFill>
                <a:blip r:embed="rId31"/>
                <a:stretch>
                  <a:fillRect/>
                </a:stretch>
              </p:blipFill>
              <p:spPr>
                <a:xfrm>
                  <a:off x="8059474" y="3906857"/>
                  <a:ext cx="46800" cy="262800"/>
                </a:xfrm>
                <a:prstGeom prst="rect">
                  <a:avLst/>
                </a:prstGeom>
              </p:spPr>
            </p:pic>
          </mc:Fallback>
        </mc:AlternateContent>
      </p:grpSp>
    </p:spTree>
    <p:extLst>
      <p:ext uri="{BB962C8B-B14F-4D97-AF65-F5344CB8AC3E}">
        <p14:creationId xmlns:p14="http://schemas.microsoft.com/office/powerpoint/2010/main" val="2183559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748F4-CF39-B772-E784-6A7149A40DC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A27A460-4491-629A-A72B-F09EBDB2630B}"/>
              </a:ext>
            </a:extLst>
          </p:cNvPr>
          <p:cNvSpPr>
            <a:spLocks noGrp="1"/>
          </p:cNvSpPr>
          <p:nvPr>
            <p:ph type="title"/>
          </p:nvPr>
        </p:nvSpPr>
        <p:spPr>
          <a:xfrm>
            <a:off x="839788" y="457200"/>
            <a:ext cx="3932237" cy="986589"/>
          </a:xfrm>
        </p:spPr>
        <p:txBody>
          <a:bodyPr/>
          <a:lstStyle/>
          <a:p>
            <a:r>
              <a:rPr lang="en-US" noProof="0" dirty="0"/>
              <a:t>Random Structure Search</a:t>
            </a:r>
          </a:p>
        </p:txBody>
      </p:sp>
      <p:sp>
        <p:nvSpPr>
          <p:cNvPr id="4" name="Pladsholder til tekst 3">
            <a:extLst>
              <a:ext uri="{FF2B5EF4-FFF2-40B4-BE49-F238E27FC236}">
                <a16:creationId xmlns:a16="http://schemas.microsoft.com/office/drawing/2014/main" id="{1C63CA59-6F4A-A52B-D803-BDC0188D0B0E}"/>
              </a:ext>
            </a:extLst>
          </p:cNvPr>
          <p:cNvSpPr>
            <a:spLocks noGrp="1"/>
          </p:cNvSpPr>
          <p:nvPr>
            <p:ph type="body" sz="half" idx="2"/>
          </p:nvPr>
        </p:nvSpPr>
        <p:spPr>
          <a:xfrm>
            <a:off x="839788" y="2057399"/>
            <a:ext cx="3932237" cy="4534989"/>
          </a:xfrm>
        </p:spPr>
        <p:txBody>
          <a:bodyPr>
            <a:normAutofit/>
          </a:bodyPr>
          <a:lstStyle/>
          <a:p>
            <a:r>
              <a:rPr lang="en-US" noProof="0" dirty="0"/>
              <a:t>Very simple method</a:t>
            </a:r>
          </a:p>
          <a:p>
            <a:pPr marL="342900" indent="-342900">
              <a:buAutoNum type="arabicPeriod"/>
            </a:pPr>
            <a:r>
              <a:rPr lang="en-US" noProof="0" dirty="0"/>
              <a:t>Generate the system in a random configuration. </a:t>
            </a:r>
            <a:br>
              <a:rPr lang="en-US" noProof="0" dirty="0"/>
            </a:br>
            <a:r>
              <a:rPr lang="en-US" noProof="0" dirty="0"/>
              <a:t>If 1d choosing a random x. </a:t>
            </a:r>
            <a:br>
              <a:rPr lang="en-US" noProof="0" dirty="0"/>
            </a:br>
            <a:r>
              <a:rPr lang="en-US" noProof="0" dirty="0"/>
              <a:t>If d-dimensional, choosing a random vector r.</a:t>
            </a:r>
          </a:p>
          <a:p>
            <a:pPr marL="342900" indent="-342900">
              <a:buAutoNum type="arabicPeriod"/>
            </a:pPr>
            <a:r>
              <a:rPr lang="en-US" noProof="0" dirty="0"/>
              <a:t>Perform a local optimization, such as Metropolis Monte Carlo search</a:t>
            </a:r>
          </a:p>
          <a:p>
            <a:pPr marL="342900" indent="-342900">
              <a:buAutoNum type="arabicPeriod"/>
            </a:pPr>
            <a:r>
              <a:rPr lang="en-US" noProof="0" dirty="0"/>
              <a:t>Record the optimized configuration, if it has the lowest energy thus far.</a:t>
            </a:r>
          </a:p>
          <a:p>
            <a:pPr marL="342900" indent="-342900">
              <a:buAutoNum type="arabicPeriod"/>
            </a:pPr>
            <a:r>
              <a:rPr lang="en-US" noProof="0" dirty="0"/>
              <a:t>Repeat 1-3 as much a computationally affordable.</a:t>
            </a:r>
          </a:p>
          <a:p>
            <a:pPr marL="342900" indent="-342900">
              <a:buAutoNum type="arabicPeriod"/>
            </a:pPr>
            <a:r>
              <a:rPr lang="en-US" noProof="0" dirty="0"/>
              <a:t>Report the lowest energy found</a:t>
            </a:r>
          </a:p>
        </p:txBody>
      </p:sp>
      <p:pic>
        <p:nvPicPr>
          <p:cNvPr id="7" name="Billede 6">
            <a:extLst>
              <a:ext uri="{FF2B5EF4-FFF2-40B4-BE49-F238E27FC236}">
                <a16:creationId xmlns:a16="http://schemas.microsoft.com/office/drawing/2014/main" id="{285884A3-A726-F1C7-9A16-F981DA882775}"/>
              </a:ext>
            </a:extLst>
          </p:cNvPr>
          <p:cNvPicPr>
            <a:picLocks noChangeAspect="1"/>
          </p:cNvPicPr>
          <p:nvPr/>
        </p:nvPicPr>
        <p:blipFill>
          <a:blip r:embed="rId2"/>
          <a:stretch>
            <a:fillRect/>
          </a:stretch>
        </p:blipFill>
        <p:spPr>
          <a:xfrm>
            <a:off x="5416792" y="1723073"/>
            <a:ext cx="5427829" cy="4268424"/>
          </a:xfrm>
          <a:prstGeom prst="rect">
            <a:avLst/>
          </a:prstGeom>
        </p:spPr>
      </p:pic>
      <p:sp>
        <p:nvSpPr>
          <p:cNvPr id="9" name="Tekstfelt 8">
            <a:extLst>
              <a:ext uri="{FF2B5EF4-FFF2-40B4-BE49-F238E27FC236}">
                <a16:creationId xmlns:a16="http://schemas.microsoft.com/office/drawing/2014/main" id="{CABF63C1-CDE4-36CE-3786-F0523774DC27}"/>
              </a:ext>
            </a:extLst>
          </p:cNvPr>
          <p:cNvSpPr txBox="1"/>
          <p:nvPr/>
        </p:nvSpPr>
        <p:spPr>
          <a:xfrm>
            <a:off x="9469804" y="3059668"/>
            <a:ext cx="936475" cy="369332"/>
          </a:xfrm>
          <a:prstGeom prst="rect">
            <a:avLst/>
          </a:prstGeom>
          <a:noFill/>
        </p:spPr>
        <p:txBody>
          <a:bodyPr wrap="none" rtlCol="0">
            <a:spAutoFit/>
          </a:bodyPr>
          <a:lstStyle/>
          <a:p>
            <a:r>
              <a:rPr lang="en-US" noProof="0" dirty="0" err="1"/>
              <a:t>kT</a:t>
            </a:r>
            <a:r>
              <a:rPr lang="en-US" noProof="0" dirty="0"/>
              <a:t> = 0.2</a:t>
            </a:r>
          </a:p>
        </p:txBody>
      </p:sp>
      <p:sp>
        <p:nvSpPr>
          <p:cNvPr id="11" name="Tekstfelt 10">
            <a:extLst>
              <a:ext uri="{FF2B5EF4-FFF2-40B4-BE49-F238E27FC236}">
                <a16:creationId xmlns:a16="http://schemas.microsoft.com/office/drawing/2014/main" id="{243B6C8F-1ED1-11C9-C7F2-902E50329BBA}"/>
              </a:ext>
            </a:extLst>
          </p:cNvPr>
          <p:cNvSpPr txBox="1"/>
          <p:nvPr/>
        </p:nvSpPr>
        <p:spPr>
          <a:xfrm>
            <a:off x="9564381" y="5244734"/>
            <a:ext cx="747320" cy="369332"/>
          </a:xfrm>
          <a:prstGeom prst="rect">
            <a:avLst/>
          </a:prstGeom>
          <a:noFill/>
        </p:spPr>
        <p:txBody>
          <a:bodyPr wrap="none" rtlCol="0">
            <a:spAutoFit/>
          </a:bodyPr>
          <a:lstStyle/>
          <a:p>
            <a:r>
              <a:rPr lang="en-US" noProof="0" dirty="0" err="1"/>
              <a:t>kT</a:t>
            </a:r>
            <a:r>
              <a:rPr lang="en-US" noProof="0" dirty="0"/>
              <a:t> = 2</a:t>
            </a:r>
          </a:p>
        </p:txBody>
      </p:sp>
      <p:sp>
        <p:nvSpPr>
          <p:cNvPr id="12" name="Tekstfelt 11">
            <a:extLst>
              <a:ext uri="{FF2B5EF4-FFF2-40B4-BE49-F238E27FC236}">
                <a16:creationId xmlns:a16="http://schemas.microsoft.com/office/drawing/2014/main" id="{5C827D4D-7BE7-07A3-78DD-F40780B209A3}"/>
              </a:ext>
            </a:extLst>
          </p:cNvPr>
          <p:cNvSpPr txBox="1"/>
          <p:nvPr/>
        </p:nvSpPr>
        <p:spPr>
          <a:xfrm>
            <a:off x="5712823" y="457199"/>
            <a:ext cx="5050971" cy="830997"/>
          </a:xfrm>
          <a:prstGeom prst="rect">
            <a:avLst/>
          </a:prstGeom>
          <a:noFill/>
        </p:spPr>
        <p:txBody>
          <a:bodyPr wrap="square" rtlCol="0">
            <a:spAutoFit/>
          </a:bodyPr>
          <a:lstStyle/>
          <a:p>
            <a:r>
              <a:rPr lang="en-US" sz="1600" noProof="0" dirty="0"/>
              <a:t>Running random structure search on the graphs below, choosing x’ = x + </a:t>
            </a:r>
            <a:r>
              <a:rPr lang="en-US" sz="1600" noProof="0" dirty="0" err="1"/>
              <a:t>NormalDist</a:t>
            </a:r>
            <a:r>
              <a:rPr lang="en-US" sz="1600" noProof="0" dirty="0"/>
              <a:t>(0, </a:t>
            </a:r>
            <a:r>
              <a:rPr lang="en-US" sz="1600" noProof="0" dirty="0">
                <a:latin typeface="Grotesque" panose="020F0502020204030204" pitchFamily="34" charset="0"/>
              </a:rPr>
              <a:t>σ=10). </a:t>
            </a:r>
            <a:r>
              <a:rPr lang="en-US" sz="1600" noProof="0" dirty="0"/>
              <a:t>They both ran for 100 steps.</a:t>
            </a:r>
          </a:p>
        </p:txBody>
      </p:sp>
    </p:spTree>
    <p:extLst>
      <p:ext uri="{BB962C8B-B14F-4D97-AF65-F5344CB8AC3E}">
        <p14:creationId xmlns:p14="http://schemas.microsoft.com/office/powerpoint/2010/main" val="3145217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01419-8801-9B6D-BA0D-FC2C757C330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17C45F0-6885-577E-1371-A8AF6C613A54}"/>
              </a:ext>
            </a:extLst>
          </p:cNvPr>
          <p:cNvSpPr>
            <a:spLocks noGrp="1"/>
          </p:cNvSpPr>
          <p:nvPr>
            <p:ph type="title"/>
          </p:nvPr>
        </p:nvSpPr>
        <p:spPr>
          <a:xfrm>
            <a:off x="839788" y="457200"/>
            <a:ext cx="3932237" cy="986589"/>
          </a:xfrm>
        </p:spPr>
        <p:txBody>
          <a:bodyPr/>
          <a:lstStyle/>
          <a:p>
            <a:r>
              <a:rPr lang="en-US" noProof="0" dirty="0"/>
              <a:t>Random Structure Search</a:t>
            </a:r>
          </a:p>
        </p:txBody>
      </p:sp>
      <p:sp>
        <p:nvSpPr>
          <p:cNvPr id="9" name="Tekstfelt 8">
            <a:extLst>
              <a:ext uri="{FF2B5EF4-FFF2-40B4-BE49-F238E27FC236}">
                <a16:creationId xmlns:a16="http://schemas.microsoft.com/office/drawing/2014/main" id="{1437575D-E339-A67B-A9F5-BB886D2356E9}"/>
              </a:ext>
            </a:extLst>
          </p:cNvPr>
          <p:cNvSpPr txBox="1"/>
          <p:nvPr/>
        </p:nvSpPr>
        <p:spPr>
          <a:xfrm>
            <a:off x="9375227" y="3610094"/>
            <a:ext cx="936475" cy="369332"/>
          </a:xfrm>
          <a:prstGeom prst="rect">
            <a:avLst/>
          </a:prstGeom>
          <a:noFill/>
        </p:spPr>
        <p:txBody>
          <a:bodyPr wrap="none" rtlCol="0">
            <a:spAutoFit/>
          </a:bodyPr>
          <a:lstStyle/>
          <a:p>
            <a:r>
              <a:rPr lang="en-US" noProof="0" dirty="0" err="1"/>
              <a:t>kT</a:t>
            </a:r>
            <a:r>
              <a:rPr lang="en-US" noProof="0" dirty="0"/>
              <a:t> = 0.2</a:t>
            </a:r>
          </a:p>
        </p:txBody>
      </p:sp>
      <p:sp>
        <p:nvSpPr>
          <p:cNvPr id="8" name="Pladsholder til tekst 7">
            <a:extLst>
              <a:ext uri="{FF2B5EF4-FFF2-40B4-BE49-F238E27FC236}">
                <a16:creationId xmlns:a16="http://schemas.microsoft.com/office/drawing/2014/main" id="{4C72F0D1-6DB1-A4E0-3757-EE49B1174D23}"/>
              </a:ext>
            </a:extLst>
          </p:cNvPr>
          <p:cNvSpPr>
            <a:spLocks noGrp="1"/>
          </p:cNvSpPr>
          <p:nvPr>
            <p:ph type="body" sz="half" idx="2"/>
          </p:nvPr>
        </p:nvSpPr>
        <p:spPr>
          <a:xfrm>
            <a:off x="732649" y="1690033"/>
            <a:ext cx="2295298" cy="4578785"/>
          </a:xfrm>
        </p:spPr>
        <p:txBody>
          <a:bodyPr>
            <a:normAutofit/>
          </a:bodyPr>
          <a:lstStyle/>
          <a:p>
            <a:r>
              <a:rPr lang="en-US" noProof="0" dirty="0"/>
              <a:t>Here we see how much can be explored in 100 steps with σ=10, changing only the temperature.</a:t>
            </a:r>
          </a:p>
          <a:p>
            <a:endParaRPr lang="en-US" noProof="0" dirty="0"/>
          </a:p>
          <a:p>
            <a:r>
              <a:rPr lang="en-US" noProof="0" dirty="0"/>
              <a:t>With higher T, more steps with increasing energy are accepted in the acceptance criterion, because we divide by a larger number.</a:t>
            </a:r>
          </a:p>
          <a:p>
            <a:endParaRPr lang="en-US" noProof="0" dirty="0"/>
          </a:p>
          <a:p>
            <a:r>
              <a:rPr lang="en-US" noProof="0" dirty="0"/>
              <a:t>Ex:</a:t>
            </a:r>
            <a:br>
              <a:rPr lang="en-US" noProof="0" dirty="0"/>
            </a:br>
            <a:r>
              <a:rPr lang="en-US" noProof="0" dirty="0"/>
              <a:t>exp(-1/0.1) = 0.000045</a:t>
            </a:r>
            <a:br>
              <a:rPr lang="en-US" noProof="0" dirty="0"/>
            </a:br>
            <a:r>
              <a:rPr lang="en-US" noProof="0" dirty="0"/>
              <a:t>exp(-1/2) = 0.60</a:t>
            </a:r>
          </a:p>
        </p:txBody>
      </p:sp>
      <p:pic>
        <p:nvPicPr>
          <p:cNvPr id="13" name="Billede 12">
            <a:extLst>
              <a:ext uri="{FF2B5EF4-FFF2-40B4-BE49-F238E27FC236}">
                <a16:creationId xmlns:a16="http://schemas.microsoft.com/office/drawing/2014/main" id="{17949475-BEE0-00EA-98FC-090F1C03632A}"/>
              </a:ext>
            </a:extLst>
          </p:cNvPr>
          <p:cNvPicPr>
            <a:picLocks noChangeAspect="1"/>
          </p:cNvPicPr>
          <p:nvPr/>
        </p:nvPicPr>
        <p:blipFill>
          <a:blip r:embed="rId2"/>
          <a:stretch>
            <a:fillRect/>
          </a:stretch>
        </p:blipFill>
        <p:spPr>
          <a:xfrm>
            <a:off x="2990606" y="1690033"/>
            <a:ext cx="9053348" cy="4578785"/>
          </a:xfrm>
          <a:prstGeom prst="rect">
            <a:avLst/>
          </a:prstGeom>
        </p:spPr>
      </p:pic>
    </p:spTree>
    <p:extLst>
      <p:ext uri="{BB962C8B-B14F-4D97-AF65-F5344CB8AC3E}">
        <p14:creationId xmlns:p14="http://schemas.microsoft.com/office/powerpoint/2010/main" val="2204143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545AA-32A7-8DC8-2AB3-8605D5A648A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0591BF5-571F-4070-1CD5-5DBDB748EC4C}"/>
              </a:ext>
            </a:extLst>
          </p:cNvPr>
          <p:cNvSpPr>
            <a:spLocks noGrp="1"/>
          </p:cNvSpPr>
          <p:nvPr>
            <p:ph type="title"/>
          </p:nvPr>
        </p:nvSpPr>
        <p:spPr>
          <a:xfrm>
            <a:off x="839788" y="457200"/>
            <a:ext cx="3932237" cy="986589"/>
          </a:xfrm>
        </p:spPr>
        <p:txBody>
          <a:bodyPr/>
          <a:lstStyle/>
          <a:p>
            <a:r>
              <a:rPr lang="en-US" noProof="0" dirty="0"/>
              <a:t>Random Structure Search</a:t>
            </a:r>
          </a:p>
        </p:txBody>
      </p:sp>
      <p:sp>
        <p:nvSpPr>
          <p:cNvPr id="9" name="Tekstfelt 8">
            <a:extLst>
              <a:ext uri="{FF2B5EF4-FFF2-40B4-BE49-F238E27FC236}">
                <a16:creationId xmlns:a16="http://schemas.microsoft.com/office/drawing/2014/main" id="{1C011C53-F115-58D6-E4AA-426E88B17285}"/>
              </a:ext>
            </a:extLst>
          </p:cNvPr>
          <p:cNvSpPr txBox="1"/>
          <p:nvPr/>
        </p:nvSpPr>
        <p:spPr>
          <a:xfrm>
            <a:off x="9375227" y="3610094"/>
            <a:ext cx="936475" cy="369332"/>
          </a:xfrm>
          <a:prstGeom prst="rect">
            <a:avLst/>
          </a:prstGeom>
          <a:noFill/>
        </p:spPr>
        <p:txBody>
          <a:bodyPr wrap="none" rtlCol="0">
            <a:spAutoFit/>
          </a:bodyPr>
          <a:lstStyle/>
          <a:p>
            <a:r>
              <a:rPr lang="en-US" noProof="0" dirty="0" err="1"/>
              <a:t>kT</a:t>
            </a:r>
            <a:r>
              <a:rPr lang="en-US" noProof="0" dirty="0"/>
              <a:t> = 0.2</a:t>
            </a:r>
          </a:p>
        </p:txBody>
      </p:sp>
      <p:sp>
        <p:nvSpPr>
          <p:cNvPr id="8" name="Pladsholder til tekst 7">
            <a:extLst>
              <a:ext uri="{FF2B5EF4-FFF2-40B4-BE49-F238E27FC236}">
                <a16:creationId xmlns:a16="http://schemas.microsoft.com/office/drawing/2014/main" id="{F5825345-BB0B-02C2-22EC-E0D6B8EA21AF}"/>
              </a:ext>
            </a:extLst>
          </p:cNvPr>
          <p:cNvSpPr>
            <a:spLocks noGrp="1"/>
          </p:cNvSpPr>
          <p:nvPr>
            <p:ph type="body" sz="half" idx="2"/>
          </p:nvPr>
        </p:nvSpPr>
        <p:spPr>
          <a:xfrm>
            <a:off x="839789" y="2057400"/>
            <a:ext cx="2295298" cy="3811588"/>
          </a:xfrm>
        </p:spPr>
        <p:txBody>
          <a:bodyPr/>
          <a:lstStyle/>
          <a:p>
            <a:r>
              <a:rPr lang="en-US" noProof="0" dirty="0"/>
              <a:t>Here we see how much can be explored in 100 steps with </a:t>
            </a:r>
            <a:r>
              <a:rPr lang="en-US" noProof="0" dirty="0" err="1"/>
              <a:t>kT</a:t>
            </a:r>
            <a:r>
              <a:rPr lang="en-US" noProof="0" dirty="0"/>
              <a:t>=0.5, changing only the width of the normal distribution for x’.</a:t>
            </a:r>
          </a:p>
          <a:p>
            <a:r>
              <a:rPr lang="en-US" noProof="0" dirty="0"/>
              <a:t>For the smaller sigma, the steps on the x-axis are small.</a:t>
            </a:r>
          </a:p>
          <a:p>
            <a:r>
              <a:rPr lang="en-US" noProof="0" dirty="0"/>
              <a:t>With larger sigma, the steps on the x-axis are bigger.</a:t>
            </a:r>
          </a:p>
        </p:txBody>
      </p:sp>
      <p:pic>
        <p:nvPicPr>
          <p:cNvPr id="4" name="Billede 3">
            <a:extLst>
              <a:ext uri="{FF2B5EF4-FFF2-40B4-BE49-F238E27FC236}">
                <a16:creationId xmlns:a16="http://schemas.microsoft.com/office/drawing/2014/main" id="{9668C42B-E30A-CDD9-5BA1-24B16A66D094}"/>
              </a:ext>
            </a:extLst>
          </p:cNvPr>
          <p:cNvPicPr>
            <a:picLocks noChangeAspect="1"/>
          </p:cNvPicPr>
          <p:nvPr/>
        </p:nvPicPr>
        <p:blipFill>
          <a:blip r:embed="rId2"/>
          <a:stretch>
            <a:fillRect/>
          </a:stretch>
        </p:blipFill>
        <p:spPr>
          <a:xfrm>
            <a:off x="3384020" y="2057400"/>
            <a:ext cx="8807979" cy="4454688"/>
          </a:xfrm>
          <a:prstGeom prst="rect">
            <a:avLst/>
          </a:prstGeom>
        </p:spPr>
      </p:pic>
    </p:spTree>
    <p:extLst>
      <p:ext uri="{BB962C8B-B14F-4D97-AF65-F5344CB8AC3E}">
        <p14:creationId xmlns:p14="http://schemas.microsoft.com/office/powerpoint/2010/main" val="28374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7F2A4-4446-9828-4470-D3EDF188065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E212A20-FA0C-C346-E5E0-15B4A64BC06F}"/>
              </a:ext>
            </a:extLst>
          </p:cNvPr>
          <p:cNvSpPr>
            <a:spLocks noGrp="1"/>
          </p:cNvSpPr>
          <p:nvPr>
            <p:ph type="title"/>
          </p:nvPr>
        </p:nvSpPr>
        <p:spPr>
          <a:xfrm>
            <a:off x="517526" y="795493"/>
            <a:ext cx="3932237" cy="576697"/>
          </a:xfrm>
        </p:spPr>
        <p:txBody>
          <a:bodyPr/>
          <a:lstStyle/>
          <a:p>
            <a:r>
              <a:rPr lang="en-US" noProof="0" dirty="0"/>
              <a:t>The Morse Potential</a:t>
            </a:r>
          </a:p>
        </p:txBody>
      </p:sp>
      <p:sp>
        <p:nvSpPr>
          <p:cNvPr id="8" name="Pladsholder til tekst 7">
            <a:extLst>
              <a:ext uri="{FF2B5EF4-FFF2-40B4-BE49-F238E27FC236}">
                <a16:creationId xmlns:a16="http://schemas.microsoft.com/office/drawing/2014/main" id="{819B2664-A334-CFB0-3918-0ABADC6C94C3}"/>
              </a:ext>
            </a:extLst>
          </p:cNvPr>
          <p:cNvSpPr>
            <a:spLocks noGrp="1"/>
          </p:cNvSpPr>
          <p:nvPr>
            <p:ph type="body" sz="half" idx="2"/>
          </p:nvPr>
        </p:nvSpPr>
        <p:spPr>
          <a:xfrm>
            <a:off x="630783" y="1948887"/>
            <a:ext cx="3470954" cy="3811588"/>
          </a:xfrm>
        </p:spPr>
        <p:txBody>
          <a:bodyPr/>
          <a:lstStyle/>
          <a:p>
            <a:r>
              <a:rPr lang="en-US" noProof="0" dirty="0"/>
              <a:t>An exercise using the Morse Potential as a possible energy landscape to optimize.</a:t>
            </a:r>
          </a:p>
          <a:p>
            <a:r>
              <a:rPr lang="en-US" noProof="0" dirty="0"/>
              <a:t>In a system of three atoms: Fixing two atoms and letting the last move leads to a minimization of the atoms’ placement via the Morse Potential.</a:t>
            </a:r>
          </a:p>
          <a:p>
            <a:r>
              <a:rPr lang="en-US" noProof="0" dirty="0"/>
              <a:t>‘Rattling’ the free atom and using Metropolis Monte Carlo at zero temperature to optimize the system, we generate a path as seen in the figure.</a:t>
            </a:r>
          </a:p>
        </p:txBody>
      </p:sp>
      <p:pic>
        <p:nvPicPr>
          <p:cNvPr id="5" name="Billede 4">
            <a:extLst>
              <a:ext uri="{FF2B5EF4-FFF2-40B4-BE49-F238E27FC236}">
                <a16:creationId xmlns:a16="http://schemas.microsoft.com/office/drawing/2014/main" id="{AC37B5BE-C3FE-C2B4-E697-DA0B507A43B8}"/>
              </a:ext>
            </a:extLst>
          </p:cNvPr>
          <p:cNvPicPr>
            <a:picLocks noChangeAspect="1"/>
          </p:cNvPicPr>
          <p:nvPr/>
        </p:nvPicPr>
        <p:blipFill>
          <a:blip r:embed="rId2"/>
          <a:stretch>
            <a:fillRect/>
          </a:stretch>
        </p:blipFill>
        <p:spPr>
          <a:xfrm>
            <a:off x="1179188" y="1372190"/>
            <a:ext cx="2048161" cy="504895"/>
          </a:xfrm>
          <a:prstGeom prst="rect">
            <a:avLst/>
          </a:prstGeom>
        </p:spPr>
      </p:pic>
      <p:pic>
        <p:nvPicPr>
          <p:cNvPr id="7" name="Billede 6">
            <a:extLst>
              <a:ext uri="{FF2B5EF4-FFF2-40B4-BE49-F238E27FC236}">
                <a16:creationId xmlns:a16="http://schemas.microsoft.com/office/drawing/2014/main" id="{846BDAF4-2BC3-4057-A567-5E83A3EECAD0}"/>
              </a:ext>
            </a:extLst>
          </p:cNvPr>
          <p:cNvPicPr>
            <a:picLocks noChangeAspect="1"/>
          </p:cNvPicPr>
          <p:nvPr/>
        </p:nvPicPr>
        <p:blipFill>
          <a:blip r:embed="rId3"/>
          <a:stretch>
            <a:fillRect/>
          </a:stretch>
        </p:blipFill>
        <p:spPr>
          <a:xfrm>
            <a:off x="5051108" y="340739"/>
            <a:ext cx="6731453" cy="3045791"/>
          </a:xfrm>
          <a:prstGeom prst="rect">
            <a:avLst/>
          </a:prstGeom>
        </p:spPr>
      </p:pic>
      <p:pic>
        <p:nvPicPr>
          <p:cNvPr id="11" name="Billede 10">
            <a:extLst>
              <a:ext uri="{FF2B5EF4-FFF2-40B4-BE49-F238E27FC236}">
                <a16:creationId xmlns:a16="http://schemas.microsoft.com/office/drawing/2014/main" id="{BC41DA07-282D-8DDA-3EA2-7F4FD6285FC3}"/>
              </a:ext>
            </a:extLst>
          </p:cNvPr>
          <p:cNvPicPr>
            <a:picLocks noChangeAspect="1"/>
          </p:cNvPicPr>
          <p:nvPr/>
        </p:nvPicPr>
        <p:blipFill>
          <a:blip r:embed="rId4"/>
          <a:stretch>
            <a:fillRect/>
          </a:stretch>
        </p:blipFill>
        <p:spPr>
          <a:xfrm>
            <a:off x="4449763" y="3471470"/>
            <a:ext cx="7532914" cy="3149842"/>
          </a:xfrm>
          <a:prstGeom prst="rect">
            <a:avLst/>
          </a:prstGeom>
        </p:spPr>
      </p:pic>
    </p:spTree>
    <p:extLst>
      <p:ext uri="{BB962C8B-B14F-4D97-AF65-F5344CB8AC3E}">
        <p14:creationId xmlns:p14="http://schemas.microsoft.com/office/powerpoint/2010/main" val="3011484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63F6E-1EEF-CAD7-68A4-FC2F227FF96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59617E1-0454-105B-6E9B-9260B49F1F95}"/>
              </a:ext>
            </a:extLst>
          </p:cNvPr>
          <p:cNvSpPr>
            <a:spLocks noGrp="1"/>
          </p:cNvSpPr>
          <p:nvPr>
            <p:ph type="title"/>
          </p:nvPr>
        </p:nvSpPr>
        <p:spPr>
          <a:xfrm>
            <a:off x="517526" y="795493"/>
            <a:ext cx="3932237" cy="576697"/>
          </a:xfrm>
        </p:spPr>
        <p:txBody>
          <a:bodyPr/>
          <a:lstStyle/>
          <a:p>
            <a:r>
              <a:rPr lang="en-US" noProof="0" dirty="0"/>
              <a:t>The Morse Potential</a:t>
            </a:r>
          </a:p>
        </p:txBody>
      </p:sp>
      <p:sp>
        <p:nvSpPr>
          <p:cNvPr id="4" name="Pladsholder til tekst 3">
            <a:extLst>
              <a:ext uri="{FF2B5EF4-FFF2-40B4-BE49-F238E27FC236}">
                <a16:creationId xmlns:a16="http://schemas.microsoft.com/office/drawing/2014/main" id="{D7ED9D46-311E-AED9-7C9F-9EEC2414115F}"/>
              </a:ext>
            </a:extLst>
          </p:cNvPr>
          <p:cNvSpPr>
            <a:spLocks noGrp="1"/>
          </p:cNvSpPr>
          <p:nvPr>
            <p:ph type="body" sz="half" idx="2"/>
          </p:nvPr>
        </p:nvSpPr>
        <p:spPr>
          <a:xfrm>
            <a:off x="839788" y="2057399"/>
            <a:ext cx="5517469" cy="4005107"/>
          </a:xfrm>
        </p:spPr>
        <p:txBody>
          <a:bodyPr>
            <a:noAutofit/>
          </a:bodyPr>
          <a:lstStyle/>
          <a:p>
            <a:r>
              <a:rPr lang="en-US" noProof="0" dirty="0"/>
              <a:t>Moving </a:t>
            </a:r>
          </a:p>
          <a:p>
            <a:r>
              <a:rPr lang="en-US" noProof="0" dirty="0"/>
              <a:t>    test = cluster.copy() </a:t>
            </a:r>
          </a:p>
          <a:p>
            <a:r>
              <a:rPr lang="en-US" noProof="0" dirty="0"/>
              <a:t>outside the for loop</a:t>
            </a:r>
          </a:p>
          <a:p>
            <a:endParaRPr lang="en-US" noProof="0" dirty="0"/>
          </a:p>
          <a:p>
            <a:r>
              <a:rPr lang="en-US" noProof="0" dirty="0"/>
              <a:t>The first test (copy) would be some crazy move, and then the Monte Carlo probably won't accept it, and the position of the free atom doesn't change. In the next iteration, test.rattle_first_atom() rattles the crazy position, and NOT where the free atom actually is (still at initial point). Then we take another crazy step, perhaps also in the wrong direction, we don't accept it, and now test is very far away from the minimum.</a:t>
            </a:r>
          </a:p>
          <a:p>
            <a:r>
              <a:rPr lang="en-US" noProof="0" dirty="0"/>
              <a:t>At some point, the step might be accepted, but the overall rattles would cause the path to almost randomly walk around the potential surface.</a:t>
            </a:r>
          </a:p>
          <a:p>
            <a:br>
              <a:rPr lang="en-US" noProof="0" dirty="0"/>
            </a:br>
            <a:endParaRPr lang="en-US" noProof="0" dirty="0"/>
          </a:p>
          <a:p>
            <a:endParaRPr lang="en-US" noProof="0" dirty="0"/>
          </a:p>
        </p:txBody>
      </p:sp>
      <p:pic>
        <p:nvPicPr>
          <p:cNvPr id="9" name="Billede 8">
            <a:extLst>
              <a:ext uri="{FF2B5EF4-FFF2-40B4-BE49-F238E27FC236}">
                <a16:creationId xmlns:a16="http://schemas.microsoft.com/office/drawing/2014/main" id="{09A03CC4-2D51-69B6-44A8-77DEA94D085E}"/>
              </a:ext>
            </a:extLst>
          </p:cNvPr>
          <p:cNvPicPr>
            <a:picLocks noChangeAspect="1"/>
          </p:cNvPicPr>
          <p:nvPr/>
        </p:nvPicPr>
        <p:blipFill>
          <a:blip r:embed="rId2"/>
          <a:srcRect l="709" r="54797"/>
          <a:stretch>
            <a:fillRect/>
          </a:stretch>
        </p:blipFill>
        <p:spPr>
          <a:xfrm>
            <a:off x="7307207" y="2662081"/>
            <a:ext cx="3343829" cy="3400425"/>
          </a:xfrm>
          <a:prstGeom prst="rect">
            <a:avLst/>
          </a:prstGeom>
        </p:spPr>
      </p:pic>
    </p:spTree>
    <p:extLst>
      <p:ext uri="{BB962C8B-B14F-4D97-AF65-F5344CB8AC3E}">
        <p14:creationId xmlns:p14="http://schemas.microsoft.com/office/powerpoint/2010/main" val="4092871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BEC80-1360-40F5-6598-C5B0CBE1535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4C6A27B-E9E3-EB0B-2AA8-C4D408ECD92E}"/>
              </a:ext>
            </a:extLst>
          </p:cNvPr>
          <p:cNvSpPr>
            <a:spLocks noGrp="1"/>
          </p:cNvSpPr>
          <p:nvPr>
            <p:ph type="title"/>
          </p:nvPr>
        </p:nvSpPr>
        <p:spPr>
          <a:xfrm>
            <a:off x="839788" y="457200"/>
            <a:ext cx="3932237" cy="986589"/>
          </a:xfrm>
        </p:spPr>
        <p:txBody>
          <a:bodyPr/>
          <a:lstStyle/>
          <a:p>
            <a:r>
              <a:rPr lang="en-US" noProof="0" dirty="0"/>
              <a:t>Steepest descent and gradient descent</a:t>
            </a:r>
          </a:p>
        </p:txBody>
      </p:sp>
      <mc:AlternateContent xmlns:mc="http://schemas.openxmlformats.org/markup-compatibility/2006" xmlns:a14="http://schemas.microsoft.com/office/drawing/2010/main">
        <mc:Choice Requires="a14">
          <p:sp>
            <p:nvSpPr>
              <p:cNvPr id="4" name="Pladsholder til tekst 3">
                <a:extLst>
                  <a:ext uri="{FF2B5EF4-FFF2-40B4-BE49-F238E27FC236}">
                    <a16:creationId xmlns:a16="http://schemas.microsoft.com/office/drawing/2014/main" id="{C9160C3F-AB88-A59F-6E85-2241ECBB72F3}"/>
                  </a:ext>
                </a:extLst>
              </p:cNvPr>
              <p:cNvSpPr>
                <a:spLocks noGrp="1"/>
              </p:cNvSpPr>
              <p:nvPr>
                <p:ph type="body" sz="half" idx="2"/>
              </p:nvPr>
            </p:nvSpPr>
            <p:spPr>
              <a:xfrm>
                <a:off x="839788" y="2057399"/>
                <a:ext cx="3932237" cy="4534989"/>
              </a:xfrm>
            </p:spPr>
            <p:txBody>
              <a:bodyPr>
                <a:normAutofit/>
              </a:bodyPr>
              <a:lstStyle/>
              <a:p>
                <a:r>
                  <a:rPr lang="en-US" noProof="0" dirty="0"/>
                  <a:t>Gradients are often available, offering a more efficient optimization method. For a given energy, the gradient:</a:t>
                </a:r>
              </a:p>
              <a:p>
                <a:pPr/>
                <a14:m>
                  <m:oMathPara xmlns:m="http://schemas.openxmlformats.org/officeDocument/2006/math">
                    <m:oMath>
                      <m:r>
                        <a:rPr lang="en-US" b="1" i="1" noProof="0" smtClean="0">
                          <a:latin typeface="Cambria Math" panose="02040503050406030204" pitchFamily="18" charset="0"/>
                        </a:rPr>
                        <m:t>𝑭</m:t>
                      </m:r>
                      <m:d>
                        <m:dPr>
                          <m:ctrlPr>
                            <a:rPr lang="en-US" b="1" i="1" noProof="0" smtClean="0">
                              <a:latin typeface="Cambria Math" panose="02040503050406030204" pitchFamily="18" charset="0"/>
                            </a:rPr>
                          </m:ctrlPr>
                        </m:dPr>
                        <m:e>
                          <m:r>
                            <a:rPr lang="en-US" b="1" i="1" noProof="0" smtClean="0">
                              <a:latin typeface="Cambria Math" panose="02040503050406030204" pitchFamily="18" charset="0"/>
                            </a:rPr>
                            <m:t>𝒓</m:t>
                          </m:r>
                        </m:e>
                      </m:d>
                      <m:r>
                        <a:rPr lang="en-US" b="0" i="1" noProof="0" smtClean="0">
                          <a:latin typeface="Cambria Math" panose="02040503050406030204" pitchFamily="18" charset="0"/>
                        </a:rPr>
                        <m:t>=−</m:t>
                      </m:r>
                      <m:r>
                        <m:rPr>
                          <m:sty m:val="p"/>
                        </m:rPr>
                        <a:rPr lang="en-US" b="0" i="0" noProof="0" smtClean="0">
                          <a:latin typeface="Cambria Math" panose="02040503050406030204" pitchFamily="18" charset="0"/>
                        </a:rPr>
                        <m:t>∇</m:t>
                      </m:r>
                      <m:r>
                        <a:rPr lang="en-US" b="0" i="1" noProof="0" smtClean="0">
                          <a:latin typeface="Cambria Math" panose="02040503050406030204" pitchFamily="18" charset="0"/>
                        </a:rPr>
                        <m:t>𝐸</m:t>
                      </m:r>
                      <m:r>
                        <a:rPr lang="en-US" b="0" i="1" noProof="0" smtClean="0">
                          <a:latin typeface="Cambria Math" panose="02040503050406030204" pitchFamily="18" charset="0"/>
                        </a:rPr>
                        <m:t>(</m:t>
                      </m:r>
                      <m:r>
                        <a:rPr lang="en-US" b="1" i="1" noProof="0" smtClean="0">
                          <a:latin typeface="Cambria Math" panose="02040503050406030204" pitchFamily="18" charset="0"/>
                        </a:rPr>
                        <m:t>𝒓</m:t>
                      </m:r>
                      <m:r>
                        <a:rPr lang="en-US" b="0" i="1" noProof="0" smtClean="0">
                          <a:latin typeface="Cambria Math" panose="02040503050406030204" pitchFamily="18" charset="0"/>
                        </a:rPr>
                        <m:t>)</m:t>
                      </m:r>
                    </m:oMath>
                  </m:oMathPara>
                </a14:m>
                <a:endParaRPr lang="en-US" noProof="0" dirty="0"/>
              </a:p>
              <a:p>
                <a:r>
                  <a:rPr lang="en-US" noProof="0" dirty="0"/>
                  <a:t>The gradient points in the direction where the energy changes most rapidly. The force therefore points in the direction of the most rapid local decrease in energy.</a:t>
                </a:r>
              </a:p>
              <a:p>
                <a:pPr marL="342900" indent="-342900">
                  <a:buAutoNum type="arabicPeriod"/>
                </a:pPr>
                <a:r>
                  <a:rPr lang="en-US" noProof="0" dirty="0"/>
                  <a:t>Start at </a:t>
                </a:r>
                <a:r>
                  <a:rPr lang="en-US" b="1" i="1" noProof="0" dirty="0"/>
                  <a:t>r</a:t>
                </a:r>
                <a:endParaRPr lang="en-US" b="1" noProof="0" dirty="0"/>
              </a:p>
              <a:p>
                <a:pPr marL="342900" indent="-342900">
                  <a:buAutoNum type="arabicPeriod"/>
                </a:pPr>
                <a:r>
                  <a:rPr lang="en-US" noProof="0" dirty="0"/>
                  <a:t>Calculate the direction </a:t>
                </a:r>
                <a14:m>
                  <m:oMath xmlns:m="http://schemas.openxmlformats.org/officeDocument/2006/math">
                    <m:acc>
                      <m:accPr>
                        <m:chr m:val="̂"/>
                        <m:ctrlPr>
                          <a:rPr lang="en-US" b="1" i="1" noProof="0" smtClean="0">
                            <a:latin typeface="Cambria Math" panose="02040503050406030204" pitchFamily="18" charset="0"/>
                          </a:rPr>
                        </m:ctrlPr>
                      </m:accPr>
                      <m:e>
                        <m:r>
                          <a:rPr lang="en-US" b="1" i="1" noProof="0" smtClean="0">
                            <a:latin typeface="Cambria Math" panose="02040503050406030204" pitchFamily="18" charset="0"/>
                          </a:rPr>
                          <m:t>𝑭</m:t>
                        </m:r>
                      </m:e>
                    </m:acc>
                    <m:d>
                      <m:dPr>
                        <m:ctrlPr>
                          <a:rPr lang="en-US" b="1" i="1" noProof="0" smtClean="0">
                            <a:latin typeface="Cambria Math" panose="02040503050406030204" pitchFamily="18" charset="0"/>
                          </a:rPr>
                        </m:ctrlPr>
                      </m:dPr>
                      <m:e>
                        <m:r>
                          <a:rPr lang="en-US" b="1" i="1" noProof="0" smtClean="0">
                            <a:latin typeface="Cambria Math" panose="02040503050406030204" pitchFamily="18" charset="0"/>
                          </a:rPr>
                          <m:t>𝒓</m:t>
                        </m:r>
                      </m:e>
                    </m:d>
                    <m:r>
                      <a:rPr lang="en-US" b="0" i="1" noProof="0" smtClean="0">
                        <a:latin typeface="Cambria Math" panose="02040503050406030204" pitchFamily="18" charset="0"/>
                      </a:rPr>
                      <m:t>=</m:t>
                    </m:r>
                    <m:f>
                      <m:fPr>
                        <m:ctrlPr>
                          <a:rPr lang="en-US" b="1" i="1" noProof="0" smtClean="0">
                            <a:latin typeface="Cambria Math" panose="02040503050406030204" pitchFamily="18" charset="0"/>
                          </a:rPr>
                        </m:ctrlPr>
                      </m:fPr>
                      <m:num>
                        <m:r>
                          <a:rPr lang="en-US" b="1" i="1" noProof="0" smtClean="0">
                            <a:latin typeface="Cambria Math" panose="02040503050406030204" pitchFamily="18" charset="0"/>
                          </a:rPr>
                          <m:t>𝑭</m:t>
                        </m:r>
                        <m:d>
                          <m:dPr>
                            <m:ctrlPr>
                              <a:rPr lang="en-US" b="1" i="1" noProof="0" smtClean="0">
                                <a:latin typeface="Cambria Math" panose="02040503050406030204" pitchFamily="18" charset="0"/>
                              </a:rPr>
                            </m:ctrlPr>
                          </m:dPr>
                          <m:e>
                            <m:r>
                              <a:rPr lang="en-US" b="1" i="1" noProof="0" smtClean="0">
                                <a:latin typeface="Cambria Math" panose="02040503050406030204" pitchFamily="18" charset="0"/>
                              </a:rPr>
                              <m:t>𝒓</m:t>
                            </m:r>
                          </m:e>
                        </m:d>
                      </m:num>
                      <m:den>
                        <m:d>
                          <m:dPr>
                            <m:begChr m:val="‖"/>
                            <m:endChr m:val="‖"/>
                            <m:ctrlPr>
                              <a:rPr lang="en-US" b="1" i="1" noProof="0" smtClean="0">
                                <a:latin typeface="Cambria Math" panose="02040503050406030204" pitchFamily="18" charset="0"/>
                              </a:rPr>
                            </m:ctrlPr>
                          </m:dPr>
                          <m:e>
                            <m:r>
                              <a:rPr lang="en-US" b="1" i="1" noProof="0" smtClean="0">
                                <a:latin typeface="Cambria Math" panose="02040503050406030204" pitchFamily="18" charset="0"/>
                              </a:rPr>
                              <m:t>𝑭</m:t>
                            </m:r>
                            <m:d>
                              <m:dPr>
                                <m:ctrlPr>
                                  <a:rPr lang="en-US" b="1" i="1" noProof="0" smtClean="0">
                                    <a:latin typeface="Cambria Math" panose="02040503050406030204" pitchFamily="18" charset="0"/>
                                  </a:rPr>
                                </m:ctrlPr>
                              </m:dPr>
                              <m:e>
                                <m:r>
                                  <a:rPr lang="en-US" b="1" i="1" noProof="0" smtClean="0">
                                    <a:latin typeface="Cambria Math" panose="02040503050406030204" pitchFamily="18" charset="0"/>
                                  </a:rPr>
                                  <m:t>𝒓</m:t>
                                </m:r>
                              </m:e>
                            </m:d>
                          </m:e>
                        </m:d>
                      </m:den>
                    </m:f>
                  </m:oMath>
                </a14:m>
                <a:endParaRPr lang="en-US" noProof="0" dirty="0"/>
              </a:p>
              <a:p>
                <a:pPr marL="342900" indent="-342900">
                  <a:buAutoNum type="arabicPeriod"/>
                </a:pPr>
                <a:r>
                  <a:rPr lang="en-US" noProof="0" dirty="0"/>
                  <a:t>Take a step in the direction of </a:t>
                </a:r>
                <a14:m>
                  <m:oMath xmlns:m="http://schemas.openxmlformats.org/officeDocument/2006/math">
                    <m:acc>
                      <m:accPr>
                        <m:chr m:val="̂"/>
                        <m:ctrlPr>
                          <a:rPr lang="en-US" b="1" i="1" noProof="0" smtClean="0">
                            <a:latin typeface="Cambria Math" panose="02040503050406030204" pitchFamily="18" charset="0"/>
                          </a:rPr>
                        </m:ctrlPr>
                      </m:accPr>
                      <m:e>
                        <m:r>
                          <a:rPr lang="en-US" b="1" i="1" noProof="0" smtClean="0">
                            <a:latin typeface="Cambria Math" panose="02040503050406030204" pitchFamily="18" charset="0"/>
                          </a:rPr>
                          <m:t>𝑭</m:t>
                        </m:r>
                      </m:e>
                    </m:acc>
                    <m:d>
                      <m:dPr>
                        <m:ctrlPr>
                          <a:rPr lang="en-US" b="1" i="1" noProof="0" smtClean="0">
                            <a:latin typeface="Cambria Math" panose="02040503050406030204" pitchFamily="18" charset="0"/>
                          </a:rPr>
                        </m:ctrlPr>
                      </m:dPr>
                      <m:e>
                        <m:r>
                          <a:rPr lang="en-US" b="1" i="1" noProof="0" smtClean="0">
                            <a:latin typeface="Cambria Math" panose="02040503050406030204" pitchFamily="18" charset="0"/>
                          </a:rPr>
                          <m:t>𝒓</m:t>
                        </m:r>
                      </m:e>
                    </m:d>
                  </m:oMath>
                </a14:m>
                <a:endParaRPr lang="en-US" noProof="0" dirty="0"/>
              </a:p>
              <a:p>
                <a:pPr marL="800100" lvl="1" indent="-342900">
                  <a:buFont typeface="Arial" panose="020B0604020202020204" pitchFamily="34" charset="0"/>
                  <a:buChar char="•"/>
                </a:pPr>
                <a:r>
                  <a:rPr lang="en-US" noProof="0" dirty="0"/>
                  <a:t>Steepest descent: </a:t>
                </a:r>
                <a14:m>
                  <m:oMath xmlns:m="http://schemas.openxmlformats.org/officeDocument/2006/math">
                    <m:r>
                      <a:rPr lang="en-US" b="1" i="1" noProof="0" smtClean="0">
                        <a:latin typeface="Cambria Math" panose="02040503050406030204" pitchFamily="18" charset="0"/>
                      </a:rPr>
                      <m:t>𝒓</m:t>
                    </m:r>
                    <m:r>
                      <a:rPr lang="en-US" i="1" noProof="0" smtClean="0">
                        <a:latin typeface="Cambria Math" panose="02040503050406030204" pitchFamily="18" charset="0"/>
                        <a:ea typeface="Cambria Math" panose="02040503050406030204" pitchFamily="18" charset="0"/>
                      </a:rPr>
                      <m:t>→</m:t>
                    </m:r>
                    <m:r>
                      <a:rPr lang="en-US" b="1" i="1" noProof="0" smtClean="0">
                        <a:latin typeface="Cambria Math" panose="02040503050406030204" pitchFamily="18" charset="0"/>
                        <a:ea typeface="Cambria Math" panose="02040503050406030204" pitchFamily="18" charset="0"/>
                      </a:rPr>
                      <m:t>𝒓</m:t>
                    </m:r>
                    <m:r>
                      <a:rPr lang="en-US" b="0" i="1" noProof="0" smtClean="0">
                        <a:latin typeface="Cambria Math" panose="02040503050406030204" pitchFamily="18" charset="0"/>
                        <a:ea typeface="Cambria Math" panose="02040503050406030204" pitchFamily="18" charset="0"/>
                      </a:rPr>
                      <m:t>+</m:t>
                    </m:r>
                    <m:r>
                      <m:rPr>
                        <m:sty m:val="p"/>
                      </m:rPr>
                      <a:rPr lang="en-US" b="0" i="0" noProof="0" smtClean="0">
                        <a:latin typeface="Cambria Math" panose="02040503050406030204" pitchFamily="18" charset="0"/>
                        <a:ea typeface="Cambria Math" panose="02040503050406030204" pitchFamily="18" charset="0"/>
                      </a:rPr>
                      <m:t>Δ</m:t>
                    </m:r>
                    <m:acc>
                      <m:accPr>
                        <m:chr m:val="̂"/>
                        <m:ctrlPr>
                          <a:rPr lang="en-US" b="1" i="1" noProof="0" smtClean="0">
                            <a:latin typeface="Cambria Math" panose="02040503050406030204" pitchFamily="18" charset="0"/>
                          </a:rPr>
                        </m:ctrlPr>
                      </m:accPr>
                      <m:e>
                        <m:r>
                          <a:rPr lang="en-US" b="1" i="1" noProof="0" smtClean="0">
                            <a:latin typeface="Cambria Math" panose="02040503050406030204" pitchFamily="18" charset="0"/>
                          </a:rPr>
                          <m:t>𝑭</m:t>
                        </m:r>
                      </m:e>
                    </m:acc>
                    <m:d>
                      <m:dPr>
                        <m:ctrlPr>
                          <a:rPr lang="en-US" b="1" i="1" noProof="0" smtClean="0">
                            <a:latin typeface="Cambria Math" panose="02040503050406030204" pitchFamily="18" charset="0"/>
                          </a:rPr>
                        </m:ctrlPr>
                      </m:dPr>
                      <m:e>
                        <m:r>
                          <a:rPr lang="en-US" b="1" i="1" noProof="0" smtClean="0">
                            <a:latin typeface="Cambria Math" panose="02040503050406030204" pitchFamily="18" charset="0"/>
                          </a:rPr>
                          <m:t>𝒓</m:t>
                        </m:r>
                      </m:e>
                    </m:d>
                  </m:oMath>
                </a14:m>
                <a:endParaRPr lang="en-US" b="1" noProof="0" dirty="0"/>
              </a:p>
              <a:p>
                <a:pPr marL="800100" lvl="1" indent="-342900">
                  <a:buFont typeface="Arial" panose="020B0604020202020204" pitchFamily="34" charset="0"/>
                  <a:buChar char="•"/>
                </a:pPr>
                <a:r>
                  <a:rPr lang="en-US" noProof="0" dirty="0"/>
                  <a:t>Gradient descent: </a:t>
                </a:r>
                <a14:m>
                  <m:oMath xmlns:m="http://schemas.openxmlformats.org/officeDocument/2006/math">
                    <m:r>
                      <a:rPr lang="en-US" b="1" i="1" noProof="0" smtClean="0">
                        <a:latin typeface="Cambria Math" panose="02040503050406030204" pitchFamily="18" charset="0"/>
                      </a:rPr>
                      <m:t>𝒓</m:t>
                    </m:r>
                    <m:r>
                      <a:rPr lang="en-US" i="1" noProof="0" smtClean="0">
                        <a:latin typeface="Cambria Math" panose="02040503050406030204" pitchFamily="18" charset="0"/>
                        <a:ea typeface="Cambria Math" panose="02040503050406030204" pitchFamily="18" charset="0"/>
                      </a:rPr>
                      <m:t>→</m:t>
                    </m:r>
                    <m:r>
                      <a:rPr lang="en-US" b="1" i="1" noProof="0" smtClean="0">
                        <a:latin typeface="Cambria Math" panose="02040503050406030204" pitchFamily="18" charset="0"/>
                        <a:ea typeface="Cambria Math" panose="02040503050406030204" pitchFamily="18" charset="0"/>
                      </a:rPr>
                      <m:t>𝒓</m:t>
                    </m:r>
                    <m:r>
                      <a:rPr lang="en-US" b="0" i="1" noProof="0" smtClean="0">
                        <a:latin typeface="Cambria Math" panose="02040503050406030204" pitchFamily="18" charset="0"/>
                        <a:ea typeface="Cambria Math" panose="02040503050406030204" pitchFamily="18" charset="0"/>
                      </a:rPr>
                      <m:t>+</m:t>
                    </m:r>
                    <m:r>
                      <a:rPr lang="en-US" b="0" i="1" noProof="0" smtClean="0">
                        <a:latin typeface="Cambria Math" panose="02040503050406030204" pitchFamily="18" charset="0"/>
                        <a:ea typeface="Cambria Math" panose="02040503050406030204" pitchFamily="18" charset="0"/>
                      </a:rPr>
                      <m:t>𝛾</m:t>
                    </m:r>
                    <m:acc>
                      <m:accPr>
                        <m:chr m:val="̂"/>
                        <m:ctrlPr>
                          <a:rPr lang="en-US" b="1" i="1" noProof="0" smtClean="0">
                            <a:latin typeface="Cambria Math" panose="02040503050406030204" pitchFamily="18" charset="0"/>
                          </a:rPr>
                        </m:ctrlPr>
                      </m:accPr>
                      <m:e>
                        <m:r>
                          <a:rPr lang="en-US" b="1" i="1" noProof="0" smtClean="0">
                            <a:latin typeface="Cambria Math" panose="02040503050406030204" pitchFamily="18" charset="0"/>
                          </a:rPr>
                          <m:t>𝑭</m:t>
                        </m:r>
                      </m:e>
                    </m:acc>
                    <m:d>
                      <m:dPr>
                        <m:ctrlPr>
                          <a:rPr lang="en-US" b="1" i="1" noProof="0" smtClean="0">
                            <a:latin typeface="Cambria Math" panose="02040503050406030204" pitchFamily="18" charset="0"/>
                          </a:rPr>
                        </m:ctrlPr>
                      </m:dPr>
                      <m:e>
                        <m:r>
                          <a:rPr lang="en-US" b="1" i="1" noProof="0" smtClean="0">
                            <a:latin typeface="Cambria Math" panose="02040503050406030204" pitchFamily="18" charset="0"/>
                          </a:rPr>
                          <m:t>𝒓</m:t>
                        </m:r>
                      </m:e>
                    </m:d>
                  </m:oMath>
                </a14:m>
                <a:endParaRPr lang="en-US" noProof="0" dirty="0"/>
              </a:p>
              <a:p>
                <a:pPr marL="342900" indent="-342900">
                  <a:buFont typeface="+mj-lt"/>
                  <a:buAutoNum type="arabicPeriod"/>
                </a:pPr>
                <a:r>
                  <a:rPr lang="en-US" noProof="0" dirty="0"/>
                  <a:t>Repeat 2-3 until a chosen convergence criterion is satisfied</a:t>
                </a:r>
              </a:p>
              <a:p>
                <a:pPr marL="800100" lvl="1" indent="-342900">
                  <a:buFont typeface="Arial" panose="020B0604020202020204" pitchFamily="34" charset="0"/>
                  <a:buChar char="•"/>
                </a:pPr>
                <a:endParaRPr lang="en-US" noProof="0" dirty="0"/>
              </a:p>
              <a:p>
                <a:pPr marL="342900" indent="-342900">
                  <a:buAutoNum type="arabicPeriod"/>
                </a:pPr>
                <a:endParaRPr lang="en-US" noProof="0" dirty="0"/>
              </a:p>
            </p:txBody>
          </p:sp>
        </mc:Choice>
        <mc:Fallback xmlns="">
          <p:sp>
            <p:nvSpPr>
              <p:cNvPr id="4" name="Pladsholder til tekst 3">
                <a:extLst>
                  <a:ext uri="{FF2B5EF4-FFF2-40B4-BE49-F238E27FC236}">
                    <a16:creationId xmlns:a16="http://schemas.microsoft.com/office/drawing/2014/main" id="{C9160C3F-AB88-A59F-6E85-2241ECBB72F3}"/>
                  </a:ext>
                </a:extLst>
              </p:cNvPr>
              <p:cNvSpPr>
                <a:spLocks noGrp="1" noRot="1" noChangeAspect="1" noMove="1" noResize="1" noEditPoints="1" noAdjustHandles="1" noChangeArrowheads="1" noChangeShapeType="1" noTextEdit="1"/>
              </p:cNvSpPr>
              <p:nvPr>
                <p:ph type="body" sz="half" idx="2"/>
              </p:nvPr>
            </p:nvSpPr>
            <p:spPr>
              <a:xfrm>
                <a:off x="839788" y="2057399"/>
                <a:ext cx="3932237" cy="4534989"/>
              </a:xfrm>
              <a:blipFill>
                <a:blip r:embed="rId2"/>
                <a:stretch>
                  <a:fillRect l="-930" t="-806" r="-775"/>
                </a:stretch>
              </a:blipFill>
            </p:spPr>
            <p:txBody>
              <a:bodyPr/>
              <a:lstStyle/>
              <a:p>
                <a:r>
                  <a:rPr lang="da-DK">
                    <a:noFill/>
                  </a:rPr>
                  <a:t> </a:t>
                </a:r>
              </a:p>
            </p:txBody>
          </p:sp>
        </mc:Fallback>
      </mc:AlternateContent>
      <p:pic>
        <p:nvPicPr>
          <p:cNvPr id="5" name="Billede 4">
            <a:extLst>
              <a:ext uri="{FF2B5EF4-FFF2-40B4-BE49-F238E27FC236}">
                <a16:creationId xmlns:a16="http://schemas.microsoft.com/office/drawing/2014/main" id="{81B795D6-B7B7-6DD6-0039-BE84223DF55B}"/>
              </a:ext>
            </a:extLst>
          </p:cNvPr>
          <p:cNvPicPr>
            <a:picLocks noChangeAspect="1"/>
          </p:cNvPicPr>
          <p:nvPr/>
        </p:nvPicPr>
        <p:blipFill>
          <a:blip r:embed="rId3"/>
          <a:stretch>
            <a:fillRect/>
          </a:stretch>
        </p:blipFill>
        <p:spPr>
          <a:xfrm>
            <a:off x="6226627" y="773932"/>
            <a:ext cx="5621791" cy="2655399"/>
          </a:xfrm>
          <a:prstGeom prst="rect">
            <a:avLst/>
          </a:prstGeom>
        </p:spPr>
      </p:pic>
      <p:pic>
        <p:nvPicPr>
          <p:cNvPr id="9" name="Billede 8">
            <a:extLst>
              <a:ext uri="{FF2B5EF4-FFF2-40B4-BE49-F238E27FC236}">
                <a16:creationId xmlns:a16="http://schemas.microsoft.com/office/drawing/2014/main" id="{4C2B9DC1-6540-2DD7-C6DD-10540A116AB4}"/>
              </a:ext>
            </a:extLst>
          </p:cNvPr>
          <p:cNvPicPr>
            <a:picLocks noChangeAspect="1"/>
          </p:cNvPicPr>
          <p:nvPr/>
        </p:nvPicPr>
        <p:blipFill>
          <a:blip r:embed="rId4"/>
          <a:stretch>
            <a:fillRect/>
          </a:stretch>
        </p:blipFill>
        <p:spPr>
          <a:xfrm>
            <a:off x="6226628" y="4145452"/>
            <a:ext cx="5621789" cy="2655398"/>
          </a:xfrm>
          <a:prstGeom prst="rect">
            <a:avLst/>
          </a:prstGeom>
        </p:spPr>
      </p:pic>
      <p:sp>
        <p:nvSpPr>
          <p:cNvPr id="10" name="Tekstfelt 9">
            <a:extLst>
              <a:ext uri="{FF2B5EF4-FFF2-40B4-BE49-F238E27FC236}">
                <a16:creationId xmlns:a16="http://schemas.microsoft.com/office/drawing/2014/main" id="{8ED2BAD7-EF7E-893A-2AB4-E156DECFB6FF}"/>
              </a:ext>
            </a:extLst>
          </p:cNvPr>
          <p:cNvSpPr txBox="1"/>
          <p:nvPr/>
        </p:nvSpPr>
        <p:spPr>
          <a:xfrm>
            <a:off x="7014660" y="404600"/>
            <a:ext cx="4045723" cy="369332"/>
          </a:xfrm>
          <a:prstGeom prst="rect">
            <a:avLst/>
          </a:prstGeom>
          <a:noFill/>
        </p:spPr>
        <p:txBody>
          <a:bodyPr wrap="none" rtlCol="0">
            <a:spAutoFit/>
          </a:bodyPr>
          <a:lstStyle/>
          <a:p>
            <a:r>
              <a:rPr lang="en-US" noProof="0" dirty="0"/>
              <a:t>Fixed step, bouncing around minimum</a:t>
            </a:r>
          </a:p>
        </p:txBody>
      </p:sp>
      <p:sp>
        <p:nvSpPr>
          <p:cNvPr id="12" name="Tekstfelt 11">
            <a:extLst>
              <a:ext uri="{FF2B5EF4-FFF2-40B4-BE49-F238E27FC236}">
                <a16:creationId xmlns:a16="http://schemas.microsoft.com/office/drawing/2014/main" id="{94819835-30A9-270F-FCB0-E9FBA5D207FF}"/>
              </a:ext>
            </a:extLst>
          </p:cNvPr>
          <p:cNvSpPr txBox="1"/>
          <p:nvPr/>
        </p:nvSpPr>
        <p:spPr>
          <a:xfrm>
            <a:off x="7014660" y="3776120"/>
            <a:ext cx="3741024" cy="369332"/>
          </a:xfrm>
          <a:prstGeom prst="rect">
            <a:avLst/>
          </a:prstGeom>
          <a:noFill/>
        </p:spPr>
        <p:txBody>
          <a:bodyPr wrap="none" rtlCol="0">
            <a:spAutoFit/>
          </a:bodyPr>
          <a:lstStyle/>
          <a:p>
            <a:r>
              <a:rPr lang="en-US" noProof="0" dirty="0"/>
              <a:t>Fixed step but gradient gets smaller</a:t>
            </a:r>
          </a:p>
        </p:txBody>
      </p:sp>
    </p:spTree>
    <p:extLst>
      <p:ext uri="{BB962C8B-B14F-4D97-AF65-F5344CB8AC3E}">
        <p14:creationId xmlns:p14="http://schemas.microsoft.com/office/powerpoint/2010/main" val="257683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8C8FA-FEEB-F613-51B4-07A6660CB8B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A7207C3-CE98-161D-5E76-000B5D21F45B}"/>
              </a:ext>
            </a:extLst>
          </p:cNvPr>
          <p:cNvSpPr>
            <a:spLocks noGrp="1"/>
          </p:cNvSpPr>
          <p:nvPr>
            <p:ph type="title"/>
          </p:nvPr>
        </p:nvSpPr>
        <p:spPr>
          <a:xfrm>
            <a:off x="839788" y="457200"/>
            <a:ext cx="3932237" cy="986589"/>
          </a:xfrm>
        </p:spPr>
        <p:txBody>
          <a:bodyPr/>
          <a:lstStyle/>
          <a:p>
            <a:r>
              <a:rPr lang="en-US" noProof="0" dirty="0"/>
              <a:t>Line search</a:t>
            </a:r>
          </a:p>
        </p:txBody>
      </p:sp>
      <mc:AlternateContent xmlns:mc="http://schemas.openxmlformats.org/markup-compatibility/2006" xmlns:a14="http://schemas.microsoft.com/office/drawing/2010/main">
        <mc:Choice Requires="a14">
          <p:sp>
            <p:nvSpPr>
              <p:cNvPr id="4" name="Pladsholder til tekst 3">
                <a:extLst>
                  <a:ext uri="{FF2B5EF4-FFF2-40B4-BE49-F238E27FC236}">
                    <a16:creationId xmlns:a16="http://schemas.microsoft.com/office/drawing/2014/main" id="{A5A5A3D3-0FD5-93E3-587C-576011F7BB2F}"/>
                  </a:ext>
                </a:extLst>
              </p:cNvPr>
              <p:cNvSpPr>
                <a:spLocks noGrp="1"/>
              </p:cNvSpPr>
              <p:nvPr>
                <p:ph type="body" sz="half" idx="2"/>
              </p:nvPr>
            </p:nvSpPr>
            <p:spPr>
              <a:xfrm>
                <a:off x="839788" y="2057399"/>
                <a:ext cx="3932237" cy="4534989"/>
              </a:xfrm>
            </p:spPr>
            <p:txBody>
              <a:bodyPr>
                <a:normAutofit/>
              </a:bodyPr>
              <a:lstStyle/>
              <a:p>
                <a:r>
                  <a:rPr lang="en-US" noProof="0" dirty="0"/>
                  <a:t>It can be difficult to determine the step size. Instead, we can choose a direction and minimize along that line.</a:t>
                </a:r>
              </a:p>
              <a:p>
                <a:pPr marL="342900" indent="-342900">
                  <a:buAutoNum type="arabicPeriod"/>
                </a:pPr>
                <a:r>
                  <a:rPr lang="en-US" noProof="0" dirty="0"/>
                  <a:t>Start at </a:t>
                </a:r>
                <a:r>
                  <a:rPr lang="en-US" b="1" i="1" noProof="0" dirty="0"/>
                  <a:t>r</a:t>
                </a:r>
                <a:endParaRPr lang="en-US" b="1" noProof="0" dirty="0"/>
              </a:p>
              <a:p>
                <a:pPr marL="342900" indent="-342900">
                  <a:buAutoNum type="arabicPeriod"/>
                </a:pPr>
                <a:r>
                  <a:rPr lang="en-US" noProof="0" dirty="0"/>
                  <a:t>Calculate the direction </a:t>
                </a:r>
                <a14:m>
                  <m:oMath xmlns:m="http://schemas.openxmlformats.org/officeDocument/2006/math">
                    <m:acc>
                      <m:accPr>
                        <m:chr m:val="̂"/>
                        <m:ctrlPr>
                          <a:rPr lang="en-US" b="1" i="1" noProof="0" smtClean="0">
                            <a:latin typeface="Cambria Math" panose="02040503050406030204" pitchFamily="18" charset="0"/>
                          </a:rPr>
                        </m:ctrlPr>
                      </m:accPr>
                      <m:e>
                        <m:r>
                          <a:rPr lang="en-US" b="1" i="1" noProof="0" smtClean="0">
                            <a:latin typeface="Cambria Math" panose="02040503050406030204" pitchFamily="18" charset="0"/>
                          </a:rPr>
                          <m:t>𝑭</m:t>
                        </m:r>
                      </m:e>
                    </m:acc>
                    <m:d>
                      <m:dPr>
                        <m:ctrlPr>
                          <a:rPr lang="en-US" b="1" i="1" noProof="0" smtClean="0">
                            <a:latin typeface="Cambria Math" panose="02040503050406030204" pitchFamily="18" charset="0"/>
                          </a:rPr>
                        </m:ctrlPr>
                      </m:dPr>
                      <m:e>
                        <m:r>
                          <a:rPr lang="en-US" b="1" i="1" noProof="0" smtClean="0">
                            <a:latin typeface="Cambria Math" panose="02040503050406030204" pitchFamily="18" charset="0"/>
                          </a:rPr>
                          <m:t>𝒓</m:t>
                        </m:r>
                      </m:e>
                    </m:d>
                    <m:r>
                      <a:rPr lang="en-US" b="0" i="1" noProof="0" smtClean="0">
                        <a:latin typeface="Cambria Math" panose="02040503050406030204" pitchFamily="18" charset="0"/>
                      </a:rPr>
                      <m:t>=</m:t>
                    </m:r>
                    <m:f>
                      <m:fPr>
                        <m:ctrlPr>
                          <a:rPr lang="en-US" b="1" i="1" noProof="0" smtClean="0">
                            <a:latin typeface="Cambria Math" panose="02040503050406030204" pitchFamily="18" charset="0"/>
                          </a:rPr>
                        </m:ctrlPr>
                      </m:fPr>
                      <m:num>
                        <m:r>
                          <a:rPr lang="en-US" b="1" i="1" noProof="0" smtClean="0">
                            <a:latin typeface="Cambria Math" panose="02040503050406030204" pitchFamily="18" charset="0"/>
                          </a:rPr>
                          <m:t>𝑭</m:t>
                        </m:r>
                        <m:d>
                          <m:dPr>
                            <m:ctrlPr>
                              <a:rPr lang="en-US" b="1" i="1" noProof="0" smtClean="0">
                                <a:latin typeface="Cambria Math" panose="02040503050406030204" pitchFamily="18" charset="0"/>
                              </a:rPr>
                            </m:ctrlPr>
                          </m:dPr>
                          <m:e>
                            <m:r>
                              <a:rPr lang="en-US" b="1" i="1" noProof="0" smtClean="0">
                                <a:latin typeface="Cambria Math" panose="02040503050406030204" pitchFamily="18" charset="0"/>
                              </a:rPr>
                              <m:t>𝒓</m:t>
                            </m:r>
                          </m:e>
                        </m:d>
                      </m:num>
                      <m:den>
                        <m:d>
                          <m:dPr>
                            <m:begChr m:val="‖"/>
                            <m:endChr m:val="‖"/>
                            <m:ctrlPr>
                              <a:rPr lang="en-US" b="1" i="1" noProof="0" smtClean="0">
                                <a:latin typeface="Cambria Math" panose="02040503050406030204" pitchFamily="18" charset="0"/>
                              </a:rPr>
                            </m:ctrlPr>
                          </m:dPr>
                          <m:e>
                            <m:r>
                              <a:rPr lang="en-US" b="1" i="1" noProof="0" smtClean="0">
                                <a:latin typeface="Cambria Math" panose="02040503050406030204" pitchFamily="18" charset="0"/>
                              </a:rPr>
                              <m:t>𝑭</m:t>
                            </m:r>
                            <m:d>
                              <m:dPr>
                                <m:ctrlPr>
                                  <a:rPr lang="en-US" b="1" i="1" noProof="0" smtClean="0">
                                    <a:latin typeface="Cambria Math" panose="02040503050406030204" pitchFamily="18" charset="0"/>
                                  </a:rPr>
                                </m:ctrlPr>
                              </m:dPr>
                              <m:e>
                                <m:r>
                                  <a:rPr lang="en-US" b="1" i="1" noProof="0" smtClean="0">
                                    <a:latin typeface="Cambria Math" panose="02040503050406030204" pitchFamily="18" charset="0"/>
                                  </a:rPr>
                                  <m:t>𝒓</m:t>
                                </m:r>
                              </m:e>
                            </m:d>
                          </m:e>
                        </m:d>
                      </m:den>
                    </m:f>
                  </m:oMath>
                </a14:m>
                <a:endParaRPr lang="en-US" noProof="0" dirty="0"/>
              </a:p>
              <a:p>
                <a:pPr marL="342900" indent="-342900">
                  <a:buAutoNum type="arabicPeriod"/>
                </a:pPr>
                <a:r>
                  <a:rPr lang="en-US" noProof="0" dirty="0"/>
                  <a:t>Define the energy along the line </a:t>
                </a:r>
                <a14:m>
                  <m:oMath xmlns:m="http://schemas.openxmlformats.org/officeDocument/2006/math">
                    <m:acc>
                      <m:accPr>
                        <m:chr m:val="̃"/>
                        <m:ctrlPr>
                          <a:rPr lang="en-US" b="0" i="1" noProof="0" smtClean="0">
                            <a:latin typeface="Cambria Math" panose="02040503050406030204" pitchFamily="18" charset="0"/>
                          </a:rPr>
                        </m:ctrlPr>
                      </m:accPr>
                      <m:e>
                        <m:r>
                          <a:rPr lang="en-US" b="0" i="1" noProof="0" smtClean="0">
                            <a:latin typeface="Cambria Math" panose="02040503050406030204" pitchFamily="18" charset="0"/>
                          </a:rPr>
                          <m:t>𝐸</m:t>
                        </m:r>
                      </m:e>
                    </m:acc>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𝛼</m:t>
                        </m:r>
                      </m:e>
                    </m:d>
                    <m:r>
                      <a:rPr lang="en-US" b="0" i="1" noProof="0" smtClean="0">
                        <a:latin typeface="Cambria Math" panose="02040503050406030204" pitchFamily="18" charset="0"/>
                      </a:rPr>
                      <m:t>=</m:t>
                    </m:r>
                    <m:r>
                      <a:rPr lang="en-US" b="0" i="1" noProof="0" smtClean="0">
                        <a:latin typeface="Cambria Math" panose="02040503050406030204" pitchFamily="18" charset="0"/>
                      </a:rPr>
                      <m:t>𝐸</m:t>
                    </m:r>
                    <m:r>
                      <a:rPr lang="en-US" b="0" i="1" noProof="0" smtClean="0">
                        <a:latin typeface="Cambria Math" panose="02040503050406030204" pitchFamily="18" charset="0"/>
                      </a:rPr>
                      <m:t>(</m:t>
                    </m:r>
                    <m:r>
                      <a:rPr lang="en-US" b="1" i="1" noProof="0" smtClean="0">
                        <a:latin typeface="Cambria Math" panose="02040503050406030204" pitchFamily="18" charset="0"/>
                      </a:rPr>
                      <m:t>𝒓</m:t>
                    </m:r>
                    <m:r>
                      <a:rPr lang="en-US" b="0" i="1" noProof="0" smtClean="0">
                        <a:latin typeface="Cambria Math" panose="02040503050406030204" pitchFamily="18" charset="0"/>
                      </a:rPr>
                      <m:t>+</m:t>
                    </m:r>
                    <m:r>
                      <a:rPr lang="en-US" b="0" i="1" noProof="0" smtClean="0">
                        <a:latin typeface="Cambria Math" panose="02040503050406030204" pitchFamily="18" charset="0"/>
                      </a:rPr>
                      <m:t>𝛼</m:t>
                    </m:r>
                    <m:acc>
                      <m:accPr>
                        <m:chr m:val="̂"/>
                        <m:ctrlPr>
                          <a:rPr lang="en-US" b="1" i="1" noProof="0" smtClean="0">
                            <a:latin typeface="Cambria Math" panose="02040503050406030204" pitchFamily="18" charset="0"/>
                          </a:rPr>
                        </m:ctrlPr>
                      </m:accPr>
                      <m:e>
                        <m:r>
                          <a:rPr lang="en-US" b="1" i="1" noProof="0" smtClean="0">
                            <a:latin typeface="Cambria Math" panose="02040503050406030204" pitchFamily="18" charset="0"/>
                          </a:rPr>
                          <m:t>𝑭</m:t>
                        </m:r>
                      </m:e>
                    </m:acc>
                    <m:d>
                      <m:dPr>
                        <m:ctrlPr>
                          <a:rPr lang="en-US" b="1" i="1" noProof="0" smtClean="0">
                            <a:latin typeface="Cambria Math" panose="02040503050406030204" pitchFamily="18" charset="0"/>
                          </a:rPr>
                        </m:ctrlPr>
                      </m:dPr>
                      <m:e>
                        <m:r>
                          <a:rPr lang="en-US" b="1" i="1" noProof="0" smtClean="0">
                            <a:latin typeface="Cambria Math" panose="02040503050406030204" pitchFamily="18" charset="0"/>
                          </a:rPr>
                          <m:t>𝒓</m:t>
                        </m:r>
                      </m:e>
                    </m:d>
                    <m:r>
                      <a:rPr lang="en-US" b="0" i="1" noProof="0" smtClean="0">
                        <a:latin typeface="Cambria Math" panose="02040503050406030204" pitchFamily="18" charset="0"/>
                      </a:rPr>
                      <m:t>)</m:t>
                    </m:r>
                  </m:oMath>
                </a14:m>
                <a:endParaRPr lang="en-US" noProof="0" dirty="0"/>
              </a:p>
              <a:p>
                <a:pPr marL="342900" indent="-342900">
                  <a:buAutoNum type="arabicPeriod"/>
                </a:pPr>
                <a:r>
                  <a:rPr lang="en-US" noProof="0" dirty="0"/>
                  <a:t>Find the </a:t>
                </a:r>
                <a14:m>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𝛼</m:t>
                        </m:r>
                      </m:e>
                      <m:sub>
                        <m:r>
                          <a:rPr lang="en-US" b="0" i="1" noProof="0" smtClean="0">
                            <a:latin typeface="Cambria Math" panose="02040503050406030204" pitchFamily="18" charset="0"/>
                          </a:rPr>
                          <m:t>𝑜𝑝𝑡</m:t>
                        </m:r>
                      </m:sub>
                    </m:sSub>
                  </m:oMath>
                </a14:m>
                <a:r>
                  <a:rPr lang="en-US" noProof="0" dirty="0"/>
                  <a:t> that minimizes </a:t>
                </a:r>
                <a14:m>
                  <m:oMath xmlns:m="http://schemas.openxmlformats.org/officeDocument/2006/math">
                    <m:acc>
                      <m:accPr>
                        <m:chr m:val="̃"/>
                        <m:ctrlPr>
                          <a:rPr lang="en-US" b="0" i="1" noProof="0" smtClean="0">
                            <a:latin typeface="Cambria Math" panose="02040503050406030204" pitchFamily="18" charset="0"/>
                          </a:rPr>
                        </m:ctrlPr>
                      </m:accPr>
                      <m:e>
                        <m:r>
                          <a:rPr lang="en-US" b="0" i="1" noProof="0" smtClean="0">
                            <a:latin typeface="Cambria Math" panose="02040503050406030204" pitchFamily="18" charset="0"/>
                          </a:rPr>
                          <m:t>𝐸</m:t>
                        </m:r>
                      </m:e>
                    </m:acc>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𝛼</m:t>
                        </m:r>
                      </m:e>
                    </m:d>
                  </m:oMath>
                </a14:m>
                <a:r>
                  <a:rPr lang="en-US" noProof="0" dirty="0"/>
                  <a:t> and update according to </a:t>
                </a:r>
                <a14:m>
                  <m:oMath xmlns:m="http://schemas.openxmlformats.org/officeDocument/2006/math">
                    <m:r>
                      <a:rPr lang="en-US" b="1" i="1" noProof="0" smtClean="0">
                        <a:latin typeface="Cambria Math" panose="02040503050406030204" pitchFamily="18" charset="0"/>
                      </a:rPr>
                      <m:t>𝒓</m:t>
                    </m:r>
                    <m:r>
                      <a:rPr lang="en-US" i="1" noProof="0" smtClean="0">
                        <a:latin typeface="Cambria Math" panose="02040503050406030204" pitchFamily="18" charset="0"/>
                        <a:ea typeface="Cambria Math" panose="02040503050406030204" pitchFamily="18" charset="0"/>
                      </a:rPr>
                      <m:t>→</m:t>
                    </m:r>
                    <m:r>
                      <a:rPr lang="en-US" b="1" i="1" noProof="0" smtClean="0">
                        <a:latin typeface="Cambria Math" panose="02040503050406030204" pitchFamily="18" charset="0"/>
                        <a:ea typeface="Cambria Math" panose="02040503050406030204" pitchFamily="18" charset="0"/>
                      </a:rPr>
                      <m:t>𝒓</m:t>
                    </m:r>
                    <m:r>
                      <a:rPr lang="en-US" b="0" i="1" noProof="0" smtClean="0">
                        <a:latin typeface="Cambria Math" panose="02040503050406030204" pitchFamily="18" charset="0"/>
                        <a:ea typeface="Cambria Math" panose="02040503050406030204" pitchFamily="18" charset="0"/>
                      </a:rPr>
                      <m:t>+</m:t>
                    </m:r>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𝛼</m:t>
                        </m:r>
                      </m:e>
                      <m:sub>
                        <m:r>
                          <a:rPr lang="en-US" b="0" i="1" noProof="0" smtClean="0">
                            <a:latin typeface="Cambria Math" panose="02040503050406030204" pitchFamily="18" charset="0"/>
                          </a:rPr>
                          <m:t>𝑜𝑝𝑡</m:t>
                        </m:r>
                      </m:sub>
                    </m:sSub>
                    <m:acc>
                      <m:accPr>
                        <m:chr m:val="̂"/>
                        <m:ctrlPr>
                          <a:rPr lang="en-US" b="1" i="1" noProof="0" smtClean="0">
                            <a:latin typeface="Cambria Math" panose="02040503050406030204" pitchFamily="18" charset="0"/>
                          </a:rPr>
                        </m:ctrlPr>
                      </m:accPr>
                      <m:e>
                        <m:r>
                          <a:rPr lang="en-US" b="1" i="1" noProof="0" smtClean="0">
                            <a:latin typeface="Cambria Math" panose="02040503050406030204" pitchFamily="18" charset="0"/>
                          </a:rPr>
                          <m:t>𝑭</m:t>
                        </m:r>
                      </m:e>
                    </m:acc>
                    <m:d>
                      <m:dPr>
                        <m:ctrlPr>
                          <a:rPr lang="en-US" b="1" i="1" noProof="0" smtClean="0">
                            <a:latin typeface="Cambria Math" panose="02040503050406030204" pitchFamily="18" charset="0"/>
                          </a:rPr>
                        </m:ctrlPr>
                      </m:dPr>
                      <m:e>
                        <m:r>
                          <a:rPr lang="en-US" b="1" i="1" noProof="0" smtClean="0">
                            <a:latin typeface="Cambria Math" panose="02040503050406030204" pitchFamily="18" charset="0"/>
                          </a:rPr>
                          <m:t>𝒓</m:t>
                        </m:r>
                      </m:e>
                    </m:d>
                  </m:oMath>
                </a14:m>
                <a:endParaRPr lang="en-US" noProof="0" dirty="0"/>
              </a:p>
              <a:p>
                <a:pPr marL="342900" indent="-342900">
                  <a:buFont typeface="+mj-lt"/>
                  <a:buAutoNum type="arabicPeriod"/>
                </a:pPr>
                <a:r>
                  <a:rPr lang="en-US" noProof="0" dirty="0"/>
                  <a:t>Repeat 2-4 until a chosen convergence criterion is satisfied (or the magnitude of the force is below tolerance, i.e. very close to minimum).</a:t>
                </a:r>
              </a:p>
              <a:p>
                <a:endParaRPr lang="en-US" noProof="0" dirty="0"/>
              </a:p>
              <a:p>
                <a:endParaRPr lang="en-US" noProof="0" dirty="0"/>
              </a:p>
            </p:txBody>
          </p:sp>
        </mc:Choice>
        <mc:Fallback xmlns="">
          <p:sp>
            <p:nvSpPr>
              <p:cNvPr id="4" name="Pladsholder til tekst 3">
                <a:extLst>
                  <a:ext uri="{FF2B5EF4-FFF2-40B4-BE49-F238E27FC236}">
                    <a16:creationId xmlns:a16="http://schemas.microsoft.com/office/drawing/2014/main" id="{A5A5A3D3-0FD5-93E3-587C-576011F7BB2F}"/>
                  </a:ext>
                </a:extLst>
              </p:cNvPr>
              <p:cNvSpPr>
                <a:spLocks noGrp="1" noRot="1" noChangeAspect="1" noMove="1" noResize="1" noEditPoints="1" noAdjustHandles="1" noChangeArrowheads="1" noChangeShapeType="1" noTextEdit="1"/>
              </p:cNvSpPr>
              <p:nvPr>
                <p:ph type="body" sz="half" idx="2"/>
              </p:nvPr>
            </p:nvSpPr>
            <p:spPr>
              <a:xfrm>
                <a:off x="839788" y="2057399"/>
                <a:ext cx="3932237" cy="4534989"/>
              </a:xfrm>
              <a:blipFill>
                <a:blip r:embed="rId2"/>
                <a:stretch>
                  <a:fillRect l="-930" t="-806" r="-1240"/>
                </a:stretch>
              </a:blipFill>
            </p:spPr>
            <p:txBody>
              <a:bodyPr/>
              <a:lstStyle/>
              <a:p>
                <a:r>
                  <a:rPr lang="da-DK">
                    <a:noFill/>
                  </a:rPr>
                  <a:t> </a:t>
                </a:r>
              </a:p>
            </p:txBody>
          </p:sp>
        </mc:Fallback>
      </mc:AlternateContent>
      <p:pic>
        <p:nvPicPr>
          <p:cNvPr id="6" name="Billede 5">
            <a:extLst>
              <a:ext uri="{FF2B5EF4-FFF2-40B4-BE49-F238E27FC236}">
                <a16:creationId xmlns:a16="http://schemas.microsoft.com/office/drawing/2014/main" id="{B52B8839-2F74-40F4-9DE2-2DEB40B2A189}"/>
              </a:ext>
            </a:extLst>
          </p:cNvPr>
          <p:cNvPicPr>
            <a:picLocks noChangeAspect="1"/>
          </p:cNvPicPr>
          <p:nvPr/>
        </p:nvPicPr>
        <p:blipFill>
          <a:blip r:embed="rId3"/>
          <a:stretch>
            <a:fillRect/>
          </a:stretch>
        </p:blipFill>
        <p:spPr>
          <a:xfrm>
            <a:off x="5125920" y="3420563"/>
            <a:ext cx="6715125" cy="3171825"/>
          </a:xfrm>
          <a:prstGeom prst="rect">
            <a:avLst/>
          </a:prstGeom>
        </p:spPr>
      </p:pic>
      <p:pic>
        <p:nvPicPr>
          <p:cNvPr id="8" name="Billede 7">
            <a:extLst>
              <a:ext uri="{FF2B5EF4-FFF2-40B4-BE49-F238E27FC236}">
                <a16:creationId xmlns:a16="http://schemas.microsoft.com/office/drawing/2014/main" id="{5C77EB98-6A20-71A3-D106-84D8139F8D75}"/>
              </a:ext>
            </a:extLst>
          </p:cNvPr>
          <p:cNvPicPr>
            <a:picLocks noChangeAspect="1"/>
          </p:cNvPicPr>
          <p:nvPr/>
        </p:nvPicPr>
        <p:blipFill>
          <a:blip r:embed="rId4"/>
          <a:stretch>
            <a:fillRect/>
          </a:stretch>
        </p:blipFill>
        <p:spPr>
          <a:xfrm>
            <a:off x="4967453" y="644434"/>
            <a:ext cx="7032060" cy="2398532"/>
          </a:xfrm>
          <a:prstGeom prst="rect">
            <a:avLst/>
          </a:prstGeom>
        </p:spPr>
      </p:pic>
    </p:spTree>
    <p:extLst>
      <p:ext uri="{BB962C8B-B14F-4D97-AF65-F5344CB8AC3E}">
        <p14:creationId xmlns:p14="http://schemas.microsoft.com/office/powerpoint/2010/main" val="2578005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F4B14-8B0F-40FB-8B90-81ADEC6716C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2571B80-1EFB-9DD8-728F-710B6412AE8C}"/>
              </a:ext>
            </a:extLst>
          </p:cNvPr>
          <p:cNvSpPr>
            <a:spLocks noGrp="1"/>
          </p:cNvSpPr>
          <p:nvPr>
            <p:ph type="title"/>
          </p:nvPr>
        </p:nvSpPr>
        <p:spPr>
          <a:xfrm>
            <a:off x="839788" y="457200"/>
            <a:ext cx="3932237" cy="986589"/>
          </a:xfrm>
        </p:spPr>
        <p:txBody>
          <a:bodyPr/>
          <a:lstStyle/>
          <a:p>
            <a:r>
              <a:rPr lang="en-US" noProof="0" dirty="0"/>
              <a:t>Second-order Methods</a:t>
            </a:r>
          </a:p>
        </p:txBody>
      </p:sp>
      <p:sp>
        <p:nvSpPr>
          <p:cNvPr id="4" name="Pladsholder til tekst 3">
            <a:extLst>
              <a:ext uri="{FF2B5EF4-FFF2-40B4-BE49-F238E27FC236}">
                <a16:creationId xmlns:a16="http://schemas.microsoft.com/office/drawing/2014/main" id="{812D28E1-564E-C813-7496-720F4625CFE5}"/>
              </a:ext>
            </a:extLst>
          </p:cNvPr>
          <p:cNvSpPr>
            <a:spLocks noGrp="1"/>
          </p:cNvSpPr>
          <p:nvPr>
            <p:ph type="body" sz="half" idx="2"/>
          </p:nvPr>
        </p:nvSpPr>
        <p:spPr>
          <a:xfrm>
            <a:off x="839788" y="2057399"/>
            <a:ext cx="3932237" cy="4534989"/>
          </a:xfrm>
        </p:spPr>
        <p:txBody>
          <a:bodyPr>
            <a:normAutofit/>
          </a:bodyPr>
          <a:lstStyle/>
          <a:p>
            <a:r>
              <a:rPr lang="en-US" noProof="0" dirty="0"/>
              <a:t>Newton step</a:t>
            </a:r>
          </a:p>
          <a:p>
            <a:r>
              <a:rPr lang="en-US" noProof="0" dirty="0"/>
              <a:t>Much faster (as in fewer steps needed) than step-size methods</a:t>
            </a:r>
          </a:p>
        </p:txBody>
      </p:sp>
    </p:spTree>
    <p:extLst>
      <p:ext uri="{BB962C8B-B14F-4D97-AF65-F5344CB8AC3E}">
        <p14:creationId xmlns:p14="http://schemas.microsoft.com/office/powerpoint/2010/main" val="25380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C3509-43EF-F0F7-7EAA-21E77E8245A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DAF98C5-ABC4-789F-F424-EF24D448765D}"/>
              </a:ext>
            </a:extLst>
          </p:cNvPr>
          <p:cNvSpPr>
            <a:spLocks noGrp="1"/>
          </p:cNvSpPr>
          <p:nvPr>
            <p:ph type="title"/>
          </p:nvPr>
        </p:nvSpPr>
        <p:spPr>
          <a:xfrm>
            <a:off x="839788" y="457200"/>
            <a:ext cx="3932237" cy="986589"/>
          </a:xfrm>
        </p:spPr>
        <p:txBody>
          <a:bodyPr/>
          <a:lstStyle/>
          <a:p>
            <a:r>
              <a:rPr lang="en-US" noProof="0" dirty="0"/>
              <a:t>Basin Hopping</a:t>
            </a:r>
          </a:p>
        </p:txBody>
      </p:sp>
      <mc:AlternateContent xmlns:mc="http://schemas.openxmlformats.org/markup-compatibility/2006" xmlns:a14="http://schemas.microsoft.com/office/drawing/2010/main">
        <mc:Choice Requires="a14">
          <p:sp>
            <p:nvSpPr>
              <p:cNvPr id="4" name="Pladsholder til tekst 3">
                <a:extLst>
                  <a:ext uri="{FF2B5EF4-FFF2-40B4-BE49-F238E27FC236}">
                    <a16:creationId xmlns:a16="http://schemas.microsoft.com/office/drawing/2014/main" id="{B59548E0-9CC0-8A6D-4E3A-34C7EB58DFF5}"/>
                  </a:ext>
                </a:extLst>
              </p:cNvPr>
              <p:cNvSpPr>
                <a:spLocks noGrp="1"/>
              </p:cNvSpPr>
              <p:nvPr>
                <p:ph type="body" sz="half" idx="2"/>
              </p:nvPr>
            </p:nvSpPr>
            <p:spPr>
              <a:xfrm>
                <a:off x="839788" y="2057399"/>
                <a:ext cx="3932237" cy="4534989"/>
              </a:xfrm>
            </p:spPr>
            <p:txBody>
              <a:bodyPr>
                <a:normAutofit/>
              </a:bodyPr>
              <a:lstStyle/>
              <a:p>
                <a:pPr marL="342900" indent="-342900">
                  <a:buAutoNum type="arabicPeriod"/>
                </a:pPr>
                <a:r>
                  <a:rPr lang="en-US" noProof="0" dirty="0"/>
                  <a:t>Start at random initialization </a:t>
                </a:r>
                <a14:m>
                  <m:oMath xmlns:m="http://schemas.openxmlformats.org/officeDocument/2006/math">
                    <m:r>
                      <a:rPr lang="en-US" b="1" i="1" noProof="0" smtClean="0">
                        <a:latin typeface="Cambria Math" panose="02040503050406030204" pitchFamily="18" charset="0"/>
                      </a:rPr>
                      <m:t>𝒓</m:t>
                    </m:r>
                    <m:r>
                      <a:rPr lang="en-US" b="1" i="1" noProof="0" smtClean="0">
                        <a:latin typeface="Cambria Math" panose="02040503050406030204" pitchFamily="18" charset="0"/>
                        <a:ea typeface="Cambria Math" panose="02040503050406030204" pitchFamily="18" charset="0"/>
                      </a:rPr>
                      <m:t>∈</m:t>
                    </m:r>
                    <m:sSup>
                      <m:sSupPr>
                        <m:ctrlPr>
                          <a:rPr lang="en-US" b="0" i="1" noProof="0" smtClean="0">
                            <a:latin typeface="Cambria Math" panose="02040503050406030204" pitchFamily="18" charset="0"/>
                            <a:ea typeface="Cambria Math" panose="02040503050406030204" pitchFamily="18" charset="0"/>
                          </a:rPr>
                        </m:ctrlPr>
                      </m:sSupPr>
                      <m:e>
                        <m:r>
                          <a:rPr lang="en-US" b="0" i="1" noProof="0" smtClean="0">
                            <a:latin typeface="Cambria Math" panose="02040503050406030204" pitchFamily="18" charset="0"/>
                            <a:ea typeface="Cambria Math" panose="02040503050406030204" pitchFamily="18" charset="0"/>
                          </a:rPr>
                          <m:t>𝑅</m:t>
                        </m:r>
                      </m:e>
                      <m:sup>
                        <m:r>
                          <a:rPr lang="en-US" b="0" i="1" noProof="0" smtClean="0">
                            <a:latin typeface="Cambria Math" panose="02040503050406030204" pitchFamily="18" charset="0"/>
                            <a:ea typeface="Cambria Math" panose="02040503050406030204" pitchFamily="18" charset="0"/>
                          </a:rPr>
                          <m:t>𝑑</m:t>
                        </m:r>
                      </m:sup>
                    </m:sSup>
                  </m:oMath>
                </a14:m>
                <a:r>
                  <a:rPr lang="en-US" b="1" noProof="0" dirty="0"/>
                  <a:t> </a:t>
                </a:r>
                <a:r>
                  <a:rPr lang="en-US" noProof="0" dirty="0"/>
                  <a:t>and optimize the system</a:t>
                </a:r>
              </a:p>
              <a:p>
                <a:pPr marL="342900" indent="-342900">
                  <a:buAutoNum type="arabicPeriod"/>
                </a:pPr>
                <a:r>
                  <a:rPr lang="en-US" noProof="0" dirty="0"/>
                  <a:t>Setup a trial configuration </a:t>
                </a:r>
                <a:br>
                  <a:rPr lang="en-US" noProof="0" dirty="0"/>
                </a:br>
                <a14:m>
                  <m:oMath xmlns:m="http://schemas.openxmlformats.org/officeDocument/2006/math">
                    <m:sSup>
                      <m:sSupPr>
                        <m:ctrlPr>
                          <a:rPr lang="en-US" b="1" i="1" noProof="0" smtClean="0">
                            <a:latin typeface="Cambria Math" panose="02040503050406030204" pitchFamily="18" charset="0"/>
                          </a:rPr>
                        </m:ctrlPr>
                      </m:sSupPr>
                      <m:e>
                        <m:r>
                          <a:rPr lang="en-US" b="1" i="1" noProof="0" smtClean="0">
                            <a:latin typeface="Cambria Math" panose="02040503050406030204" pitchFamily="18" charset="0"/>
                          </a:rPr>
                          <m:t>𝒓</m:t>
                        </m:r>
                      </m:e>
                      <m:sup>
                        <m:r>
                          <a:rPr lang="en-US" b="1" i="1" noProof="0" smtClean="0">
                            <a:latin typeface="Cambria Math" panose="02040503050406030204" pitchFamily="18" charset="0"/>
                          </a:rPr>
                          <m:t>′</m:t>
                        </m:r>
                      </m:sup>
                    </m:sSup>
                    <m:r>
                      <a:rPr lang="en-US" b="1" i="1" noProof="0" smtClean="0">
                        <a:latin typeface="Cambria Math" panose="02040503050406030204" pitchFamily="18" charset="0"/>
                      </a:rPr>
                      <m:t>=</m:t>
                    </m:r>
                    <m:r>
                      <a:rPr lang="en-US" b="1" i="1" noProof="0" smtClean="0">
                        <a:latin typeface="Cambria Math" panose="02040503050406030204" pitchFamily="18" charset="0"/>
                      </a:rPr>
                      <m:t>𝒓</m:t>
                    </m:r>
                    <m:r>
                      <a:rPr lang="en-US" b="1" i="1" noProof="0" smtClean="0">
                        <a:latin typeface="Cambria Math" panose="02040503050406030204" pitchFamily="18" charset="0"/>
                      </a:rPr>
                      <m:t>+</m:t>
                    </m:r>
                    <m:sSub>
                      <m:sSubPr>
                        <m:ctrlPr>
                          <a:rPr lang="en-US" b="1" i="1" noProof="0" smtClean="0">
                            <a:latin typeface="Cambria Math" panose="02040503050406030204" pitchFamily="18" charset="0"/>
                          </a:rPr>
                        </m:ctrlPr>
                      </m:sSubPr>
                      <m:e>
                        <m:r>
                          <a:rPr lang="en-US" b="1" i="1" noProof="0" smtClean="0">
                            <a:latin typeface="Cambria Math" panose="02040503050406030204" pitchFamily="18" charset="0"/>
                          </a:rPr>
                          <m:t>𝒓</m:t>
                        </m:r>
                      </m:e>
                      <m:sub>
                        <m:r>
                          <a:rPr lang="en-US" b="0" i="1" noProof="0" smtClean="0">
                            <a:latin typeface="Cambria Math" panose="02040503050406030204" pitchFamily="18" charset="0"/>
                          </a:rPr>
                          <m:t>𝑅𝑁𝐷</m:t>
                        </m:r>
                      </m:sub>
                    </m:sSub>
                  </m:oMath>
                </a14:m>
                <a:r>
                  <a:rPr lang="en-US" noProof="0" dirty="0"/>
                  <a:t> where </a:t>
                </a:r>
                <a14:m>
                  <m:oMath xmlns:m="http://schemas.openxmlformats.org/officeDocument/2006/math">
                    <m:sSub>
                      <m:sSubPr>
                        <m:ctrlPr>
                          <a:rPr lang="en-US" b="1" i="1" noProof="0" smtClean="0">
                            <a:latin typeface="Cambria Math" panose="02040503050406030204" pitchFamily="18" charset="0"/>
                          </a:rPr>
                        </m:ctrlPr>
                      </m:sSubPr>
                      <m:e>
                        <m:r>
                          <a:rPr lang="en-US" b="1" i="1" noProof="0" smtClean="0">
                            <a:latin typeface="Cambria Math" panose="02040503050406030204" pitchFamily="18" charset="0"/>
                          </a:rPr>
                          <m:t>𝒓</m:t>
                        </m:r>
                      </m:e>
                      <m:sub>
                        <m:r>
                          <a:rPr lang="en-US" b="0" i="1" noProof="0" smtClean="0">
                            <a:latin typeface="Cambria Math" panose="02040503050406030204" pitchFamily="18" charset="0"/>
                          </a:rPr>
                          <m:t>𝑅𝑁𝐷</m:t>
                        </m:r>
                      </m:sub>
                    </m:sSub>
                    <m:r>
                      <a:rPr lang="en-US" b="1" i="1" noProof="0" smtClean="0">
                        <a:latin typeface="Cambria Math" panose="02040503050406030204" pitchFamily="18" charset="0"/>
                        <a:ea typeface="Cambria Math" panose="02040503050406030204" pitchFamily="18" charset="0"/>
                      </a:rPr>
                      <m:t>∈</m:t>
                    </m:r>
                    <m:sSup>
                      <m:sSupPr>
                        <m:ctrlPr>
                          <a:rPr lang="en-US" b="0" i="1" noProof="0" smtClean="0">
                            <a:latin typeface="Cambria Math" panose="02040503050406030204" pitchFamily="18" charset="0"/>
                            <a:ea typeface="Cambria Math" panose="02040503050406030204" pitchFamily="18" charset="0"/>
                          </a:rPr>
                        </m:ctrlPr>
                      </m:sSupPr>
                      <m:e>
                        <m:r>
                          <a:rPr lang="en-US" b="0" i="1" noProof="0" smtClean="0">
                            <a:latin typeface="Cambria Math" panose="02040503050406030204" pitchFamily="18" charset="0"/>
                            <a:ea typeface="Cambria Math" panose="02040503050406030204" pitchFamily="18" charset="0"/>
                          </a:rPr>
                          <m:t>𝑅</m:t>
                        </m:r>
                      </m:e>
                      <m:sup>
                        <m:r>
                          <a:rPr lang="en-US" b="0" i="1" noProof="0" smtClean="0">
                            <a:latin typeface="Cambria Math" panose="02040503050406030204" pitchFamily="18" charset="0"/>
                            <a:ea typeface="Cambria Math" panose="02040503050406030204" pitchFamily="18" charset="0"/>
                          </a:rPr>
                          <m:t>𝑑</m:t>
                        </m:r>
                      </m:sup>
                    </m:sSup>
                  </m:oMath>
                </a14:m>
                <a:r>
                  <a:rPr lang="en-US" noProof="0" dirty="0"/>
                  <a:t> has normally distributed values for each coordinate</a:t>
                </a:r>
              </a:p>
              <a:p>
                <a:pPr marL="342900" indent="-342900">
                  <a:buAutoNum type="arabicPeriod"/>
                </a:pPr>
                <a:r>
                  <a:rPr lang="en-US" noProof="0" dirty="0"/>
                  <a:t>Relax the trial configuration </a:t>
                </a:r>
                <a:br>
                  <a:rPr lang="en-US" noProof="0" dirty="0"/>
                </a:br>
                <a14:m>
                  <m:oMath xmlns:m="http://schemas.openxmlformats.org/officeDocument/2006/math">
                    <m:sSup>
                      <m:sSupPr>
                        <m:ctrlPr>
                          <a:rPr lang="en-US" b="1" i="1" noProof="0" smtClean="0">
                            <a:latin typeface="Cambria Math" panose="02040503050406030204" pitchFamily="18" charset="0"/>
                          </a:rPr>
                        </m:ctrlPr>
                      </m:sSupPr>
                      <m:e>
                        <m:r>
                          <a:rPr lang="en-US" b="1" i="1" noProof="0" smtClean="0">
                            <a:latin typeface="Cambria Math" panose="02040503050406030204" pitchFamily="18" charset="0"/>
                          </a:rPr>
                          <m:t>𝒓</m:t>
                        </m:r>
                      </m:e>
                      <m:sup>
                        <m:r>
                          <a:rPr lang="en-US" b="1" i="1" noProof="0" smtClean="0">
                            <a:latin typeface="Cambria Math" panose="02040503050406030204" pitchFamily="18" charset="0"/>
                          </a:rPr>
                          <m:t>′</m:t>
                        </m:r>
                      </m:sup>
                    </m:sSup>
                    <m:r>
                      <a:rPr lang="en-US" b="1" i="1" noProof="0" smtClean="0">
                        <a:latin typeface="Cambria Math" panose="02040503050406030204" pitchFamily="18" charset="0"/>
                        <a:ea typeface="Cambria Math" panose="02040503050406030204" pitchFamily="18" charset="0"/>
                      </a:rPr>
                      <m:t>→</m:t>
                    </m:r>
                    <m:acc>
                      <m:accPr>
                        <m:chr m:val="̃"/>
                        <m:ctrlPr>
                          <a:rPr lang="en-US" b="1" i="1" noProof="0" smtClean="0">
                            <a:latin typeface="Cambria Math" panose="02040503050406030204" pitchFamily="18" charset="0"/>
                          </a:rPr>
                        </m:ctrlPr>
                      </m:accPr>
                      <m:e>
                        <m:sSup>
                          <m:sSupPr>
                            <m:ctrlPr>
                              <a:rPr lang="en-US" b="1" i="1" noProof="0" smtClean="0">
                                <a:latin typeface="Cambria Math" panose="02040503050406030204" pitchFamily="18" charset="0"/>
                              </a:rPr>
                            </m:ctrlPr>
                          </m:sSupPr>
                          <m:e>
                            <m:r>
                              <a:rPr lang="en-US" b="1" i="1" noProof="0" smtClean="0">
                                <a:latin typeface="Cambria Math" panose="02040503050406030204" pitchFamily="18" charset="0"/>
                              </a:rPr>
                              <m:t>𝒓</m:t>
                            </m:r>
                          </m:e>
                          <m:sup>
                            <m:r>
                              <a:rPr lang="en-US" b="1" i="1" noProof="0" smtClean="0">
                                <a:latin typeface="Cambria Math" panose="02040503050406030204" pitchFamily="18" charset="0"/>
                              </a:rPr>
                              <m:t>′</m:t>
                            </m:r>
                          </m:sup>
                        </m:sSup>
                      </m:e>
                    </m:acc>
                  </m:oMath>
                </a14:m>
                <a:r>
                  <a:rPr lang="en-US" noProof="0" dirty="0"/>
                  <a:t> until some convergence tolerance (e.g. </a:t>
                </a:r>
                <a14:m>
                  <m:oMath xmlns:m="http://schemas.openxmlformats.org/officeDocument/2006/math">
                    <m:r>
                      <a:rPr lang="en-US" b="0" i="1" noProof="0" smtClean="0">
                        <a:latin typeface="Cambria Math" panose="02040503050406030204" pitchFamily="18" charset="0"/>
                      </a:rPr>
                      <m:t>𝐹</m:t>
                    </m:r>
                    <m:d>
                      <m:dPr>
                        <m:ctrlPr>
                          <a:rPr lang="en-US" b="1" i="1" noProof="0" smtClean="0">
                            <a:latin typeface="Cambria Math" panose="02040503050406030204" pitchFamily="18" charset="0"/>
                          </a:rPr>
                        </m:ctrlPr>
                      </m:dPr>
                      <m:e>
                        <m:acc>
                          <m:accPr>
                            <m:chr m:val="̃"/>
                            <m:ctrlPr>
                              <a:rPr lang="en-US" b="1" i="1" noProof="0" smtClean="0">
                                <a:latin typeface="Cambria Math" panose="02040503050406030204" pitchFamily="18" charset="0"/>
                              </a:rPr>
                            </m:ctrlPr>
                          </m:accPr>
                          <m:e>
                            <m:sSup>
                              <m:sSupPr>
                                <m:ctrlPr>
                                  <a:rPr lang="en-US" b="1" i="1" noProof="0" smtClean="0">
                                    <a:latin typeface="Cambria Math" panose="02040503050406030204" pitchFamily="18" charset="0"/>
                                  </a:rPr>
                                </m:ctrlPr>
                              </m:sSupPr>
                              <m:e>
                                <m:r>
                                  <a:rPr lang="en-US" b="1" i="1" noProof="0" smtClean="0">
                                    <a:latin typeface="Cambria Math" panose="02040503050406030204" pitchFamily="18" charset="0"/>
                                  </a:rPr>
                                  <m:t>𝒓</m:t>
                                </m:r>
                              </m:e>
                              <m:sup>
                                <m:r>
                                  <a:rPr lang="en-US" b="1" i="1" noProof="0" smtClean="0">
                                    <a:latin typeface="Cambria Math" panose="02040503050406030204" pitchFamily="18" charset="0"/>
                                  </a:rPr>
                                  <m:t>′</m:t>
                                </m:r>
                              </m:sup>
                            </m:sSup>
                          </m:e>
                        </m:acc>
                      </m:e>
                    </m:d>
                    <m:r>
                      <a:rPr lang="en-US" b="0" i="1" noProof="0" smtClean="0">
                        <a:latin typeface="Cambria Math" panose="02040503050406030204" pitchFamily="18" charset="0"/>
                      </a:rPr>
                      <m:t>≃0</m:t>
                    </m:r>
                  </m:oMath>
                </a14:m>
                <a:r>
                  <a:rPr lang="en-US" noProof="0" dirty="0"/>
                  <a:t>)</a:t>
                </a:r>
              </a:p>
              <a:p>
                <a:pPr marL="342900" indent="-342900">
                  <a:buAutoNum type="arabicPeriod"/>
                </a:pPr>
                <a:r>
                  <a:rPr lang="en-US" noProof="0" dirty="0"/>
                  <a:t>Accept the move if Metropolis Monte Carlo criterion is fulfilled</a:t>
                </a:r>
                <a:br>
                  <a:rPr lang="en-US" noProof="0" dirty="0"/>
                </a:br>
                <a14:m>
                  <m:oMath xmlns:m="http://schemas.openxmlformats.org/officeDocument/2006/math">
                    <m:r>
                      <a:rPr lang="en-US" b="0" i="1" noProof="0" smtClean="0">
                        <a:latin typeface="Cambria Math" panose="02040503050406030204" pitchFamily="18" charset="0"/>
                      </a:rPr>
                      <m:t>𝑅𝑁𝐷</m:t>
                    </m:r>
                    <m:r>
                      <a:rPr lang="en-US" b="0" i="1" noProof="0" smtClean="0">
                        <a:latin typeface="Cambria Math" panose="02040503050406030204" pitchFamily="18" charset="0"/>
                      </a:rPr>
                      <m:t>&lt;</m:t>
                    </m:r>
                    <m:func>
                      <m:funcPr>
                        <m:ctrlPr>
                          <a:rPr lang="en-US" b="0" i="0" noProof="0" smtClean="0">
                            <a:latin typeface="Cambria Math" panose="02040503050406030204" pitchFamily="18" charset="0"/>
                          </a:rPr>
                        </m:ctrlPr>
                      </m:funcPr>
                      <m:fName>
                        <m:r>
                          <m:rPr>
                            <m:sty m:val="p"/>
                          </m:rPr>
                          <a:rPr lang="en-US" b="0" i="0" noProof="0" smtClean="0">
                            <a:latin typeface="Cambria Math" panose="02040503050406030204" pitchFamily="18" charset="0"/>
                          </a:rPr>
                          <m:t>exp</m:t>
                        </m:r>
                      </m:fName>
                      <m:e>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𝐸</m:t>
                                </m:r>
                                <m:d>
                                  <m:dPr>
                                    <m:ctrlPr>
                                      <a:rPr lang="en-US" b="1" i="1" noProof="0" smtClean="0">
                                        <a:latin typeface="Cambria Math" panose="02040503050406030204" pitchFamily="18" charset="0"/>
                                      </a:rPr>
                                    </m:ctrlPr>
                                  </m:dPr>
                                  <m:e>
                                    <m:acc>
                                      <m:accPr>
                                        <m:chr m:val="̃"/>
                                        <m:ctrlPr>
                                          <a:rPr lang="en-US" b="1" i="1" noProof="0" smtClean="0">
                                            <a:latin typeface="Cambria Math" panose="02040503050406030204" pitchFamily="18" charset="0"/>
                                          </a:rPr>
                                        </m:ctrlPr>
                                      </m:accPr>
                                      <m:e>
                                        <m:sSup>
                                          <m:sSupPr>
                                            <m:ctrlPr>
                                              <a:rPr lang="en-US" b="1" i="1" noProof="0" smtClean="0">
                                                <a:latin typeface="Cambria Math" panose="02040503050406030204" pitchFamily="18" charset="0"/>
                                              </a:rPr>
                                            </m:ctrlPr>
                                          </m:sSupPr>
                                          <m:e>
                                            <m:r>
                                              <a:rPr lang="en-US" b="1" i="1" noProof="0" smtClean="0">
                                                <a:latin typeface="Cambria Math" panose="02040503050406030204" pitchFamily="18" charset="0"/>
                                              </a:rPr>
                                              <m:t>𝒓</m:t>
                                            </m:r>
                                          </m:e>
                                          <m:sup>
                                            <m:r>
                                              <a:rPr lang="en-US" b="1" i="1" noProof="0" smtClean="0">
                                                <a:latin typeface="Cambria Math" panose="02040503050406030204" pitchFamily="18" charset="0"/>
                                              </a:rPr>
                                              <m:t>′</m:t>
                                            </m:r>
                                          </m:sup>
                                        </m:sSup>
                                      </m:e>
                                    </m:acc>
                                  </m:e>
                                </m:d>
                                <m:r>
                                  <a:rPr lang="en-US" b="0" i="1" noProof="0" smtClean="0">
                                    <a:latin typeface="Cambria Math" panose="02040503050406030204" pitchFamily="18" charset="0"/>
                                  </a:rPr>
                                  <m:t>−</m:t>
                                </m:r>
                                <m:r>
                                  <a:rPr lang="en-US" b="0" i="1" noProof="0" smtClean="0">
                                    <a:latin typeface="Cambria Math" panose="02040503050406030204" pitchFamily="18" charset="0"/>
                                  </a:rPr>
                                  <m:t>𝐸</m:t>
                                </m:r>
                                <m:d>
                                  <m:dPr>
                                    <m:ctrlPr>
                                      <a:rPr lang="en-US" b="1" i="1" noProof="0" smtClean="0">
                                        <a:latin typeface="Cambria Math" panose="02040503050406030204" pitchFamily="18" charset="0"/>
                                      </a:rPr>
                                    </m:ctrlPr>
                                  </m:dPr>
                                  <m:e>
                                    <m:r>
                                      <a:rPr lang="en-US" b="1" i="1" noProof="0" smtClean="0">
                                        <a:latin typeface="Cambria Math" panose="02040503050406030204" pitchFamily="18" charset="0"/>
                                      </a:rPr>
                                      <m:t>𝒓</m:t>
                                    </m:r>
                                  </m:e>
                                </m:d>
                              </m:num>
                              <m:den>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𝑘</m:t>
                                    </m:r>
                                  </m:e>
                                  <m:sub>
                                    <m:r>
                                      <a:rPr lang="en-US" b="0" i="1" noProof="0" smtClean="0">
                                        <a:latin typeface="Cambria Math" panose="02040503050406030204" pitchFamily="18" charset="0"/>
                                      </a:rPr>
                                      <m:t>𝑏</m:t>
                                    </m:r>
                                  </m:sub>
                                </m:sSub>
                                <m:r>
                                  <a:rPr lang="en-US" b="0" i="1" noProof="0" smtClean="0">
                                    <a:latin typeface="Cambria Math" panose="02040503050406030204" pitchFamily="18" charset="0"/>
                                  </a:rPr>
                                  <m:t>𝑇</m:t>
                                </m:r>
                              </m:den>
                            </m:f>
                          </m:e>
                        </m:d>
                      </m:e>
                    </m:func>
                  </m:oMath>
                </a14:m>
                <a:br>
                  <a:rPr lang="en-US" noProof="0" dirty="0"/>
                </a:br>
                <a:r>
                  <a:rPr lang="en-US" noProof="0" dirty="0"/>
                  <a:t>Else retain position </a:t>
                </a:r>
                <a14:m>
                  <m:oMath xmlns:m="http://schemas.openxmlformats.org/officeDocument/2006/math">
                    <m:r>
                      <a:rPr lang="en-US" b="1" i="1" noProof="0" smtClean="0">
                        <a:latin typeface="Cambria Math" panose="02040503050406030204" pitchFamily="18" charset="0"/>
                      </a:rPr>
                      <m:t>𝒓</m:t>
                    </m:r>
                  </m:oMath>
                </a14:m>
                <a:endParaRPr lang="en-US" noProof="0" dirty="0"/>
              </a:p>
              <a:p>
                <a:pPr marL="342900" indent="-342900">
                  <a:buAutoNum type="arabicPeriod"/>
                </a:pPr>
                <a:r>
                  <a:rPr lang="en-US" noProof="0" dirty="0"/>
                  <a:t>Repeat 2-4 as many times as computationally possible</a:t>
                </a:r>
              </a:p>
            </p:txBody>
          </p:sp>
        </mc:Choice>
        <mc:Fallback xmlns="">
          <p:sp>
            <p:nvSpPr>
              <p:cNvPr id="4" name="Pladsholder til tekst 3">
                <a:extLst>
                  <a:ext uri="{FF2B5EF4-FFF2-40B4-BE49-F238E27FC236}">
                    <a16:creationId xmlns:a16="http://schemas.microsoft.com/office/drawing/2014/main" id="{B59548E0-9CC0-8A6D-4E3A-34C7EB58DFF5}"/>
                  </a:ext>
                </a:extLst>
              </p:cNvPr>
              <p:cNvSpPr>
                <a:spLocks noGrp="1" noRot="1" noChangeAspect="1" noMove="1" noResize="1" noEditPoints="1" noAdjustHandles="1" noChangeArrowheads="1" noChangeShapeType="1" noTextEdit="1"/>
              </p:cNvSpPr>
              <p:nvPr>
                <p:ph type="body" sz="half" idx="2"/>
              </p:nvPr>
            </p:nvSpPr>
            <p:spPr>
              <a:xfrm>
                <a:off x="839788" y="2057399"/>
                <a:ext cx="3932237" cy="4534989"/>
              </a:xfrm>
              <a:blipFill>
                <a:blip r:embed="rId2"/>
                <a:stretch>
                  <a:fillRect l="-930" t="-672"/>
                </a:stretch>
              </a:blipFill>
            </p:spPr>
            <p:txBody>
              <a:bodyPr/>
              <a:lstStyle/>
              <a:p>
                <a:r>
                  <a:rPr lang="da-DK">
                    <a:noFill/>
                  </a:rPr>
                  <a:t> </a:t>
                </a:r>
              </a:p>
            </p:txBody>
          </p:sp>
        </mc:Fallback>
      </mc:AlternateContent>
      <p:grpSp>
        <p:nvGrpSpPr>
          <p:cNvPr id="39" name="Gruppe 38">
            <a:extLst>
              <a:ext uri="{FF2B5EF4-FFF2-40B4-BE49-F238E27FC236}">
                <a16:creationId xmlns:a16="http://schemas.microsoft.com/office/drawing/2014/main" id="{4D8028D7-221F-6D94-507D-6DC2D14839F6}"/>
              </a:ext>
            </a:extLst>
          </p:cNvPr>
          <p:cNvGrpSpPr/>
          <p:nvPr/>
        </p:nvGrpSpPr>
        <p:grpSpPr>
          <a:xfrm>
            <a:off x="5869234" y="374177"/>
            <a:ext cx="5234400" cy="3085920"/>
            <a:chOff x="5869234" y="374177"/>
            <a:chExt cx="5234400" cy="3085920"/>
          </a:xfrm>
        </p:grpSpPr>
        <mc:AlternateContent xmlns:mc="http://schemas.openxmlformats.org/markup-compatibility/2006" xmlns:p14="http://schemas.microsoft.com/office/powerpoint/2010/main">
          <mc:Choice Requires="p14">
            <p:contentPart p14:bwMode="auto" r:id="rId3">
              <p14:nvContentPartPr>
                <p14:cNvPr id="3" name="Håndskrift 2">
                  <a:extLst>
                    <a:ext uri="{FF2B5EF4-FFF2-40B4-BE49-F238E27FC236}">
                      <a16:creationId xmlns:a16="http://schemas.microsoft.com/office/drawing/2014/main" id="{0A7266E6-7D12-1E5E-2E1C-88FC2003F565}"/>
                    </a:ext>
                  </a:extLst>
                </p14:cNvPr>
                <p14:cNvContentPartPr/>
                <p14:nvPr/>
              </p14:nvContentPartPr>
              <p14:xfrm>
                <a:off x="6130594" y="853337"/>
                <a:ext cx="124560" cy="2552760"/>
              </p14:xfrm>
            </p:contentPart>
          </mc:Choice>
          <mc:Fallback xmlns="">
            <p:pic>
              <p:nvPicPr>
                <p:cNvPr id="3" name="Håndskrift 2">
                  <a:extLst>
                    <a:ext uri="{FF2B5EF4-FFF2-40B4-BE49-F238E27FC236}">
                      <a16:creationId xmlns:a16="http://schemas.microsoft.com/office/drawing/2014/main" id="{0A7266E6-7D12-1E5E-2E1C-88FC2003F565}"/>
                    </a:ext>
                  </a:extLst>
                </p:cNvPr>
                <p:cNvPicPr/>
                <p:nvPr/>
              </p:nvPicPr>
              <p:blipFill>
                <a:blip r:embed="rId4"/>
                <a:stretch>
                  <a:fillRect/>
                </a:stretch>
              </p:blipFill>
              <p:spPr>
                <a:xfrm>
                  <a:off x="6124474" y="847217"/>
                  <a:ext cx="136800" cy="2565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Håndskrift 4">
                  <a:extLst>
                    <a:ext uri="{FF2B5EF4-FFF2-40B4-BE49-F238E27FC236}">
                      <a16:creationId xmlns:a16="http://schemas.microsoft.com/office/drawing/2014/main" id="{EC7B7A07-A862-B953-772D-27122E4BE86B}"/>
                    </a:ext>
                  </a:extLst>
                </p14:cNvPr>
                <p14:cNvContentPartPr/>
                <p14:nvPr/>
              </p14:nvContentPartPr>
              <p14:xfrm>
                <a:off x="6001354" y="848297"/>
                <a:ext cx="272160" cy="238680"/>
              </p14:xfrm>
            </p:contentPart>
          </mc:Choice>
          <mc:Fallback xmlns="">
            <p:pic>
              <p:nvPicPr>
                <p:cNvPr id="5" name="Håndskrift 4">
                  <a:extLst>
                    <a:ext uri="{FF2B5EF4-FFF2-40B4-BE49-F238E27FC236}">
                      <a16:creationId xmlns:a16="http://schemas.microsoft.com/office/drawing/2014/main" id="{EC7B7A07-A862-B953-772D-27122E4BE86B}"/>
                    </a:ext>
                  </a:extLst>
                </p:cNvPr>
                <p:cNvPicPr/>
                <p:nvPr/>
              </p:nvPicPr>
              <p:blipFill>
                <a:blip r:embed="rId6"/>
                <a:stretch>
                  <a:fillRect/>
                </a:stretch>
              </p:blipFill>
              <p:spPr>
                <a:xfrm>
                  <a:off x="5995234" y="842177"/>
                  <a:ext cx="28440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1" name="Håndskrift 20">
                  <a:extLst>
                    <a:ext uri="{FF2B5EF4-FFF2-40B4-BE49-F238E27FC236}">
                      <a16:creationId xmlns:a16="http://schemas.microsoft.com/office/drawing/2014/main" id="{CDDE19C0-52CC-9D38-5C93-41BA002B7DDD}"/>
                    </a:ext>
                  </a:extLst>
                </p14:cNvPr>
                <p14:cNvContentPartPr/>
                <p14:nvPr/>
              </p14:nvContentPartPr>
              <p14:xfrm>
                <a:off x="5872834" y="391817"/>
                <a:ext cx="92520" cy="191520"/>
              </p14:xfrm>
            </p:contentPart>
          </mc:Choice>
          <mc:Fallback xmlns="">
            <p:pic>
              <p:nvPicPr>
                <p:cNvPr id="21" name="Håndskrift 20">
                  <a:extLst>
                    <a:ext uri="{FF2B5EF4-FFF2-40B4-BE49-F238E27FC236}">
                      <a16:creationId xmlns:a16="http://schemas.microsoft.com/office/drawing/2014/main" id="{CDDE19C0-52CC-9D38-5C93-41BA002B7DDD}"/>
                    </a:ext>
                  </a:extLst>
                </p:cNvPr>
                <p:cNvPicPr/>
                <p:nvPr/>
              </p:nvPicPr>
              <p:blipFill>
                <a:blip r:embed="rId8"/>
                <a:stretch>
                  <a:fillRect/>
                </a:stretch>
              </p:blipFill>
              <p:spPr>
                <a:xfrm>
                  <a:off x="5866714" y="385697"/>
                  <a:ext cx="1047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2" name="Håndskrift 21">
                  <a:extLst>
                    <a:ext uri="{FF2B5EF4-FFF2-40B4-BE49-F238E27FC236}">
                      <a16:creationId xmlns:a16="http://schemas.microsoft.com/office/drawing/2014/main" id="{D03920BB-26FE-951D-AAF6-72CC53BD6BB2}"/>
                    </a:ext>
                  </a:extLst>
                </p14:cNvPr>
                <p14:cNvContentPartPr/>
                <p14:nvPr/>
              </p14:nvContentPartPr>
              <p14:xfrm>
                <a:off x="5956354" y="374177"/>
                <a:ext cx="95040" cy="360"/>
              </p14:xfrm>
            </p:contentPart>
          </mc:Choice>
          <mc:Fallback xmlns="">
            <p:pic>
              <p:nvPicPr>
                <p:cNvPr id="22" name="Håndskrift 21">
                  <a:extLst>
                    <a:ext uri="{FF2B5EF4-FFF2-40B4-BE49-F238E27FC236}">
                      <a16:creationId xmlns:a16="http://schemas.microsoft.com/office/drawing/2014/main" id="{D03920BB-26FE-951D-AAF6-72CC53BD6BB2}"/>
                    </a:ext>
                  </a:extLst>
                </p:cNvPr>
                <p:cNvPicPr/>
                <p:nvPr/>
              </p:nvPicPr>
              <p:blipFill>
                <a:blip r:embed="rId10"/>
                <a:stretch>
                  <a:fillRect/>
                </a:stretch>
              </p:blipFill>
              <p:spPr>
                <a:xfrm>
                  <a:off x="5950234" y="368057"/>
                  <a:ext cx="1072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4" name="Håndskrift 23">
                  <a:extLst>
                    <a:ext uri="{FF2B5EF4-FFF2-40B4-BE49-F238E27FC236}">
                      <a16:creationId xmlns:a16="http://schemas.microsoft.com/office/drawing/2014/main" id="{34C7E1E9-A45F-39FB-3409-63030AF2D0ED}"/>
                    </a:ext>
                  </a:extLst>
                </p14:cNvPr>
                <p14:cNvContentPartPr/>
                <p14:nvPr/>
              </p14:nvContentPartPr>
              <p14:xfrm>
                <a:off x="5930434" y="469937"/>
                <a:ext cx="126720" cy="12600"/>
              </p14:xfrm>
            </p:contentPart>
          </mc:Choice>
          <mc:Fallback xmlns="">
            <p:pic>
              <p:nvPicPr>
                <p:cNvPr id="24" name="Håndskrift 23">
                  <a:extLst>
                    <a:ext uri="{FF2B5EF4-FFF2-40B4-BE49-F238E27FC236}">
                      <a16:creationId xmlns:a16="http://schemas.microsoft.com/office/drawing/2014/main" id="{34C7E1E9-A45F-39FB-3409-63030AF2D0ED}"/>
                    </a:ext>
                  </a:extLst>
                </p:cNvPr>
                <p:cNvPicPr/>
                <p:nvPr/>
              </p:nvPicPr>
              <p:blipFill>
                <a:blip r:embed="rId12"/>
                <a:stretch>
                  <a:fillRect/>
                </a:stretch>
              </p:blipFill>
              <p:spPr>
                <a:xfrm>
                  <a:off x="5924314" y="463817"/>
                  <a:ext cx="13896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Håndskrift 24">
                  <a:extLst>
                    <a:ext uri="{FF2B5EF4-FFF2-40B4-BE49-F238E27FC236}">
                      <a16:creationId xmlns:a16="http://schemas.microsoft.com/office/drawing/2014/main" id="{971EE711-A30F-1D84-EA39-B271081F5E9B}"/>
                    </a:ext>
                  </a:extLst>
                </p14:cNvPr>
                <p14:cNvContentPartPr/>
                <p14:nvPr/>
              </p14:nvContentPartPr>
              <p14:xfrm>
                <a:off x="5869234" y="574697"/>
                <a:ext cx="191160" cy="9720"/>
              </p14:xfrm>
            </p:contentPart>
          </mc:Choice>
          <mc:Fallback xmlns="">
            <p:pic>
              <p:nvPicPr>
                <p:cNvPr id="25" name="Håndskrift 24">
                  <a:extLst>
                    <a:ext uri="{FF2B5EF4-FFF2-40B4-BE49-F238E27FC236}">
                      <a16:creationId xmlns:a16="http://schemas.microsoft.com/office/drawing/2014/main" id="{971EE711-A30F-1D84-EA39-B271081F5E9B}"/>
                    </a:ext>
                  </a:extLst>
                </p:cNvPr>
                <p:cNvPicPr/>
                <p:nvPr/>
              </p:nvPicPr>
              <p:blipFill>
                <a:blip r:embed="rId14"/>
                <a:stretch>
                  <a:fillRect/>
                </a:stretch>
              </p:blipFill>
              <p:spPr>
                <a:xfrm>
                  <a:off x="5863114" y="568577"/>
                  <a:ext cx="2034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6" name="Håndskrift 25">
                  <a:extLst>
                    <a:ext uri="{FF2B5EF4-FFF2-40B4-BE49-F238E27FC236}">
                      <a16:creationId xmlns:a16="http://schemas.microsoft.com/office/drawing/2014/main" id="{439F2559-637C-CE66-F299-211FFE0AFABA}"/>
                    </a:ext>
                  </a:extLst>
                </p14:cNvPr>
                <p14:cNvContentPartPr/>
                <p14:nvPr/>
              </p14:nvContentPartPr>
              <p14:xfrm>
                <a:off x="6155074" y="417737"/>
                <a:ext cx="70920" cy="209160"/>
              </p14:xfrm>
            </p:contentPart>
          </mc:Choice>
          <mc:Fallback xmlns="">
            <p:pic>
              <p:nvPicPr>
                <p:cNvPr id="26" name="Håndskrift 25">
                  <a:extLst>
                    <a:ext uri="{FF2B5EF4-FFF2-40B4-BE49-F238E27FC236}">
                      <a16:creationId xmlns:a16="http://schemas.microsoft.com/office/drawing/2014/main" id="{439F2559-637C-CE66-F299-211FFE0AFABA}"/>
                    </a:ext>
                  </a:extLst>
                </p:cNvPr>
                <p:cNvPicPr/>
                <p:nvPr/>
              </p:nvPicPr>
              <p:blipFill>
                <a:blip r:embed="rId16"/>
                <a:stretch>
                  <a:fillRect/>
                </a:stretch>
              </p:blipFill>
              <p:spPr>
                <a:xfrm>
                  <a:off x="6148954" y="411617"/>
                  <a:ext cx="8316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7" name="Håndskrift 26">
                  <a:extLst>
                    <a:ext uri="{FF2B5EF4-FFF2-40B4-BE49-F238E27FC236}">
                      <a16:creationId xmlns:a16="http://schemas.microsoft.com/office/drawing/2014/main" id="{F6ECA5F6-B269-2C51-999A-F0B0CE9095F7}"/>
                    </a:ext>
                  </a:extLst>
                </p14:cNvPr>
                <p14:cNvContentPartPr/>
                <p14:nvPr/>
              </p14:nvContentPartPr>
              <p14:xfrm>
                <a:off x="6191074" y="496217"/>
                <a:ext cx="227160" cy="111960"/>
              </p14:xfrm>
            </p:contentPart>
          </mc:Choice>
          <mc:Fallback xmlns="">
            <p:pic>
              <p:nvPicPr>
                <p:cNvPr id="27" name="Håndskrift 26">
                  <a:extLst>
                    <a:ext uri="{FF2B5EF4-FFF2-40B4-BE49-F238E27FC236}">
                      <a16:creationId xmlns:a16="http://schemas.microsoft.com/office/drawing/2014/main" id="{F6ECA5F6-B269-2C51-999A-F0B0CE9095F7}"/>
                    </a:ext>
                  </a:extLst>
                </p:cNvPr>
                <p:cNvPicPr/>
                <p:nvPr/>
              </p:nvPicPr>
              <p:blipFill>
                <a:blip r:embed="rId18"/>
                <a:stretch>
                  <a:fillRect/>
                </a:stretch>
              </p:blipFill>
              <p:spPr>
                <a:xfrm>
                  <a:off x="6184954" y="490097"/>
                  <a:ext cx="23940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8" name="Håndskrift 27">
                  <a:extLst>
                    <a:ext uri="{FF2B5EF4-FFF2-40B4-BE49-F238E27FC236}">
                      <a16:creationId xmlns:a16="http://schemas.microsoft.com/office/drawing/2014/main" id="{999D91AA-E950-07E8-8600-2506F4EEB914}"/>
                    </a:ext>
                  </a:extLst>
                </p14:cNvPr>
                <p14:cNvContentPartPr/>
                <p14:nvPr/>
              </p14:nvContentPartPr>
              <p14:xfrm>
                <a:off x="6234994" y="487577"/>
                <a:ext cx="147600" cy="122400"/>
              </p14:xfrm>
            </p:contentPart>
          </mc:Choice>
          <mc:Fallback xmlns="">
            <p:pic>
              <p:nvPicPr>
                <p:cNvPr id="28" name="Håndskrift 27">
                  <a:extLst>
                    <a:ext uri="{FF2B5EF4-FFF2-40B4-BE49-F238E27FC236}">
                      <a16:creationId xmlns:a16="http://schemas.microsoft.com/office/drawing/2014/main" id="{999D91AA-E950-07E8-8600-2506F4EEB914}"/>
                    </a:ext>
                  </a:extLst>
                </p:cNvPr>
                <p:cNvPicPr/>
                <p:nvPr/>
              </p:nvPicPr>
              <p:blipFill>
                <a:blip r:embed="rId20"/>
                <a:stretch>
                  <a:fillRect/>
                </a:stretch>
              </p:blipFill>
              <p:spPr>
                <a:xfrm>
                  <a:off x="6228874" y="481457"/>
                  <a:ext cx="15984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9" name="Håndskrift 28">
                  <a:extLst>
                    <a:ext uri="{FF2B5EF4-FFF2-40B4-BE49-F238E27FC236}">
                      <a16:creationId xmlns:a16="http://schemas.microsoft.com/office/drawing/2014/main" id="{E6E5DF3C-B052-E52D-869A-C2FBBB4A95A4}"/>
                    </a:ext>
                  </a:extLst>
                </p14:cNvPr>
                <p14:cNvContentPartPr/>
                <p14:nvPr/>
              </p14:nvContentPartPr>
              <p14:xfrm>
                <a:off x="6427954" y="452657"/>
                <a:ext cx="139680" cy="200880"/>
              </p14:xfrm>
            </p:contentPart>
          </mc:Choice>
          <mc:Fallback xmlns="">
            <p:pic>
              <p:nvPicPr>
                <p:cNvPr id="29" name="Håndskrift 28">
                  <a:extLst>
                    <a:ext uri="{FF2B5EF4-FFF2-40B4-BE49-F238E27FC236}">
                      <a16:creationId xmlns:a16="http://schemas.microsoft.com/office/drawing/2014/main" id="{E6E5DF3C-B052-E52D-869A-C2FBBB4A95A4}"/>
                    </a:ext>
                  </a:extLst>
                </p:cNvPr>
                <p:cNvPicPr/>
                <p:nvPr/>
              </p:nvPicPr>
              <p:blipFill>
                <a:blip r:embed="rId22"/>
                <a:stretch>
                  <a:fillRect/>
                </a:stretch>
              </p:blipFill>
              <p:spPr>
                <a:xfrm>
                  <a:off x="6421834" y="446537"/>
                  <a:ext cx="15192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1" name="Håndskrift 30">
                  <a:extLst>
                    <a:ext uri="{FF2B5EF4-FFF2-40B4-BE49-F238E27FC236}">
                      <a16:creationId xmlns:a16="http://schemas.microsoft.com/office/drawing/2014/main" id="{5B37EC83-F1E6-6EE1-A7A3-717527E7CBCA}"/>
                    </a:ext>
                  </a:extLst>
                </p14:cNvPr>
                <p14:cNvContentPartPr/>
                <p14:nvPr/>
              </p14:nvContentPartPr>
              <p14:xfrm>
                <a:off x="6087034" y="3142937"/>
                <a:ext cx="4768200" cy="241920"/>
              </p14:xfrm>
            </p:contentPart>
          </mc:Choice>
          <mc:Fallback xmlns="">
            <p:pic>
              <p:nvPicPr>
                <p:cNvPr id="31" name="Håndskrift 30">
                  <a:extLst>
                    <a:ext uri="{FF2B5EF4-FFF2-40B4-BE49-F238E27FC236}">
                      <a16:creationId xmlns:a16="http://schemas.microsoft.com/office/drawing/2014/main" id="{5B37EC83-F1E6-6EE1-A7A3-717527E7CBCA}"/>
                    </a:ext>
                  </a:extLst>
                </p:cNvPr>
                <p:cNvPicPr/>
                <p:nvPr/>
              </p:nvPicPr>
              <p:blipFill>
                <a:blip r:embed="rId24"/>
                <a:stretch>
                  <a:fillRect/>
                </a:stretch>
              </p:blipFill>
              <p:spPr>
                <a:xfrm>
                  <a:off x="6080914" y="3136817"/>
                  <a:ext cx="478044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5" name="Håndskrift 34">
                  <a:extLst>
                    <a:ext uri="{FF2B5EF4-FFF2-40B4-BE49-F238E27FC236}">
                      <a16:creationId xmlns:a16="http://schemas.microsoft.com/office/drawing/2014/main" id="{01ED2BE2-ED8E-C161-D207-8DC2E439CD77}"/>
                    </a:ext>
                  </a:extLst>
                </p14:cNvPr>
                <p14:cNvContentPartPr/>
                <p14:nvPr/>
              </p14:nvContentPartPr>
              <p14:xfrm>
                <a:off x="10885114" y="3256697"/>
                <a:ext cx="218520" cy="203400"/>
              </p14:xfrm>
            </p:contentPart>
          </mc:Choice>
          <mc:Fallback xmlns="">
            <p:pic>
              <p:nvPicPr>
                <p:cNvPr id="35" name="Håndskrift 34">
                  <a:extLst>
                    <a:ext uri="{FF2B5EF4-FFF2-40B4-BE49-F238E27FC236}">
                      <a16:creationId xmlns:a16="http://schemas.microsoft.com/office/drawing/2014/main" id="{01ED2BE2-ED8E-C161-D207-8DC2E439CD77}"/>
                    </a:ext>
                  </a:extLst>
                </p:cNvPr>
                <p:cNvPicPr/>
                <p:nvPr/>
              </p:nvPicPr>
              <p:blipFill>
                <a:blip r:embed="rId26"/>
                <a:stretch>
                  <a:fillRect/>
                </a:stretch>
              </p:blipFill>
              <p:spPr>
                <a:xfrm>
                  <a:off x="10878994" y="3250577"/>
                  <a:ext cx="23076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6" name="Håndskrift 35">
                  <a:extLst>
                    <a:ext uri="{FF2B5EF4-FFF2-40B4-BE49-F238E27FC236}">
                      <a16:creationId xmlns:a16="http://schemas.microsoft.com/office/drawing/2014/main" id="{7AADBB68-0F59-E84B-26F9-780019A4C54B}"/>
                    </a:ext>
                  </a:extLst>
                </p14:cNvPr>
                <p14:cNvContentPartPr/>
                <p14:nvPr/>
              </p14:nvContentPartPr>
              <p14:xfrm>
                <a:off x="10894114" y="3274337"/>
                <a:ext cx="194400" cy="136440"/>
              </p14:xfrm>
            </p:contentPart>
          </mc:Choice>
          <mc:Fallback xmlns="">
            <p:pic>
              <p:nvPicPr>
                <p:cNvPr id="36" name="Håndskrift 35">
                  <a:extLst>
                    <a:ext uri="{FF2B5EF4-FFF2-40B4-BE49-F238E27FC236}">
                      <a16:creationId xmlns:a16="http://schemas.microsoft.com/office/drawing/2014/main" id="{7AADBB68-0F59-E84B-26F9-780019A4C54B}"/>
                    </a:ext>
                  </a:extLst>
                </p:cNvPr>
                <p:cNvPicPr/>
                <p:nvPr/>
              </p:nvPicPr>
              <p:blipFill>
                <a:blip r:embed="rId28"/>
                <a:stretch>
                  <a:fillRect/>
                </a:stretch>
              </p:blipFill>
              <p:spPr>
                <a:xfrm>
                  <a:off x="10887994" y="3268217"/>
                  <a:ext cx="20664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8" name="Håndskrift 37">
                  <a:extLst>
                    <a:ext uri="{FF2B5EF4-FFF2-40B4-BE49-F238E27FC236}">
                      <a16:creationId xmlns:a16="http://schemas.microsoft.com/office/drawing/2014/main" id="{BC3A3F57-AEDF-2777-B473-F21B4EFA553F}"/>
                    </a:ext>
                  </a:extLst>
                </p14:cNvPr>
                <p14:cNvContentPartPr/>
                <p14:nvPr/>
              </p14:nvContentPartPr>
              <p14:xfrm>
                <a:off x="6191794" y="939377"/>
                <a:ext cx="4867200" cy="2047680"/>
              </p14:xfrm>
            </p:contentPart>
          </mc:Choice>
          <mc:Fallback xmlns="">
            <p:pic>
              <p:nvPicPr>
                <p:cNvPr id="38" name="Håndskrift 37">
                  <a:extLst>
                    <a:ext uri="{FF2B5EF4-FFF2-40B4-BE49-F238E27FC236}">
                      <a16:creationId xmlns:a16="http://schemas.microsoft.com/office/drawing/2014/main" id="{BC3A3F57-AEDF-2777-B473-F21B4EFA553F}"/>
                    </a:ext>
                  </a:extLst>
                </p:cNvPr>
                <p:cNvPicPr/>
                <p:nvPr/>
              </p:nvPicPr>
              <p:blipFill>
                <a:blip r:embed="rId30"/>
                <a:stretch>
                  <a:fillRect/>
                </a:stretch>
              </p:blipFill>
              <p:spPr>
                <a:xfrm>
                  <a:off x="6185674" y="933257"/>
                  <a:ext cx="4879440" cy="2059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1">
            <p14:nvContentPartPr>
              <p14:cNvPr id="66" name="Håndskrift 65">
                <a:extLst>
                  <a:ext uri="{FF2B5EF4-FFF2-40B4-BE49-F238E27FC236}">
                    <a16:creationId xmlns:a16="http://schemas.microsoft.com/office/drawing/2014/main" id="{B4D88FBB-865A-ABB4-EE60-A6DDA437208A}"/>
                  </a:ext>
                </a:extLst>
              </p14:cNvPr>
              <p14:cNvContentPartPr/>
              <p14:nvPr/>
            </p14:nvContentPartPr>
            <p14:xfrm>
              <a:off x="6949234" y="2316377"/>
              <a:ext cx="360" cy="1800"/>
            </p14:xfrm>
          </p:contentPart>
        </mc:Choice>
        <mc:Fallback xmlns="">
          <p:pic>
            <p:nvPicPr>
              <p:cNvPr id="66" name="Håndskrift 65">
                <a:extLst>
                  <a:ext uri="{FF2B5EF4-FFF2-40B4-BE49-F238E27FC236}">
                    <a16:creationId xmlns:a16="http://schemas.microsoft.com/office/drawing/2014/main" id="{B4D88FBB-865A-ABB4-EE60-A6DDA437208A}"/>
                  </a:ext>
                </a:extLst>
              </p:cNvPr>
              <p:cNvPicPr/>
              <p:nvPr/>
            </p:nvPicPr>
            <p:blipFill>
              <a:blip r:embed="rId34"/>
              <a:stretch>
                <a:fillRect/>
              </a:stretch>
            </p:blipFill>
            <p:spPr>
              <a:xfrm>
                <a:off x="6943114" y="2310257"/>
                <a:ext cx="1260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67" name="Håndskrift 66">
                <a:extLst>
                  <a:ext uri="{FF2B5EF4-FFF2-40B4-BE49-F238E27FC236}">
                    <a16:creationId xmlns:a16="http://schemas.microsoft.com/office/drawing/2014/main" id="{172CAA2D-68FD-8255-6385-D480D992E865}"/>
                  </a:ext>
                </a:extLst>
              </p14:cNvPr>
              <p14:cNvContentPartPr/>
              <p14:nvPr/>
            </p14:nvContentPartPr>
            <p14:xfrm>
              <a:off x="6949234" y="2359937"/>
              <a:ext cx="360" cy="1800"/>
            </p14:xfrm>
          </p:contentPart>
        </mc:Choice>
        <mc:Fallback xmlns="">
          <p:pic>
            <p:nvPicPr>
              <p:cNvPr id="67" name="Håndskrift 66">
                <a:extLst>
                  <a:ext uri="{FF2B5EF4-FFF2-40B4-BE49-F238E27FC236}">
                    <a16:creationId xmlns:a16="http://schemas.microsoft.com/office/drawing/2014/main" id="{172CAA2D-68FD-8255-6385-D480D992E865}"/>
                  </a:ext>
                </a:extLst>
              </p:cNvPr>
              <p:cNvPicPr/>
              <p:nvPr/>
            </p:nvPicPr>
            <p:blipFill>
              <a:blip r:embed="rId34"/>
              <a:stretch>
                <a:fillRect/>
              </a:stretch>
            </p:blipFill>
            <p:spPr>
              <a:xfrm>
                <a:off x="6943114" y="2353817"/>
                <a:ext cx="12600" cy="140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99" name="Håndskrift 98">
                <a:extLst>
                  <a:ext uri="{FF2B5EF4-FFF2-40B4-BE49-F238E27FC236}">
                    <a16:creationId xmlns:a16="http://schemas.microsoft.com/office/drawing/2014/main" id="{A49CC5C1-91A2-FA8C-EC30-A9B16AD437D9}"/>
                  </a:ext>
                </a:extLst>
              </p14:cNvPr>
              <p14:cNvContentPartPr/>
              <p14:nvPr/>
            </p14:nvContentPartPr>
            <p14:xfrm>
              <a:off x="8560594" y="1759817"/>
              <a:ext cx="9000" cy="77760"/>
            </p14:xfrm>
          </p:contentPart>
        </mc:Choice>
        <mc:Fallback>
          <p:pic>
            <p:nvPicPr>
              <p:cNvPr id="99" name="Håndskrift 98">
                <a:extLst>
                  <a:ext uri="{FF2B5EF4-FFF2-40B4-BE49-F238E27FC236}">
                    <a16:creationId xmlns:a16="http://schemas.microsoft.com/office/drawing/2014/main" id="{A49CC5C1-91A2-FA8C-EC30-A9B16AD437D9}"/>
                  </a:ext>
                </a:extLst>
              </p:cNvPr>
              <p:cNvPicPr/>
              <p:nvPr/>
            </p:nvPicPr>
            <p:blipFill>
              <a:blip r:embed="rId37"/>
              <a:stretch>
                <a:fillRect/>
              </a:stretch>
            </p:blipFill>
            <p:spPr>
              <a:xfrm>
                <a:off x="8554474" y="1753697"/>
                <a:ext cx="2124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33" name="Håndskrift 132">
                <a:extLst>
                  <a:ext uri="{FF2B5EF4-FFF2-40B4-BE49-F238E27FC236}">
                    <a16:creationId xmlns:a16="http://schemas.microsoft.com/office/drawing/2014/main" id="{87D89768-4134-5E7D-0E55-0C6CC263FAE8}"/>
                  </a:ext>
                </a:extLst>
              </p14:cNvPr>
              <p14:cNvContentPartPr/>
              <p14:nvPr/>
            </p14:nvContentPartPr>
            <p14:xfrm>
              <a:off x="9457354" y="1551737"/>
              <a:ext cx="360" cy="59760"/>
            </p14:xfrm>
          </p:contentPart>
        </mc:Choice>
        <mc:Fallback xmlns="">
          <p:pic>
            <p:nvPicPr>
              <p:cNvPr id="133" name="Håndskrift 132">
                <a:extLst>
                  <a:ext uri="{FF2B5EF4-FFF2-40B4-BE49-F238E27FC236}">
                    <a16:creationId xmlns:a16="http://schemas.microsoft.com/office/drawing/2014/main" id="{87D89768-4134-5E7D-0E55-0C6CC263FAE8}"/>
                  </a:ext>
                </a:extLst>
              </p:cNvPr>
              <p:cNvPicPr/>
              <p:nvPr/>
            </p:nvPicPr>
            <p:blipFill>
              <a:blip r:embed="rId72"/>
              <a:stretch>
                <a:fillRect/>
              </a:stretch>
            </p:blipFill>
            <p:spPr>
              <a:xfrm>
                <a:off x="9451234" y="1545617"/>
                <a:ext cx="126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150" name="Håndskrift 149">
                <a:extLst>
                  <a:ext uri="{FF2B5EF4-FFF2-40B4-BE49-F238E27FC236}">
                    <a16:creationId xmlns:a16="http://schemas.microsoft.com/office/drawing/2014/main" id="{C2F4FC0E-FAA5-F60C-7516-2A2E6FA0AFA3}"/>
                  </a:ext>
                </a:extLst>
              </p14:cNvPr>
              <p14:cNvContentPartPr/>
              <p14:nvPr/>
            </p14:nvContentPartPr>
            <p14:xfrm>
              <a:off x="10319554" y="1767737"/>
              <a:ext cx="360" cy="59760"/>
            </p14:xfrm>
          </p:contentPart>
        </mc:Choice>
        <mc:Fallback>
          <p:pic>
            <p:nvPicPr>
              <p:cNvPr id="150" name="Håndskrift 149">
                <a:extLst>
                  <a:ext uri="{FF2B5EF4-FFF2-40B4-BE49-F238E27FC236}">
                    <a16:creationId xmlns:a16="http://schemas.microsoft.com/office/drawing/2014/main" id="{C2F4FC0E-FAA5-F60C-7516-2A2E6FA0AFA3}"/>
                  </a:ext>
                </a:extLst>
              </p:cNvPr>
              <p:cNvPicPr/>
              <p:nvPr/>
            </p:nvPicPr>
            <p:blipFill>
              <a:blip r:embed="rId74"/>
              <a:stretch>
                <a:fillRect/>
              </a:stretch>
            </p:blipFill>
            <p:spPr>
              <a:xfrm>
                <a:off x="10313434" y="1761617"/>
                <a:ext cx="126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76" name="Håndskrift 75">
                <a:extLst>
                  <a:ext uri="{FF2B5EF4-FFF2-40B4-BE49-F238E27FC236}">
                    <a16:creationId xmlns:a16="http://schemas.microsoft.com/office/drawing/2014/main" id="{4A68ADAA-DE63-1256-9897-68254504463D}"/>
                  </a:ext>
                </a:extLst>
              </p14:cNvPr>
              <p14:cNvContentPartPr/>
              <p14:nvPr/>
            </p14:nvContentPartPr>
            <p14:xfrm>
              <a:off x="7419394" y="2169857"/>
              <a:ext cx="360" cy="59760"/>
            </p14:xfrm>
          </p:contentPart>
        </mc:Choice>
        <mc:Fallback xmlns="">
          <p:pic>
            <p:nvPicPr>
              <p:cNvPr id="76" name="Håndskrift 75">
                <a:extLst>
                  <a:ext uri="{FF2B5EF4-FFF2-40B4-BE49-F238E27FC236}">
                    <a16:creationId xmlns:a16="http://schemas.microsoft.com/office/drawing/2014/main" id="{4A68ADAA-DE63-1256-9897-68254504463D}"/>
                  </a:ext>
                </a:extLst>
              </p:cNvPr>
              <p:cNvPicPr/>
              <p:nvPr/>
            </p:nvPicPr>
            <p:blipFill>
              <a:blip r:embed="rId63"/>
              <a:stretch>
                <a:fillRect/>
              </a:stretch>
            </p:blipFill>
            <p:spPr>
              <a:xfrm>
                <a:off x="7413274" y="2163737"/>
                <a:ext cx="12600" cy="72000"/>
              </a:xfrm>
              <a:prstGeom prst="rect">
                <a:avLst/>
              </a:prstGeom>
            </p:spPr>
          </p:pic>
        </mc:Fallback>
      </mc:AlternateContent>
      <p:grpSp>
        <p:nvGrpSpPr>
          <p:cNvPr id="166" name="Gruppe 165">
            <a:extLst>
              <a:ext uri="{FF2B5EF4-FFF2-40B4-BE49-F238E27FC236}">
                <a16:creationId xmlns:a16="http://schemas.microsoft.com/office/drawing/2014/main" id="{1D384542-9185-3332-A244-CD10D570809C}"/>
              </a:ext>
            </a:extLst>
          </p:cNvPr>
          <p:cNvGrpSpPr/>
          <p:nvPr/>
        </p:nvGrpSpPr>
        <p:grpSpPr>
          <a:xfrm>
            <a:off x="7820074" y="2939897"/>
            <a:ext cx="766800" cy="56520"/>
            <a:chOff x="7820074" y="2939897"/>
            <a:chExt cx="766800" cy="56520"/>
          </a:xfrm>
        </p:grpSpPr>
        <mc:AlternateContent xmlns:mc="http://schemas.openxmlformats.org/markup-compatibility/2006" xmlns:p14="http://schemas.microsoft.com/office/powerpoint/2010/main">
          <mc:Choice Requires="p14">
            <p:contentPart p14:bwMode="auto" r:id="rId76">
              <p14:nvContentPartPr>
                <p14:cNvPr id="92" name="Håndskrift 91">
                  <a:extLst>
                    <a:ext uri="{FF2B5EF4-FFF2-40B4-BE49-F238E27FC236}">
                      <a16:creationId xmlns:a16="http://schemas.microsoft.com/office/drawing/2014/main" id="{7421DA8C-87D2-66E9-1B15-896F5F94B356}"/>
                    </a:ext>
                  </a:extLst>
                </p14:cNvPr>
                <p14:cNvContentPartPr/>
                <p14:nvPr/>
              </p14:nvContentPartPr>
              <p14:xfrm>
                <a:off x="8585074" y="2939897"/>
                <a:ext cx="1800" cy="3960"/>
              </p14:xfrm>
            </p:contentPart>
          </mc:Choice>
          <mc:Fallback xmlns="">
            <p:pic>
              <p:nvPicPr>
                <p:cNvPr id="92" name="Håndskrift 91">
                  <a:extLst>
                    <a:ext uri="{FF2B5EF4-FFF2-40B4-BE49-F238E27FC236}">
                      <a16:creationId xmlns:a16="http://schemas.microsoft.com/office/drawing/2014/main" id="{7421DA8C-87D2-66E9-1B15-896F5F94B356}"/>
                    </a:ext>
                  </a:extLst>
                </p:cNvPr>
                <p:cNvPicPr/>
                <p:nvPr/>
              </p:nvPicPr>
              <p:blipFill>
                <a:blip r:embed="rId124"/>
                <a:stretch>
                  <a:fillRect/>
                </a:stretch>
              </p:blipFill>
              <p:spPr>
                <a:xfrm>
                  <a:off x="8578954" y="2933777"/>
                  <a:ext cx="14040" cy="162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65" name="Håndskrift 164">
                  <a:extLst>
                    <a:ext uri="{FF2B5EF4-FFF2-40B4-BE49-F238E27FC236}">
                      <a16:creationId xmlns:a16="http://schemas.microsoft.com/office/drawing/2014/main" id="{0EE546CD-DC69-7DAF-8760-BEAB623F705F}"/>
                    </a:ext>
                  </a:extLst>
                </p14:cNvPr>
                <p14:cNvContentPartPr/>
                <p14:nvPr/>
              </p14:nvContentPartPr>
              <p14:xfrm>
                <a:off x="7820074" y="2943497"/>
                <a:ext cx="757080" cy="52920"/>
              </p14:xfrm>
            </p:contentPart>
          </mc:Choice>
          <mc:Fallback xmlns="">
            <p:pic>
              <p:nvPicPr>
                <p:cNvPr id="165" name="Håndskrift 164">
                  <a:extLst>
                    <a:ext uri="{FF2B5EF4-FFF2-40B4-BE49-F238E27FC236}">
                      <a16:creationId xmlns:a16="http://schemas.microsoft.com/office/drawing/2014/main" id="{0EE546CD-DC69-7DAF-8760-BEAB623F705F}"/>
                    </a:ext>
                  </a:extLst>
                </p:cNvPr>
                <p:cNvPicPr/>
                <p:nvPr/>
              </p:nvPicPr>
              <p:blipFill>
                <a:blip r:embed="rId133"/>
                <a:stretch>
                  <a:fillRect/>
                </a:stretch>
              </p:blipFill>
              <p:spPr>
                <a:xfrm>
                  <a:off x="7813954" y="2937377"/>
                  <a:ext cx="769320" cy="65160"/>
                </a:xfrm>
                <a:prstGeom prst="rect">
                  <a:avLst/>
                </a:prstGeom>
              </p:spPr>
            </p:pic>
          </mc:Fallback>
        </mc:AlternateContent>
      </p:grpSp>
      <p:sp>
        <p:nvSpPr>
          <p:cNvPr id="168" name="Tekstfelt 167">
            <a:extLst>
              <a:ext uri="{FF2B5EF4-FFF2-40B4-BE49-F238E27FC236}">
                <a16:creationId xmlns:a16="http://schemas.microsoft.com/office/drawing/2014/main" id="{EF9050DE-1C0A-623C-2970-14FBCC14F5EF}"/>
              </a:ext>
            </a:extLst>
          </p:cNvPr>
          <p:cNvSpPr txBox="1"/>
          <p:nvPr/>
        </p:nvSpPr>
        <p:spPr>
          <a:xfrm>
            <a:off x="6078582" y="3875314"/>
            <a:ext cx="5834743" cy="1200329"/>
          </a:xfrm>
          <a:prstGeom prst="rect">
            <a:avLst/>
          </a:prstGeom>
          <a:noFill/>
        </p:spPr>
        <p:txBody>
          <a:bodyPr wrap="square" rtlCol="0">
            <a:spAutoFit/>
          </a:bodyPr>
          <a:lstStyle/>
          <a:p>
            <a:r>
              <a:rPr lang="en-US" noProof="0" dirty="0"/>
              <a:t>Because we relax the trial configuration before applying acceptance criterion, the Metropolis Monte Carlo no longer jumps in between the extremes (</a:t>
            </a:r>
            <a:r>
              <a:rPr lang="en-US" noProof="0" dirty="0">
                <a:solidFill>
                  <a:schemeClr val="accent1"/>
                </a:solidFill>
              </a:rPr>
              <a:t>blue</a:t>
            </a:r>
            <a:r>
              <a:rPr lang="en-US" noProof="0" dirty="0"/>
              <a:t>) but simplifies the basins to distinct energy levels (</a:t>
            </a:r>
            <a:r>
              <a:rPr lang="en-US" noProof="0" dirty="0">
                <a:solidFill>
                  <a:srgbClr val="C00000"/>
                </a:solidFill>
              </a:rPr>
              <a:t>red</a:t>
            </a:r>
            <a:r>
              <a:rPr lang="en-US" noProof="0" dirty="0"/>
              <a:t>)</a:t>
            </a:r>
          </a:p>
        </p:txBody>
      </p:sp>
      <mc:AlternateContent xmlns:mc="http://schemas.openxmlformats.org/markup-compatibility/2006" xmlns:p14="http://schemas.microsoft.com/office/powerpoint/2010/main">
        <mc:Choice Requires="p14">
          <p:contentPart p14:bwMode="auto" r:id="rId134">
            <p14:nvContentPartPr>
              <p14:cNvPr id="174" name="Håndskrift 173">
                <a:extLst>
                  <a:ext uri="{FF2B5EF4-FFF2-40B4-BE49-F238E27FC236}">
                    <a16:creationId xmlns:a16="http://schemas.microsoft.com/office/drawing/2014/main" id="{C8A18292-15FE-4CF4-A88D-51A433BCBA46}"/>
                  </a:ext>
                </a:extLst>
              </p14:cNvPr>
              <p14:cNvContentPartPr/>
              <p14:nvPr/>
            </p14:nvContentPartPr>
            <p14:xfrm>
              <a:off x="8360074" y="2368577"/>
              <a:ext cx="360" cy="360"/>
            </p14:xfrm>
          </p:contentPart>
        </mc:Choice>
        <mc:Fallback xmlns="">
          <p:pic>
            <p:nvPicPr>
              <p:cNvPr id="174" name="Håndskrift 173">
                <a:extLst>
                  <a:ext uri="{FF2B5EF4-FFF2-40B4-BE49-F238E27FC236}">
                    <a16:creationId xmlns:a16="http://schemas.microsoft.com/office/drawing/2014/main" id="{C8A18292-15FE-4CF4-A88D-51A433BCBA46}"/>
                  </a:ext>
                </a:extLst>
              </p:cNvPr>
              <p:cNvPicPr/>
              <p:nvPr/>
            </p:nvPicPr>
            <p:blipFill>
              <a:blip r:embed="rId137"/>
              <a:stretch>
                <a:fillRect/>
              </a:stretch>
            </p:blipFill>
            <p:spPr>
              <a:xfrm>
                <a:off x="8324074" y="2332577"/>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77" name="Håndskrift 176">
                <a:extLst>
                  <a:ext uri="{FF2B5EF4-FFF2-40B4-BE49-F238E27FC236}">
                    <a16:creationId xmlns:a16="http://schemas.microsoft.com/office/drawing/2014/main" id="{931749CD-C5E9-0041-3E39-BA8CA51A35E8}"/>
                  </a:ext>
                </a:extLst>
              </p14:cNvPr>
              <p14:cNvContentPartPr/>
              <p14:nvPr/>
            </p14:nvContentPartPr>
            <p14:xfrm>
              <a:off x="8158834" y="2464337"/>
              <a:ext cx="183960" cy="466920"/>
            </p14:xfrm>
          </p:contentPart>
        </mc:Choice>
        <mc:Fallback xmlns="">
          <p:pic>
            <p:nvPicPr>
              <p:cNvPr id="177" name="Håndskrift 176">
                <a:extLst>
                  <a:ext uri="{FF2B5EF4-FFF2-40B4-BE49-F238E27FC236}">
                    <a16:creationId xmlns:a16="http://schemas.microsoft.com/office/drawing/2014/main" id="{931749CD-C5E9-0041-3E39-BA8CA51A35E8}"/>
                  </a:ext>
                </a:extLst>
              </p:cNvPr>
              <p:cNvPicPr/>
              <p:nvPr/>
            </p:nvPicPr>
            <p:blipFill>
              <a:blip r:embed="rId139"/>
              <a:stretch>
                <a:fillRect/>
              </a:stretch>
            </p:blipFill>
            <p:spPr>
              <a:xfrm>
                <a:off x="8154514" y="2460017"/>
                <a:ext cx="192600" cy="475560"/>
              </a:xfrm>
              <a:prstGeom prst="rect">
                <a:avLst/>
              </a:prstGeom>
            </p:spPr>
          </p:pic>
        </mc:Fallback>
      </mc:AlternateContent>
      <p:grpSp>
        <p:nvGrpSpPr>
          <p:cNvPr id="182" name="Gruppe 181">
            <a:extLst>
              <a:ext uri="{FF2B5EF4-FFF2-40B4-BE49-F238E27FC236}">
                <a16:creationId xmlns:a16="http://schemas.microsoft.com/office/drawing/2014/main" id="{ACDF72F1-38DC-F966-3D5C-F56A7A059973}"/>
              </a:ext>
            </a:extLst>
          </p:cNvPr>
          <p:cNvGrpSpPr/>
          <p:nvPr/>
        </p:nvGrpSpPr>
        <p:grpSpPr>
          <a:xfrm>
            <a:off x="8212114" y="2142137"/>
            <a:ext cx="131040" cy="192960"/>
            <a:chOff x="8212114" y="2142137"/>
            <a:chExt cx="131040" cy="192960"/>
          </a:xfrm>
        </p:grpSpPr>
        <mc:AlternateContent xmlns:mc="http://schemas.openxmlformats.org/markup-compatibility/2006" xmlns:p14="http://schemas.microsoft.com/office/powerpoint/2010/main">
          <mc:Choice Requires="p14">
            <p:contentPart p14:bwMode="auto" r:id="rId140">
              <p14:nvContentPartPr>
                <p14:cNvPr id="180" name="Håndskrift 179">
                  <a:extLst>
                    <a:ext uri="{FF2B5EF4-FFF2-40B4-BE49-F238E27FC236}">
                      <a16:creationId xmlns:a16="http://schemas.microsoft.com/office/drawing/2014/main" id="{468D0B23-0B96-32E5-C089-A9F763433A53}"/>
                    </a:ext>
                  </a:extLst>
                </p14:cNvPr>
                <p14:cNvContentPartPr/>
                <p14:nvPr/>
              </p14:nvContentPartPr>
              <p14:xfrm>
                <a:off x="8212114" y="2229257"/>
                <a:ext cx="69120" cy="105840"/>
              </p14:xfrm>
            </p:contentPart>
          </mc:Choice>
          <mc:Fallback xmlns="">
            <p:pic>
              <p:nvPicPr>
                <p:cNvPr id="180" name="Håndskrift 179">
                  <a:extLst>
                    <a:ext uri="{FF2B5EF4-FFF2-40B4-BE49-F238E27FC236}">
                      <a16:creationId xmlns:a16="http://schemas.microsoft.com/office/drawing/2014/main" id="{468D0B23-0B96-32E5-C089-A9F763433A53}"/>
                    </a:ext>
                  </a:extLst>
                </p:cNvPr>
                <p:cNvPicPr/>
                <p:nvPr/>
              </p:nvPicPr>
              <p:blipFill>
                <a:blip r:embed="rId141"/>
                <a:stretch>
                  <a:fillRect/>
                </a:stretch>
              </p:blipFill>
              <p:spPr>
                <a:xfrm>
                  <a:off x="8207794" y="2224937"/>
                  <a:ext cx="7776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81" name="Håndskrift 180">
                  <a:extLst>
                    <a:ext uri="{FF2B5EF4-FFF2-40B4-BE49-F238E27FC236}">
                      <a16:creationId xmlns:a16="http://schemas.microsoft.com/office/drawing/2014/main" id="{0ED7C0DA-C347-5553-F111-04E2E6473058}"/>
                    </a:ext>
                  </a:extLst>
                </p14:cNvPr>
                <p14:cNvContentPartPr/>
                <p14:nvPr/>
              </p14:nvContentPartPr>
              <p14:xfrm>
                <a:off x="8310754" y="2142137"/>
                <a:ext cx="32400" cy="54720"/>
              </p14:xfrm>
            </p:contentPart>
          </mc:Choice>
          <mc:Fallback xmlns="">
            <p:pic>
              <p:nvPicPr>
                <p:cNvPr id="181" name="Håndskrift 180">
                  <a:extLst>
                    <a:ext uri="{FF2B5EF4-FFF2-40B4-BE49-F238E27FC236}">
                      <a16:creationId xmlns:a16="http://schemas.microsoft.com/office/drawing/2014/main" id="{0ED7C0DA-C347-5553-F111-04E2E6473058}"/>
                    </a:ext>
                  </a:extLst>
                </p:cNvPr>
                <p:cNvPicPr/>
                <p:nvPr/>
              </p:nvPicPr>
              <p:blipFill>
                <a:blip r:embed="rId143"/>
                <a:stretch>
                  <a:fillRect/>
                </a:stretch>
              </p:blipFill>
              <p:spPr>
                <a:xfrm>
                  <a:off x="8306434" y="2137817"/>
                  <a:ext cx="41040" cy="63360"/>
                </a:xfrm>
                <a:prstGeom prst="rect">
                  <a:avLst/>
                </a:prstGeom>
              </p:spPr>
            </p:pic>
          </mc:Fallback>
        </mc:AlternateContent>
      </p:grpSp>
      <p:grpSp>
        <p:nvGrpSpPr>
          <p:cNvPr id="186" name="Gruppe 185">
            <a:extLst>
              <a:ext uri="{FF2B5EF4-FFF2-40B4-BE49-F238E27FC236}">
                <a16:creationId xmlns:a16="http://schemas.microsoft.com/office/drawing/2014/main" id="{74D1F0C9-5F49-8DA6-9BBE-69147E4E4911}"/>
              </a:ext>
            </a:extLst>
          </p:cNvPr>
          <p:cNvGrpSpPr/>
          <p:nvPr/>
        </p:nvGrpSpPr>
        <p:grpSpPr>
          <a:xfrm>
            <a:off x="8037874" y="3031337"/>
            <a:ext cx="183240" cy="126720"/>
            <a:chOff x="8037874" y="3031337"/>
            <a:chExt cx="183240" cy="126720"/>
          </a:xfrm>
        </p:grpSpPr>
        <mc:AlternateContent xmlns:mc="http://schemas.openxmlformats.org/markup-compatibility/2006" xmlns:p14="http://schemas.microsoft.com/office/powerpoint/2010/main">
          <mc:Choice Requires="p14">
            <p:contentPart p14:bwMode="auto" r:id="rId144">
              <p14:nvContentPartPr>
                <p14:cNvPr id="183" name="Håndskrift 182">
                  <a:extLst>
                    <a:ext uri="{FF2B5EF4-FFF2-40B4-BE49-F238E27FC236}">
                      <a16:creationId xmlns:a16="http://schemas.microsoft.com/office/drawing/2014/main" id="{43EA862C-8743-7696-7735-DDA7D135EE7E}"/>
                    </a:ext>
                  </a:extLst>
                </p14:cNvPr>
                <p14:cNvContentPartPr/>
                <p14:nvPr/>
              </p14:nvContentPartPr>
              <p14:xfrm>
                <a:off x="8055154" y="3062657"/>
                <a:ext cx="98640" cy="95400"/>
              </p14:xfrm>
            </p:contentPart>
          </mc:Choice>
          <mc:Fallback xmlns="">
            <p:pic>
              <p:nvPicPr>
                <p:cNvPr id="183" name="Håndskrift 182">
                  <a:extLst>
                    <a:ext uri="{FF2B5EF4-FFF2-40B4-BE49-F238E27FC236}">
                      <a16:creationId xmlns:a16="http://schemas.microsoft.com/office/drawing/2014/main" id="{43EA862C-8743-7696-7735-DDA7D135EE7E}"/>
                    </a:ext>
                  </a:extLst>
                </p:cNvPr>
                <p:cNvPicPr/>
                <p:nvPr/>
              </p:nvPicPr>
              <p:blipFill>
                <a:blip r:embed="rId145"/>
                <a:stretch>
                  <a:fillRect/>
                </a:stretch>
              </p:blipFill>
              <p:spPr>
                <a:xfrm>
                  <a:off x="8050834" y="3058337"/>
                  <a:ext cx="10728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84" name="Håndskrift 183">
                  <a:extLst>
                    <a:ext uri="{FF2B5EF4-FFF2-40B4-BE49-F238E27FC236}">
                      <a16:creationId xmlns:a16="http://schemas.microsoft.com/office/drawing/2014/main" id="{F64AE826-1F52-A964-9438-7E79144F9D85}"/>
                    </a:ext>
                  </a:extLst>
                </p14:cNvPr>
                <p14:cNvContentPartPr/>
                <p14:nvPr/>
              </p14:nvContentPartPr>
              <p14:xfrm>
                <a:off x="8191234" y="3039257"/>
                <a:ext cx="29880" cy="65880"/>
              </p14:xfrm>
            </p:contentPart>
          </mc:Choice>
          <mc:Fallback xmlns="">
            <p:pic>
              <p:nvPicPr>
                <p:cNvPr id="184" name="Håndskrift 183">
                  <a:extLst>
                    <a:ext uri="{FF2B5EF4-FFF2-40B4-BE49-F238E27FC236}">
                      <a16:creationId xmlns:a16="http://schemas.microsoft.com/office/drawing/2014/main" id="{F64AE826-1F52-A964-9438-7E79144F9D85}"/>
                    </a:ext>
                  </a:extLst>
                </p:cNvPr>
                <p:cNvPicPr/>
                <p:nvPr/>
              </p:nvPicPr>
              <p:blipFill>
                <a:blip r:embed="rId147"/>
                <a:stretch>
                  <a:fillRect/>
                </a:stretch>
              </p:blipFill>
              <p:spPr>
                <a:xfrm>
                  <a:off x="8186914" y="3034937"/>
                  <a:ext cx="3852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85" name="Håndskrift 184">
                  <a:extLst>
                    <a:ext uri="{FF2B5EF4-FFF2-40B4-BE49-F238E27FC236}">
                      <a16:creationId xmlns:a16="http://schemas.microsoft.com/office/drawing/2014/main" id="{24A5239C-9FF3-4F3C-8693-C5064721F2CA}"/>
                    </a:ext>
                  </a:extLst>
                </p14:cNvPr>
                <p14:cNvContentPartPr/>
                <p14:nvPr/>
              </p14:nvContentPartPr>
              <p14:xfrm>
                <a:off x="8037874" y="3031337"/>
                <a:ext cx="131400" cy="15480"/>
              </p14:xfrm>
            </p:contentPart>
          </mc:Choice>
          <mc:Fallback xmlns="">
            <p:pic>
              <p:nvPicPr>
                <p:cNvPr id="185" name="Håndskrift 184">
                  <a:extLst>
                    <a:ext uri="{FF2B5EF4-FFF2-40B4-BE49-F238E27FC236}">
                      <a16:creationId xmlns:a16="http://schemas.microsoft.com/office/drawing/2014/main" id="{24A5239C-9FF3-4F3C-8693-C5064721F2CA}"/>
                    </a:ext>
                  </a:extLst>
                </p:cNvPr>
                <p:cNvPicPr/>
                <p:nvPr/>
              </p:nvPicPr>
              <p:blipFill>
                <a:blip r:embed="rId149"/>
                <a:stretch>
                  <a:fillRect/>
                </a:stretch>
              </p:blipFill>
              <p:spPr>
                <a:xfrm>
                  <a:off x="8033554" y="3027017"/>
                  <a:ext cx="140040" cy="241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50">
            <p14:nvContentPartPr>
              <p14:cNvPr id="12" name="Håndskrift 11">
                <a:extLst>
                  <a:ext uri="{FF2B5EF4-FFF2-40B4-BE49-F238E27FC236}">
                    <a16:creationId xmlns:a16="http://schemas.microsoft.com/office/drawing/2014/main" id="{49DC1F83-7518-111F-7B53-A360B35CF4B5}"/>
                  </a:ext>
                </a:extLst>
              </p14:cNvPr>
              <p14:cNvContentPartPr/>
              <p14:nvPr/>
            </p14:nvContentPartPr>
            <p14:xfrm>
              <a:off x="8901606" y="1925361"/>
              <a:ext cx="987840" cy="720"/>
            </p14:xfrm>
          </p:contentPart>
        </mc:Choice>
        <mc:Fallback>
          <p:pic>
            <p:nvPicPr>
              <p:cNvPr id="12" name="Håndskrift 11">
                <a:extLst>
                  <a:ext uri="{FF2B5EF4-FFF2-40B4-BE49-F238E27FC236}">
                    <a16:creationId xmlns:a16="http://schemas.microsoft.com/office/drawing/2014/main" id="{49DC1F83-7518-111F-7B53-A360B35CF4B5}"/>
                  </a:ext>
                </a:extLst>
              </p:cNvPr>
              <p:cNvPicPr/>
              <p:nvPr/>
            </p:nvPicPr>
            <p:blipFill>
              <a:blip r:embed="rId151"/>
              <a:stretch>
                <a:fillRect/>
              </a:stretch>
            </p:blipFill>
            <p:spPr>
              <a:xfrm>
                <a:off x="8895486" y="1913121"/>
                <a:ext cx="1000080" cy="25200"/>
              </a:xfrm>
              <a:prstGeom prst="rect">
                <a:avLst/>
              </a:prstGeom>
            </p:spPr>
          </p:pic>
        </mc:Fallback>
      </mc:AlternateContent>
      <p:grpSp>
        <p:nvGrpSpPr>
          <p:cNvPr id="19" name="Gruppe 18">
            <a:extLst>
              <a:ext uri="{FF2B5EF4-FFF2-40B4-BE49-F238E27FC236}">
                <a16:creationId xmlns:a16="http://schemas.microsoft.com/office/drawing/2014/main" id="{D132E76A-AF8F-C486-EEF2-741D64FA28DE}"/>
              </a:ext>
            </a:extLst>
          </p:cNvPr>
          <p:cNvGrpSpPr/>
          <p:nvPr/>
        </p:nvGrpSpPr>
        <p:grpSpPr>
          <a:xfrm>
            <a:off x="8810886" y="2578761"/>
            <a:ext cx="19080" cy="188640"/>
            <a:chOff x="8810886" y="2578761"/>
            <a:chExt cx="19080" cy="188640"/>
          </a:xfrm>
        </p:grpSpPr>
        <mc:AlternateContent xmlns:mc="http://schemas.openxmlformats.org/markup-compatibility/2006">
          <mc:Choice xmlns:p14="http://schemas.microsoft.com/office/powerpoint/2010/main" Requires="p14">
            <p:contentPart p14:bwMode="auto" r:id="rId152">
              <p14:nvContentPartPr>
                <p14:cNvPr id="16" name="Håndskrift 15">
                  <a:extLst>
                    <a:ext uri="{FF2B5EF4-FFF2-40B4-BE49-F238E27FC236}">
                      <a16:creationId xmlns:a16="http://schemas.microsoft.com/office/drawing/2014/main" id="{2A0AD608-7666-CEE8-56BF-13A85C793C63}"/>
                    </a:ext>
                  </a:extLst>
                </p14:cNvPr>
                <p14:cNvContentPartPr/>
                <p14:nvPr/>
              </p14:nvContentPartPr>
              <p14:xfrm>
                <a:off x="8810886" y="2726721"/>
                <a:ext cx="19080" cy="40680"/>
              </p14:xfrm>
            </p:contentPart>
          </mc:Choice>
          <mc:Fallback>
            <p:pic>
              <p:nvPicPr>
                <p:cNvPr id="16" name="Håndskrift 15">
                  <a:extLst>
                    <a:ext uri="{FF2B5EF4-FFF2-40B4-BE49-F238E27FC236}">
                      <a16:creationId xmlns:a16="http://schemas.microsoft.com/office/drawing/2014/main" id="{2A0AD608-7666-CEE8-56BF-13A85C793C63}"/>
                    </a:ext>
                  </a:extLst>
                </p:cNvPr>
                <p:cNvPicPr/>
                <p:nvPr/>
              </p:nvPicPr>
              <p:blipFill>
                <a:blip r:embed="rId153"/>
                <a:stretch>
                  <a:fillRect/>
                </a:stretch>
              </p:blipFill>
              <p:spPr>
                <a:xfrm>
                  <a:off x="8804766" y="2720601"/>
                  <a:ext cx="3132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7" name="Håndskrift 16">
                  <a:extLst>
                    <a:ext uri="{FF2B5EF4-FFF2-40B4-BE49-F238E27FC236}">
                      <a16:creationId xmlns:a16="http://schemas.microsoft.com/office/drawing/2014/main" id="{4700B987-C471-F090-4348-2A59E9595688}"/>
                    </a:ext>
                  </a:extLst>
                </p14:cNvPr>
                <p14:cNvContentPartPr/>
                <p14:nvPr/>
              </p14:nvContentPartPr>
              <p14:xfrm>
                <a:off x="8816646" y="2578761"/>
                <a:ext cx="360" cy="97920"/>
              </p14:xfrm>
            </p:contentPart>
          </mc:Choice>
          <mc:Fallback>
            <p:pic>
              <p:nvPicPr>
                <p:cNvPr id="17" name="Håndskrift 16">
                  <a:extLst>
                    <a:ext uri="{FF2B5EF4-FFF2-40B4-BE49-F238E27FC236}">
                      <a16:creationId xmlns:a16="http://schemas.microsoft.com/office/drawing/2014/main" id="{4700B987-C471-F090-4348-2A59E9595688}"/>
                    </a:ext>
                  </a:extLst>
                </p:cNvPr>
                <p:cNvPicPr/>
                <p:nvPr/>
              </p:nvPicPr>
              <p:blipFill>
                <a:blip r:embed="rId155"/>
                <a:stretch>
                  <a:fillRect/>
                </a:stretch>
              </p:blipFill>
              <p:spPr>
                <a:xfrm>
                  <a:off x="8810526" y="2572641"/>
                  <a:ext cx="12600" cy="1101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56">
            <p14:nvContentPartPr>
              <p14:cNvPr id="18" name="Håndskrift 17">
                <a:extLst>
                  <a:ext uri="{FF2B5EF4-FFF2-40B4-BE49-F238E27FC236}">
                    <a16:creationId xmlns:a16="http://schemas.microsoft.com/office/drawing/2014/main" id="{1D61D7F8-8BDB-2ADB-A3E8-D3A909AC4943}"/>
                  </a:ext>
                </a:extLst>
              </p14:cNvPr>
              <p14:cNvContentPartPr/>
              <p14:nvPr/>
            </p14:nvContentPartPr>
            <p14:xfrm>
              <a:off x="8815926" y="2386161"/>
              <a:ext cx="14040" cy="120960"/>
            </p14:xfrm>
          </p:contentPart>
        </mc:Choice>
        <mc:Fallback>
          <p:pic>
            <p:nvPicPr>
              <p:cNvPr id="18" name="Håndskrift 17">
                <a:extLst>
                  <a:ext uri="{FF2B5EF4-FFF2-40B4-BE49-F238E27FC236}">
                    <a16:creationId xmlns:a16="http://schemas.microsoft.com/office/drawing/2014/main" id="{1D61D7F8-8BDB-2ADB-A3E8-D3A909AC4943}"/>
                  </a:ext>
                </a:extLst>
              </p:cNvPr>
              <p:cNvPicPr/>
              <p:nvPr/>
            </p:nvPicPr>
            <p:blipFill>
              <a:blip r:embed="rId157"/>
              <a:stretch>
                <a:fillRect/>
              </a:stretch>
            </p:blipFill>
            <p:spPr>
              <a:xfrm>
                <a:off x="8809806" y="2380041"/>
                <a:ext cx="2628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20" name="Håndskrift 19">
                <a:extLst>
                  <a:ext uri="{FF2B5EF4-FFF2-40B4-BE49-F238E27FC236}">
                    <a16:creationId xmlns:a16="http://schemas.microsoft.com/office/drawing/2014/main" id="{C9261336-DEA3-1635-9EAE-7553BD1D70FF}"/>
                  </a:ext>
                </a:extLst>
              </p14:cNvPr>
              <p14:cNvContentPartPr/>
              <p14:nvPr/>
            </p14:nvContentPartPr>
            <p14:xfrm>
              <a:off x="8838606" y="2148921"/>
              <a:ext cx="2880" cy="146160"/>
            </p14:xfrm>
          </p:contentPart>
        </mc:Choice>
        <mc:Fallback>
          <p:pic>
            <p:nvPicPr>
              <p:cNvPr id="20" name="Håndskrift 19">
                <a:extLst>
                  <a:ext uri="{FF2B5EF4-FFF2-40B4-BE49-F238E27FC236}">
                    <a16:creationId xmlns:a16="http://schemas.microsoft.com/office/drawing/2014/main" id="{C9261336-DEA3-1635-9EAE-7553BD1D70FF}"/>
                  </a:ext>
                </a:extLst>
              </p:cNvPr>
              <p:cNvPicPr/>
              <p:nvPr/>
            </p:nvPicPr>
            <p:blipFill>
              <a:blip r:embed="rId159"/>
              <a:stretch>
                <a:fillRect/>
              </a:stretch>
            </p:blipFill>
            <p:spPr>
              <a:xfrm>
                <a:off x="8832486" y="2142801"/>
                <a:ext cx="1512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30" name="Håndskrift 29">
                <a:extLst>
                  <a:ext uri="{FF2B5EF4-FFF2-40B4-BE49-F238E27FC236}">
                    <a16:creationId xmlns:a16="http://schemas.microsoft.com/office/drawing/2014/main" id="{72D0BC70-D553-A830-447C-CF39FB39392F}"/>
                  </a:ext>
                </a:extLst>
              </p14:cNvPr>
              <p14:cNvContentPartPr/>
              <p14:nvPr/>
            </p14:nvContentPartPr>
            <p14:xfrm>
              <a:off x="8835006" y="1986201"/>
              <a:ext cx="33480" cy="121320"/>
            </p14:xfrm>
          </p:contentPart>
        </mc:Choice>
        <mc:Fallback>
          <p:pic>
            <p:nvPicPr>
              <p:cNvPr id="30" name="Håndskrift 29">
                <a:extLst>
                  <a:ext uri="{FF2B5EF4-FFF2-40B4-BE49-F238E27FC236}">
                    <a16:creationId xmlns:a16="http://schemas.microsoft.com/office/drawing/2014/main" id="{72D0BC70-D553-A830-447C-CF39FB39392F}"/>
                  </a:ext>
                </a:extLst>
              </p:cNvPr>
              <p:cNvPicPr/>
              <p:nvPr/>
            </p:nvPicPr>
            <p:blipFill>
              <a:blip r:embed="rId161"/>
              <a:stretch>
                <a:fillRect/>
              </a:stretch>
            </p:blipFill>
            <p:spPr>
              <a:xfrm>
                <a:off x="8828886" y="1980081"/>
                <a:ext cx="45720" cy="133560"/>
              </a:xfrm>
              <a:prstGeom prst="rect">
                <a:avLst/>
              </a:prstGeom>
            </p:spPr>
          </p:pic>
        </mc:Fallback>
      </mc:AlternateContent>
      <p:grpSp>
        <p:nvGrpSpPr>
          <p:cNvPr id="33" name="Gruppe 32">
            <a:extLst>
              <a:ext uri="{FF2B5EF4-FFF2-40B4-BE49-F238E27FC236}">
                <a16:creationId xmlns:a16="http://schemas.microsoft.com/office/drawing/2014/main" id="{B15DE9E3-510E-D286-F3D3-E03F7566E0BF}"/>
              </a:ext>
            </a:extLst>
          </p:cNvPr>
          <p:cNvGrpSpPr/>
          <p:nvPr/>
        </p:nvGrpSpPr>
        <p:grpSpPr>
          <a:xfrm>
            <a:off x="8562486" y="2882241"/>
            <a:ext cx="259560" cy="127440"/>
            <a:chOff x="8562486" y="2882241"/>
            <a:chExt cx="259560" cy="127440"/>
          </a:xfrm>
        </p:grpSpPr>
        <mc:AlternateContent xmlns:mc="http://schemas.openxmlformats.org/markup-compatibility/2006">
          <mc:Choice xmlns:p14="http://schemas.microsoft.com/office/powerpoint/2010/main" Requires="p14">
            <p:contentPart p14:bwMode="auto" r:id="rId162">
              <p14:nvContentPartPr>
                <p14:cNvPr id="13" name="Håndskrift 12">
                  <a:extLst>
                    <a:ext uri="{FF2B5EF4-FFF2-40B4-BE49-F238E27FC236}">
                      <a16:creationId xmlns:a16="http://schemas.microsoft.com/office/drawing/2014/main" id="{12D6FA60-0497-DF65-A91B-48F2A3BE99D9}"/>
                    </a:ext>
                  </a:extLst>
                </p14:cNvPr>
                <p14:cNvContentPartPr/>
                <p14:nvPr/>
              </p14:nvContentPartPr>
              <p14:xfrm>
                <a:off x="8562486" y="2997801"/>
                <a:ext cx="248760" cy="11880"/>
              </p14:xfrm>
            </p:contentPart>
          </mc:Choice>
          <mc:Fallback>
            <p:pic>
              <p:nvPicPr>
                <p:cNvPr id="13" name="Håndskrift 12">
                  <a:extLst>
                    <a:ext uri="{FF2B5EF4-FFF2-40B4-BE49-F238E27FC236}">
                      <a16:creationId xmlns:a16="http://schemas.microsoft.com/office/drawing/2014/main" id="{12D6FA60-0497-DF65-A91B-48F2A3BE99D9}"/>
                    </a:ext>
                  </a:extLst>
                </p:cNvPr>
                <p:cNvPicPr/>
                <p:nvPr/>
              </p:nvPicPr>
              <p:blipFill>
                <a:blip r:embed="rId163"/>
                <a:stretch>
                  <a:fillRect/>
                </a:stretch>
              </p:blipFill>
              <p:spPr>
                <a:xfrm>
                  <a:off x="8556366" y="2991681"/>
                  <a:ext cx="26100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4" name="Håndskrift 13">
                  <a:extLst>
                    <a:ext uri="{FF2B5EF4-FFF2-40B4-BE49-F238E27FC236}">
                      <a16:creationId xmlns:a16="http://schemas.microsoft.com/office/drawing/2014/main" id="{EEE22655-0393-5FDE-7680-3976822C0622}"/>
                    </a:ext>
                  </a:extLst>
                </p14:cNvPr>
                <p14:cNvContentPartPr/>
                <p14:nvPr/>
              </p14:nvContentPartPr>
              <p14:xfrm>
                <a:off x="8816646" y="2904561"/>
                <a:ext cx="360" cy="20520"/>
              </p14:xfrm>
            </p:contentPart>
          </mc:Choice>
          <mc:Fallback>
            <p:pic>
              <p:nvPicPr>
                <p:cNvPr id="14" name="Håndskrift 13">
                  <a:extLst>
                    <a:ext uri="{FF2B5EF4-FFF2-40B4-BE49-F238E27FC236}">
                      <a16:creationId xmlns:a16="http://schemas.microsoft.com/office/drawing/2014/main" id="{EEE22655-0393-5FDE-7680-3976822C0622}"/>
                    </a:ext>
                  </a:extLst>
                </p:cNvPr>
                <p:cNvPicPr/>
                <p:nvPr/>
              </p:nvPicPr>
              <p:blipFill>
                <a:blip r:embed="rId165"/>
                <a:stretch>
                  <a:fillRect/>
                </a:stretch>
              </p:blipFill>
              <p:spPr>
                <a:xfrm>
                  <a:off x="8810526" y="2898441"/>
                  <a:ext cx="1260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32" name="Håndskrift 31">
                  <a:extLst>
                    <a:ext uri="{FF2B5EF4-FFF2-40B4-BE49-F238E27FC236}">
                      <a16:creationId xmlns:a16="http://schemas.microsoft.com/office/drawing/2014/main" id="{7ED6E758-A9F4-BCDC-F015-4CA21AA19FDD}"/>
                    </a:ext>
                  </a:extLst>
                </p14:cNvPr>
                <p14:cNvContentPartPr/>
                <p14:nvPr/>
              </p14:nvContentPartPr>
              <p14:xfrm>
                <a:off x="8804766" y="2882241"/>
                <a:ext cx="17280" cy="92160"/>
              </p14:xfrm>
            </p:contentPart>
          </mc:Choice>
          <mc:Fallback>
            <p:pic>
              <p:nvPicPr>
                <p:cNvPr id="32" name="Håndskrift 31">
                  <a:extLst>
                    <a:ext uri="{FF2B5EF4-FFF2-40B4-BE49-F238E27FC236}">
                      <a16:creationId xmlns:a16="http://schemas.microsoft.com/office/drawing/2014/main" id="{7ED6E758-A9F4-BCDC-F015-4CA21AA19FDD}"/>
                    </a:ext>
                  </a:extLst>
                </p:cNvPr>
                <p:cNvPicPr/>
                <p:nvPr/>
              </p:nvPicPr>
              <p:blipFill>
                <a:blip r:embed="rId167"/>
                <a:stretch>
                  <a:fillRect/>
                </a:stretch>
              </p:blipFill>
              <p:spPr>
                <a:xfrm>
                  <a:off x="8798646" y="2876121"/>
                  <a:ext cx="29520" cy="104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68">
            <p14:nvContentPartPr>
              <p14:cNvPr id="34" name="Håndskrift 33">
                <a:extLst>
                  <a:ext uri="{FF2B5EF4-FFF2-40B4-BE49-F238E27FC236}">
                    <a16:creationId xmlns:a16="http://schemas.microsoft.com/office/drawing/2014/main" id="{150EF8C7-893E-FECF-4E47-C28E13322446}"/>
                  </a:ext>
                </a:extLst>
              </p14:cNvPr>
              <p14:cNvContentPartPr/>
              <p14:nvPr/>
            </p14:nvContentPartPr>
            <p14:xfrm>
              <a:off x="7666086" y="2959641"/>
              <a:ext cx="151200" cy="7920"/>
            </p14:xfrm>
          </p:contentPart>
        </mc:Choice>
        <mc:Fallback>
          <p:pic>
            <p:nvPicPr>
              <p:cNvPr id="34" name="Håndskrift 33">
                <a:extLst>
                  <a:ext uri="{FF2B5EF4-FFF2-40B4-BE49-F238E27FC236}">
                    <a16:creationId xmlns:a16="http://schemas.microsoft.com/office/drawing/2014/main" id="{150EF8C7-893E-FECF-4E47-C28E13322446}"/>
                  </a:ext>
                </a:extLst>
              </p:cNvPr>
              <p:cNvPicPr/>
              <p:nvPr/>
            </p:nvPicPr>
            <p:blipFill>
              <a:blip r:embed="rId169"/>
              <a:stretch>
                <a:fillRect/>
              </a:stretch>
            </p:blipFill>
            <p:spPr>
              <a:xfrm>
                <a:off x="7659966" y="2953521"/>
                <a:ext cx="163440" cy="2016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40" name="Håndskrift 39">
                <a:extLst>
                  <a:ext uri="{FF2B5EF4-FFF2-40B4-BE49-F238E27FC236}">
                    <a16:creationId xmlns:a16="http://schemas.microsoft.com/office/drawing/2014/main" id="{166E0D39-A128-71C8-C2E7-A62D809688C0}"/>
                  </a:ext>
                </a:extLst>
              </p14:cNvPr>
              <p14:cNvContentPartPr/>
              <p14:nvPr/>
            </p14:nvContentPartPr>
            <p14:xfrm>
              <a:off x="6564126" y="2482641"/>
              <a:ext cx="1054080" cy="42840"/>
            </p14:xfrm>
          </p:contentPart>
        </mc:Choice>
        <mc:Fallback>
          <p:pic>
            <p:nvPicPr>
              <p:cNvPr id="40" name="Håndskrift 39">
                <a:extLst>
                  <a:ext uri="{FF2B5EF4-FFF2-40B4-BE49-F238E27FC236}">
                    <a16:creationId xmlns:a16="http://schemas.microsoft.com/office/drawing/2014/main" id="{166E0D39-A128-71C8-C2E7-A62D809688C0}"/>
                  </a:ext>
                </a:extLst>
              </p:cNvPr>
              <p:cNvPicPr/>
              <p:nvPr/>
            </p:nvPicPr>
            <p:blipFill>
              <a:blip r:embed="rId171"/>
              <a:stretch>
                <a:fillRect/>
              </a:stretch>
            </p:blipFill>
            <p:spPr>
              <a:xfrm>
                <a:off x="6558006" y="2476521"/>
                <a:ext cx="1066320" cy="55080"/>
              </a:xfrm>
              <a:prstGeom prst="rect">
                <a:avLst/>
              </a:prstGeom>
            </p:spPr>
          </p:pic>
        </mc:Fallback>
      </mc:AlternateContent>
      <p:grpSp>
        <p:nvGrpSpPr>
          <p:cNvPr id="51" name="Gruppe 50">
            <a:extLst>
              <a:ext uri="{FF2B5EF4-FFF2-40B4-BE49-F238E27FC236}">
                <a16:creationId xmlns:a16="http://schemas.microsoft.com/office/drawing/2014/main" id="{F65ACC46-CFD4-5954-7BE1-5D10BC836F58}"/>
              </a:ext>
            </a:extLst>
          </p:cNvPr>
          <p:cNvGrpSpPr/>
          <p:nvPr/>
        </p:nvGrpSpPr>
        <p:grpSpPr>
          <a:xfrm>
            <a:off x="7617846" y="2525121"/>
            <a:ext cx="19080" cy="436320"/>
            <a:chOff x="7617846" y="2525121"/>
            <a:chExt cx="19080" cy="436320"/>
          </a:xfrm>
        </p:grpSpPr>
        <mc:AlternateContent xmlns:mc="http://schemas.openxmlformats.org/markup-compatibility/2006">
          <mc:Choice xmlns:p14="http://schemas.microsoft.com/office/powerpoint/2010/main" Requires="p14">
            <p:contentPart p14:bwMode="auto" r:id="rId172">
              <p14:nvContentPartPr>
                <p14:cNvPr id="41" name="Håndskrift 40">
                  <a:extLst>
                    <a:ext uri="{FF2B5EF4-FFF2-40B4-BE49-F238E27FC236}">
                      <a16:creationId xmlns:a16="http://schemas.microsoft.com/office/drawing/2014/main" id="{316FA20F-6A37-A56D-3F31-A5B6ECAD00BC}"/>
                    </a:ext>
                  </a:extLst>
                </p14:cNvPr>
                <p14:cNvContentPartPr/>
                <p14:nvPr/>
              </p14:nvContentPartPr>
              <p14:xfrm>
                <a:off x="7617846" y="2525121"/>
                <a:ext cx="360" cy="360"/>
              </p14:xfrm>
            </p:contentPart>
          </mc:Choice>
          <mc:Fallback>
            <p:pic>
              <p:nvPicPr>
                <p:cNvPr id="41" name="Håndskrift 40">
                  <a:extLst>
                    <a:ext uri="{FF2B5EF4-FFF2-40B4-BE49-F238E27FC236}">
                      <a16:creationId xmlns:a16="http://schemas.microsoft.com/office/drawing/2014/main" id="{316FA20F-6A37-A56D-3F31-A5B6ECAD00BC}"/>
                    </a:ext>
                  </a:extLst>
                </p:cNvPr>
                <p:cNvPicPr/>
                <p:nvPr/>
              </p:nvPicPr>
              <p:blipFill>
                <a:blip r:embed="rId173"/>
                <a:stretch>
                  <a:fillRect/>
                </a:stretch>
              </p:blipFill>
              <p:spPr>
                <a:xfrm>
                  <a:off x="7611726" y="2519001"/>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42" name="Håndskrift 41">
                  <a:extLst>
                    <a:ext uri="{FF2B5EF4-FFF2-40B4-BE49-F238E27FC236}">
                      <a16:creationId xmlns:a16="http://schemas.microsoft.com/office/drawing/2014/main" id="{E0332964-FBCA-4750-334F-E3EDFC31986B}"/>
                    </a:ext>
                  </a:extLst>
                </p14:cNvPr>
                <p14:cNvContentPartPr/>
                <p14:nvPr/>
              </p14:nvContentPartPr>
              <p14:xfrm>
                <a:off x="7617846" y="2525121"/>
                <a:ext cx="11520" cy="30600"/>
              </p14:xfrm>
            </p:contentPart>
          </mc:Choice>
          <mc:Fallback>
            <p:pic>
              <p:nvPicPr>
                <p:cNvPr id="42" name="Håndskrift 41">
                  <a:extLst>
                    <a:ext uri="{FF2B5EF4-FFF2-40B4-BE49-F238E27FC236}">
                      <a16:creationId xmlns:a16="http://schemas.microsoft.com/office/drawing/2014/main" id="{E0332964-FBCA-4750-334F-E3EDFC31986B}"/>
                    </a:ext>
                  </a:extLst>
                </p:cNvPr>
                <p:cNvPicPr/>
                <p:nvPr/>
              </p:nvPicPr>
              <p:blipFill>
                <a:blip r:embed="rId175"/>
                <a:stretch>
                  <a:fillRect/>
                </a:stretch>
              </p:blipFill>
              <p:spPr>
                <a:xfrm>
                  <a:off x="7611726" y="2519001"/>
                  <a:ext cx="23760" cy="4284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44" name="Håndskrift 43">
                  <a:extLst>
                    <a:ext uri="{FF2B5EF4-FFF2-40B4-BE49-F238E27FC236}">
                      <a16:creationId xmlns:a16="http://schemas.microsoft.com/office/drawing/2014/main" id="{6D8828D0-8A31-0A13-36D4-76643AC48813}"/>
                    </a:ext>
                  </a:extLst>
                </p14:cNvPr>
                <p14:cNvContentPartPr/>
                <p14:nvPr/>
              </p14:nvContentPartPr>
              <p14:xfrm>
                <a:off x="7623966" y="2591721"/>
                <a:ext cx="12960" cy="95400"/>
              </p14:xfrm>
            </p:contentPart>
          </mc:Choice>
          <mc:Fallback>
            <p:pic>
              <p:nvPicPr>
                <p:cNvPr id="44" name="Håndskrift 43">
                  <a:extLst>
                    <a:ext uri="{FF2B5EF4-FFF2-40B4-BE49-F238E27FC236}">
                      <a16:creationId xmlns:a16="http://schemas.microsoft.com/office/drawing/2014/main" id="{6D8828D0-8A31-0A13-36D4-76643AC48813}"/>
                    </a:ext>
                  </a:extLst>
                </p:cNvPr>
                <p:cNvPicPr/>
                <p:nvPr/>
              </p:nvPicPr>
              <p:blipFill>
                <a:blip r:embed="rId177"/>
                <a:stretch>
                  <a:fillRect/>
                </a:stretch>
              </p:blipFill>
              <p:spPr>
                <a:xfrm>
                  <a:off x="7617846" y="2585601"/>
                  <a:ext cx="25200" cy="10764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45" name="Håndskrift 44">
                  <a:extLst>
                    <a:ext uri="{FF2B5EF4-FFF2-40B4-BE49-F238E27FC236}">
                      <a16:creationId xmlns:a16="http://schemas.microsoft.com/office/drawing/2014/main" id="{D7F3D1F1-F41A-21A1-E2F1-2B4860370BB7}"/>
                    </a:ext>
                  </a:extLst>
                </p14:cNvPr>
                <p14:cNvContentPartPr/>
                <p14:nvPr/>
              </p14:nvContentPartPr>
              <p14:xfrm>
                <a:off x="7623966" y="2742921"/>
                <a:ext cx="360" cy="124560"/>
              </p14:xfrm>
            </p:contentPart>
          </mc:Choice>
          <mc:Fallback>
            <p:pic>
              <p:nvPicPr>
                <p:cNvPr id="45" name="Håndskrift 44">
                  <a:extLst>
                    <a:ext uri="{FF2B5EF4-FFF2-40B4-BE49-F238E27FC236}">
                      <a16:creationId xmlns:a16="http://schemas.microsoft.com/office/drawing/2014/main" id="{D7F3D1F1-F41A-21A1-E2F1-2B4860370BB7}"/>
                    </a:ext>
                  </a:extLst>
                </p:cNvPr>
                <p:cNvPicPr/>
                <p:nvPr/>
              </p:nvPicPr>
              <p:blipFill>
                <a:blip r:embed="rId179"/>
                <a:stretch>
                  <a:fillRect/>
                </a:stretch>
              </p:blipFill>
              <p:spPr>
                <a:xfrm>
                  <a:off x="7617846" y="2736801"/>
                  <a:ext cx="12600" cy="13680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47" name="Håndskrift 46">
                  <a:extLst>
                    <a:ext uri="{FF2B5EF4-FFF2-40B4-BE49-F238E27FC236}">
                      <a16:creationId xmlns:a16="http://schemas.microsoft.com/office/drawing/2014/main" id="{7D4E7CF1-083F-DC43-3D52-F950BCFD2DCE}"/>
                    </a:ext>
                  </a:extLst>
                </p14:cNvPr>
                <p14:cNvContentPartPr/>
                <p14:nvPr/>
              </p14:nvContentPartPr>
              <p14:xfrm>
                <a:off x="7630086" y="2888361"/>
                <a:ext cx="360" cy="360"/>
              </p14:xfrm>
            </p:contentPart>
          </mc:Choice>
          <mc:Fallback>
            <p:pic>
              <p:nvPicPr>
                <p:cNvPr id="47" name="Håndskrift 46">
                  <a:extLst>
                    <a:ext uri="{FF2B5EF4-FFF2-40B4-BE49-F238E27FC236}">
                      <a16:creationId xmlns:a16="http://schemas.microsoft.com/office/drawing/2014/main" id="{7D4E7CF1-083F-DC43-3D52-F950BCFD2DCE}"/>
                    </a:ext>
                  </a:extLst>
                </p:cNvPr>
                <p:cNvPicPr/>
                <p:nvPr/>
              </p:nvPicPr>
              <p:blipFill>
                <a:blip r:embed="rId173"/>
                <a:stretch>
                  <a:fillRect/>
                </a:stretch>
              </p:blipFill>
              <p:spPr>
                <a:xfrm>
                  <a:off x="7623966" y="2882241"/>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48" name="Håndskrift 47">
                  <a:extLst>
                    <a:ext uri="{FF2B5EF4-FFF2-40B4-BE49-F238E27FC236}">
                      <a16:creationId xmlns:a16="http://schemas.microsoft.com/office/drawing/2014/main" id="{84C3E737-4F84-BC3E-EF9A-207D8FABD5B5}"/>
                    </a:ext>
                  </a:extLst>
                </p14:cNvPr>
                <p14:cNvContentPartPr/>
                <p14:nvPr/>
              </p14:nvContentPartPr>
              <p14:xfrm>
                <a:off x="7630086" y="2888361"/>
                <a:ext cx="360" cy="360"/>
              </p14:xfrm>
            </p:contentPart>
          </mc:Choice>
          <mc:Fallback>
            <p:pic>
              <p:nvPicPr>
                <p:cNvPr id="48" name="Håndskrift 47">
                  <a:extLst>
                    <a:ext uri="{FF2B5EF4-FFF2-40B4-BE49-F238E27FC236}">
                      <a16:creationId xmlns:a16="http://schemas.microsoft.com/office/drawing/2014/main" id="{84C3E737-4F84-BC3E-EF9A-207D8FABD5B5}"/>
                    </a:ext>
                  </a:extLst>
                </p:cNvPr>
                <p:cNvPicPr/>
                <p:nvPr/>
              </p:nvPicPr>
              <p:blipFill>
                <a:blip r:embed="rId173"/>
                <a:stretch>
                  <a:fillRect/>
                </a:stretch>
              </p:blipFill>
              <p:spPr>
                <a:xfrm>
                  <a:off x="7623966" y="2882241"/>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50" name="Håndskrift 49">
                  <a:extLst>
                    <a:ext uri="{FF2B5EF4-FFF2-40B4-BE49-F238E27FC236}">
                      <a16:creationId xmlns:a16="http://schemas.microsoft.com/office/drawing/2014/main" id="{E0ECE80F-AF14-1E41-4DA1-FCB8B36859CC}"/>
                    </a:ext>
                  </a:extLst>
                </p14:cNvPr>
                <p14:cNvContentPartPr/>
                <p14:nvPr/>
              </p14:nvContentPartPr>
              <p14:xfrm>
                <a:off x="7630086" y="2896281"/>
                <a:ext cx="6840" cy="65160"/>
              </p14:xfrm>
            </p:contentPart>
          </mc:Choice>
          <mc:Fallback>
            <p:pic>
              <p:nvPicPr>
                <p:cNvPr id="50" name="Håndskrift 49">
                  <a:extLst>
                    <a:ext uri="{FF2B5EF4-FFF2-40B4-BE49-F238E27FC236}">
                      <a16:creationId xmlns:a16="http://schemas.microsoft.com/office/drawing/2014/main" id="{E0ECE80F-AF14-1E41-4DA1-FCB8B36859CC}"/>
                    </a:ext>
                  </a:extLst>
                </p:cNvPr>
                <p:cNvPicPr/>
                <p:nvPr/>
              </p:nvPicPr>
              <p:blipFill>
                <a:blip r:embed="rId183"/>
                <a:stretch>
                  <a:fillRect/>
                </a:stretch>
              </p:blipFill>
              <p:spPr>
                <a:xfrm>
                  <a:off x="7623966" y="2890161"/>
                  <a:ext cx="19080" cy="77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84">
            <p14:nvContentPartPr>
              <p14:cNvPr id="52" name="Håndskrift 51">
                <a:extLst>
                  <a:ext uri="{FF2B5EF4-FFF2-40B4-BE49-F238E27FC236}">
                    <a16:creationId xmlns:a16="http://schemas.microsoft.com/office/drawing/2014/main" id="{BAE059D9-5CD9-C14B-C006-3843343D2ACB}"/>
                  </a:ext>
                </a:extLst>
              </p14:cNvPr>
              <p14:cNvContentPartPr/>
              <p14:nvPr/>
            </p14:nvContentPartPr>
            <p14:xfrm>
              <a:off x="6552606" y="2549241"/>
              <a:ext cx="6480" cy="134280"/>
            </p14:xfrm>
          </p:contentPart>
        </mc:Choice>
        <mc:Fallback>
          <p:pic>
            <p:nvPicPr>
              <p:cNvPr id="52" name="Håndskrift 51">
                <a:extLst>
                  <a:ext uri="{FF2B5EF4-FFF2-40B4-BE49-F238E27FC236}">
                    <a16:creationId xmlns:a16="http://schemas.microsoft.com/office/drawing/2014/main" id="{BAE059D9-5CD9-C14B-C006-3843343D2ACB}"/>
                  </a:ext>
                </a:extLst>
              </p:cNvPr>
              <p:cNvPicPr/>
              <p:nvPr/>
            </p:nvPicPr>
            <p:blipFill>
              <a:blip r:embed="rId185"/>
              <a:stretch>
                <a:fillRect/>
              </a:stretch>
            </p:blipFill>
            <p:spPr>
              <a:xfrm>
                <a:off x="6546486" y="2543121"/>
                <a:ext cx="1872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53" name="Håndskrift 52">
                <a:extLst>
                  <a:ext uri="{FF2B5EF4-FFF2-40B4-BE49-F238E27FC236}">
                    <a16:creationId xmlns:a16="http://schemas.microsoft.com/office/drawing/2014/main" id="{62BFDAE1-003F-C162-DD5B-23EDBF4382B5}"/>
                  </a:ext>
                </a:extLst>
              </p14:cNvPr>
              <p14:cNvContentPartPr/>
              <p14:nvPr/>
            </p14:nvContentPartPr>
            <p14:xfrm>
              <a:off x="6558006" y="2755161"/>
              <a:ext cx="5040" cy="82080"/>
            </p14:xfrm>
          </p:contentPart>
        </mc:Choice>
        <mc:Fallback>
          <p:pic>
            <p:nvPicPr>
              <p:cNvPr id="53" name="Håndskrift 52">
                <a:extLst>
                  <a:ext uri="{FF2B5EF4-FFF2-40B4-BE49-F238E27FC236}">
                    <a16:creationId xmlns:a16="http://schemas.microsoft.com/office/drawing/2014/main" id="{62BFDAE1-003F-C162-DD5B-23EDBF4382B5}"/>
                  </a:ext>
                </a:extLst>
              </p:cNvPr>
              <p:cNvPicPr/>
              <p:nvPr/>
            </p:nvPicPr>
            <p:blipFill>
              <a:blip r:embed="rId187"/>
              <a:stretch>
                <a:fillRect/>
              </a:stretch>
            </p:blipFill>
            <p:spPr>
              <a:xfrm>
                <a:off x="6551886" y="2749041"/>
                <a:ext cx="17280" cy="9432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55" name="Håndskrift 54">
                <a:extLst>
                  <a:ext uri="{FF2B5EF4-FFF2-40B4-BE49-F238E27FC236}">
                    <a16:creationId xmlns:a16="http://schemas.microsoft.com/office/drawing/2014/main" id="{6B86CC9E-0E67-D0FE-3B23-A01B22103754}"/>
                  </a:ext>
                </a:extLst>
              </p14:cNvPr>
              <p14:cNvContentPartPr/>
              <p14:nvPr/>
            </p14:nvContentPartPr>
            <p14:xfrm>
              <a:off x="6279366" y="2870001"/>
              <a:ext cx="267120" cy="6480"/>
            </p14:xfrm>
          </p:contentPart>
        </mc:Choice>
        <mc:Fallback>
          <p:pic>
            <p:nvPicPr>
              <p:cNvPr id="55" name="Håndskrift 54">
                <a:extLst>
                  <a:ext uri="{FF2B5EF4-FFF2-40B4-BE49-F238E27FC236}">
                    <a16:creationId xmlns:a16="http://schemas.microsoft.com/office/drawing/2014/main" id="{6B86CC9E-0E67-D0FE-3B23-A01B22103754}"/>
                  </a:ext>
                </a:extLst>
              </p:cNvPr>
              <p:cNvPicPr/>
              <p:nvPr/>
            </p:nvPicPr>
            <p:blipFill>
              <a:blip r:embed="rId189"/>
              <a:stretch>
                <a:fillRect/>
              </a:stretch>
            </p:blipFill>
            <p:spPr>
              <a:xfrm>
                <a:off x="6273246" y="2863881"/>
                <a:ext cx="279360" cy="1872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56" name="Håndskrift 55">
                <a:extLst>
                  <a:ext uri="{FF2B5EF4-FFF2-40B4-BE49-F238E27FC236}">
                    <a16:creationId xmlns:a16="http://schemas.microsoft.com/office/drawing/2014/main" id="{CB58283E-78D0-3100-3F52-9948119FF0B4}"/>
                  </a:ext>
                </a:extLst>
              </p14:cNvPr>
              <p14:cNvContentPartPr/>
              <p14:nvPr/>
            </p14:nvContentPartPr>
            <p14:xfrm>
              <a:off x="9894846" y="1986201"/>
              <a:ext cx="360" cy="151200"/>
            </p14:xfrm>
          </p:contentPart>
        </mc:Choice>
        <mc:Fallback>
          <p:pic>
            <p:nvPicPr>
              <p:cNvPr id="56" name="Håndskrift 55">
                <a:extLst>
                  <a:ext uri="{FF2B5EF4-FFF2-40B4-BE49-F238E27FC236}">
                    <a16:creationId xmlns:a16="http://schemas.microsoft.com/office/drawing/2014/main" id="{CB58283E-78D0-3100-3F52-9948119FF0B4}"/>
                  </a:ext>
                </a:extLst>
              </p:cNvPr>
              <p:cNvPicPr/>
              <p:nvPr/>
            </p:nvPicPr>
            <p:blipFill>
              <a:blip r:embed="rId191"/>
              <a:stretch>
                <a:fillRect/>
              </a:stretch>
            </p:blipFill>
            <p:spPr>
              <a:xfrm>
                <a:off x="9888726" y="1980081"/>
                <a:ext cx="1260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69" name="Håndskrift 68">
                <a:extLst>
                  <a:ext uri="{FF2B5EF4-FFF2-40B4-BE49-F238E27FC236}">
                    <a16:creationId xmlns:a16="http://schemas.microsoft.com/office/drawing/2014/main" id="{91D907D0-AD34-6D95-AAF7-86AB7379121A}"/>
                  </a:ext>
                </a:extLst>
              </p14:cNvPr>
              <p14:cNvContentPartPr/>
              <p14:nvPr/>
            </p14:nvContentPartPr>
            <p14:xfrm>
              <a:off x="9918966" y="2422161"/>
              <a:ext cx="1239480" cy="50400"/>
            </p14:xfrm>
          </p:contentPart>
        </mc:Choice>
        <mc:Fallback>
          <p:pic>
            <p:nvPicPr>
              <p:cNvPr id="69" name="Håndskrift 68">
                <a:extLst>
                  <a:ext uri="{FF2B5EF4-FFF2-40B4-BE49-F238E27FC236}">
                    <a16:creationId xmlns:a16="http://schemas.microsoft.com/office/drawing/2014/main" id="{91D907D0-AD34-6D95-AAF7-86AB7379121A}"/>
                  </a:ext>
                </a:extLst>
              </p:cNvPr>
              <p:cNvPicPr/>
              <p:nvPr/>
            </p:nvPicPr>
            <p:blipFill>
              <a:blip r:embed="rId193"/>
              <a:stretch>
                <a:fillRect/>
              </a:stretch>
            </p:blipFill>
            <p:spPr>
              <a:xfrm>
                <a:off x="9912846" y="2416041"/>
                <a:ext cx="1251720" cy="62640"/>
              </a:xfrm>
              <a:prstGeom prst="rect">
                <a:avLst/>
              </a:prstGeom>
            </p:spPr>
          </p:pic>
        </mc:Fallback>
      </mc:AlternateContent>
      <p:grpSp>
        <p:nvGrpSpPr>
          <p:cNvPr id="72" name="Gruppe 71">
            <a:extLst>
              <a:ext uri="{FF2B5EF4-FFF2-40B4-BE49-F238E27FC236}">
                <a16:creationId xmlns:a16="http://schemas.microsoft.com/office/drawing/2014/main" id="{59DD7B84-95F5-1829-5ACC-397C4CC32056}"/>
              </a:ext>
            </a:extLst>
          </p:cNvPr>
          <p:cNvGrpSpPr/>
          <p:nvPr/>
        </p:nvGrpSpPr>
        <p:grpSpPr>
          <a:xfrm>
            <a:off x="9900606" y="2210121"/>
            <a:ext cx="19440" cy="219600"/>
            <a:chOff x="9900606" y="2210121"/>
            <a:chExt cx="19440" cy="219600"/>
          </a:xfrm>
        </p:grpSpPr>
        <mc:AlternateContent xmlns:mc="http://schemas.openxmlformats.org/markup-compatibility/2006">
          <mc:Choice xmlns:p14="http://schemas.microsoft.com/office/powerpoint/2010/main" Requires="p14">
            <p:contentPart p14:bwMode="auto" r:id="rId194">
              <p14:nvContentPartPr>
                <p14:cNvPr id="70" name="Håndskrift 69">
                  <a:extLst>
                    <a:ext uri="{FF2B5EF4-FFF2-40B4-BE49-F238E27FC236}">
                      <a16:creationId xmlns:a16="http://schemas.microsoft.com/office/drawing/2014/main" id="{481F2C42-A646-5D8A-7D47-0774D909B504}"/>
                    </a:ext>
                  </a:extLst>
                </p14:cNvPr>
                <p14:cNvContentPartPr/>
                <p14:nvPr/>
              </p14:nvContentPartPr>
              <p14:xfrm>
                <a:off x="9912846" y="2210121"/>
                <a:ext cx="360" cy="65520"/>
              </p14:xfrm>
            </p:contentPart>
          </mc:Choice>
          <mc:Fallback>
            <p:pic>
              <p:nvPicPr>
                <p:cNvPr id="70" name="Håndskrift 69">
                  <a:extLst>
                    <a:ext uri="{FF2B5EF4-FFF2-40B4-BE49-F238E27FC236}">
                      <a16:creationId xmlns:a16="http://schemas.microsoft.com/office/drawing/2014/main" id="{481F2C42-A646-5D8A-7D47-0774D909B504}"/>
                    </a:ext>
                  </a:extLst>
                </p:cNvPr>
                <p:cNvPicPr/>
                <p:nvPr/>
              </p:nvPicPr>
              <p:blipFill>
                <a:blip r:embed="rId195"/>
                <a:stretch>
                  <a:fillRect/>
                </a:stretch>
              </p:blipFill>
              <p:spPr>
                <a:xfrm>
                  <a:off x="9906726" y="2204001"/>
                  <a:ext cx="12600" cy="7776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71" name="Håndskrift 70">
                  <a:extLst>
                    <a:ext uri="{FF2B5EF4-FFF2-40B4-BE49-F238E27FC236}">
                      <a16:creationId xmlns:a16="http://schemas.microsoft.com/office/drawing/2014/main" id="{7662916D-14E9-6431-1C70-5D26D8CA2972}"/>
                    </a:ext>
                  </a:extLst>
                </p14:cNvPr>
                <p14:cNvContentPartPr/>
                <p14:nvPr/>
              </p14:nvContentPartPr>
              <p14:xfrm>
                <a:off x="9900606" y="2331081"/>
                <a:ext cx="19440" cy="98640"/>
              </p14:xfrm>
            </p:contentPart>
          </mc:Choice>
          <mc:Fallback>
            <p:pic>
              <p:nvPicPr>
                <p:cNvPr id="71" name="Håndskrift 70">
                  <a:extLst>
                    <a:ext uri="{FF2B5EF4-FFF2-40B4-BE49-F238E27FC236}">
                      <a16:creationId xmlns:a16="http://schemas.microsoft.com/office/drawing/2014/main" id="{7662916D-14E9-6431-1C70-5D26D8CA2972}"/>
                    </a:ext>
                  </a:extLst>
                </p:cNvPr>
                <p:cNvPicPr/>
                <p:nvPr/>
              </p:nvPicPr>
              <p:blipFill>
                <a:blip r:embed="rId197"/>
                <a:stretch>
                  <a:fillRect/>
                </a:stretch>
              </p:blipFill>
              <p:spPr>
                <a:xfrm>
                  <a:off x="9894486" y="2324961"/>
                  <a:ext cx="31680" cy="110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98">
            <p14:nvContentPartPr>
              <p14:cNvPr id="73" name="Håndskrift 72">
                <a:extLst>
                  <a:ext uri="{FF2B5EF4-FFF2-40B4-BE49-F238E27FC236}">
                    <a16:creationId xmlns:a16="http://schemas.microsoft.com/office/drawing/2014/main" id="{F4B76AA8-FCF1-1F87-B8DD-F458C0B2D6CA}"/>
                  </a:ext>
                </a:extLst>
              </p14:cNvPr>
              <p14:cNvContentPartPr/>
              <p14:nvPr/>
            </p14:nvContentPartPr>
            <p14:xfrm>
              <a:off x="7405806" y="2129841"/>
              <a:ext cx="28800" cy="105120"/>
            </p14:xfrm>
          </p:contentPart>
        </mc:Choice>
        <mc:Fallback>
          <p:pic>
            <p:nvPicPr>
              <p:cNvPr id="73" name="Håndskrift 72">
                <a:extLst>
                  <a:ext uri="{FF2B5EF4-FFF2-40B4-BE49-F238E27FC236}">
                    <a16:creationId xmlns:a16="http://schemas.microsoft.com/office/drawing/2014/main" id="{F4B76AA8-FCF1-1F87-B8DD-F458C0B2D6CA}"/>
                  </a:ext>
                </a:extLst>
              </p:cNvPr>
              <p:cNvPicPr/>
              <p:nvPr/>
            </p:nvPicPr>
            <p:blipFill>
              <a:blip r:embed="rId199"/>
              <a:stretch>
                <a:fillRect/>
              </a:stretch>
            </p:blipFill>
            <p:spPr>
              <a:xfrm>
                <a:off x="7399686" y="2123721"/>
                <a:ext cx="4104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79" name="Håndskrift 78">
                <a:extLst>
                  <a:ext uri="{FF2B5EF4-FFF2-40B4-BE49-F238E27FC236}">
                    <a16:creationId xmlns:a16="http://schemas.microsoft.com/office/drawing/2014/main" id="{97850F25-862B-94E6-0776-B9A7394A37A9}"/>
                  </a:ext>
                </a:extLst>
              </p14:cNvPr>
              <p14:cNvContentPartPr/>
              <p14:nvPr/>
            </p14:nvContentPartPr>
            <p14:xfrm>
              <a:off x="8556366" y="1746801"/>
              <a:ext cx="32400" cy="64080"/>
            </p14:xfrm>
          </p:contentPart>
        </mc:Choice>
        <mc:Fallback>
          <p:pic>
            <p:nvPicPr>
              <p:cNvPr id="79" name="Håndskrift 78">
                <a:extLst>
                  <a:ext uri="{FF2B5EF4-FFF2-40B4-BE49-F238E27FC236}">
                    <a16:creationId xmlns:a16="http://schemas.microsoft.com/office/drawing/2014/main" id="{97850F25-862B-94E6-0776-B9A7394A37A9}"/>
                  </a:ext>
                </a:extLst>
              </p:cNvPr>
              <p:cNvPicPr/>
              <p:nvPr/>
            </p:nvPicPr>
            <p:blipFill>
              <a:blip r:embed="rId201"/>
              <a:stretch>
                <a:fillRect/>
              </a:stretch>
            </p:blipFill>
            <p:spPr>
              <a:xfrm>
                <a:off x="8550246" y="1740681"/>
                <a:ext cx="4464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80" name="Håndskrift 79">
                <a:extLst>
                  <a:ext uri="{FF2B5EF4-FFF2-40B4-BE49-F238E27FC236}">
                    <a16:creationId xmlns:a16="http://schemas.microsoft.com/office/drawing/2014/main" id="{557521A1-78E0-31DF-957F-F47F55A28F9F}"/>
                  </a:ext>
                </a:extLst>
              </p14:cNvPr>
              <p14:cNvContentPartPr/>
              <p14:nvPr/>
            </p14:nvContentPartPr>
            <p14:xfrm>
              <a:off x="9422526" y="1535121"/>
              <a:ext cx="33120" cy="63720"/>
            </p14:xfrm>
          </p:contentPart>
        </mc:Choice>
        <mc:Fallback>
          <p:pic>
            <p:nvPicPr>
              <p:cNvPr id="80" name="Håndskrift 79">
                <a:extLst>
                  <a:ext uri="{FF2B5EF4-FFF2-40B4-BE49-F238E27FC236}">
                    <a16:creationId xmlns:a16="http://schemas.microsoft.com/office/drawing/2014/main" id="{557521A1-78E0-31DF-957F-F47F55A28F9F}"/>
                  </a:ext>
                </a:extLst>
              </p:cNvPr>
              <p:cNvPicPr/>
              <p:nvPr/>
            </p:nvPicPr>
            <p:blipFill>
              <a:blip r:embed="rId203"/>
              <a:stretch>
                <a:fillRect/>
              </a:stretch>
            </p:blipFill>
            <p:spPr>
              <a:xfrm>
                <a:off x="9416406" y="1529001"/>
                <a:ext cx="45360" cy="7596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89" name="Håndskrift 88">
                <a:extLst>
                  <a:ext uri="{FF2B5EF4-FFF2-40B4-BE49-F238E27FC236}">
                    <a16:creationId xmlns:a16="http://schemas.microsoft.com/office/drawing/2014/main" id="{DE765D51-6827-322C-8A2F-0210D1356FCC}"/>
                  </a:ext>
                </a:extLst>
              </p14:cNvPr>
              <p14:cNvContentPartPr/>
              <p14:nvPr/>
            </p14:nvContentPartPr>
            <p14:xfrm>
              <a:off x="10308846" y="1717641"/>
              <a:ext cx="16200" cy="93240"/>
            </p14:xfrm>
          </p:contentPart>
        </mc:Choice>
        <mc:Fallback>
          <p:pic>
            <p:nvPicPr>
              <p:cNvPr id="89" name="Håndskrift 88">
                <a:extLst>
                  <a:ext uri="{FF2B5EF4-FFF2-40B4-BE49-F238E27FC236}">
                    <a16:creationId xmlns:a16="http://schemas.microsoft.com/office/drawing/2014/main" id="{DE765D51-6827-322C-8A2F-0210D1356FCC}"/>
                  </a:ext>
                </a:extLst>
              </p:cNvPr>
              <p:cNvPicPr/>
              <p:nvPr/>
            </p:nvPicPr>
            <p:blipFill>
              <a:blip r:embed="rId205"/>
              <a:stretch>
                <a:fillRect/>
              </a:stretch>
            </p:blipFill>
            <p:spPr>
              <a:xfrm>
                <a:off x="10302726" y="1711521"/>
                <a:ext cx="2844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90" name="Håndskrift 89">
                <a:extLst>
                  <a:ext uri="{FF2B5EF4-FFF2-40B4-BE49-F238E27FC236}">
                    <a16:creationId xmlns:a16="http://schemas.microsoft.com/office/drawing/2014/main" id="{30526792-0046-08C9-126B-2AAAF41310ED}"/>
                  </a:ext>
                </a:extLst>
              </p14:cNvPr>
              <p14:cNvContentPartPr/>
              <p14:nvPr/>
            </p14:nvContentPartPr>
            <p14:xfrm>
              <a:off x="9448086" y="1553841"/>
              <a:ext cx="10800" cy="38880"/>
            </p14:xfrm>
          </p:contentPart>
        </mc:Choice>
        <mc:Fallback>
          <p:pic>
            <p:nvPicPr>
              <p:cNvPr id="90" name="Håndskrift 89">
                <a:extLst>
                  <a:ext uri="{FF2B5EF4-FFF2-40B4-BE49-F238E27FC236}">
                    <a16:creationId xmlns:a16="http://schemas.microsoft.com/office/drawing/2014/main" id="{30526792-0046-08C9-126B-2AAAF41310ED}"/>
                  </a:ext>
                </a:extLst>
              </p:cNvPr>
              <p:cNvPicPr/>
              <p:nvPr/>
            </p:nvPicPr>
            <p:blipFill>
              <a:blip r:embed="rId207"/>
              <a:stretch>
                <a:fillRect/>
              </a:stretch>
            </p:blipFill>
            <p:spPr>
              <a:xfrm>
                <a:off x="9441966" y="1547721"/>
                <a:ext cx="23040" cy="51120"/>
              </a:xfrm>
              <a:prstGeom prst="rect">
                <a:avLst/>
              </a:prstGeom>
            </p:spPr>
          </p:pic>
        </mc:Fallback>
      </mc:AlternateContent>
    </p:spTree>
    <p:extLst>
      <p:ext uri="{BB962C8B-B14F-4D97-AF65-F5344CB8AC3E}">
        <p14:creationId xmlns:p14="http://schemas.microsoft.com/office/powerpoint/2010/main" val="3129721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BA5D8-7A16-091A-225F-28BE30135B5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DBF4157-56F2-2E1D-7595-18ED3C3ADC0A}"/>
              </a:ext>
            </a:extLst>
          </p:cNvPr>
          <p:cNvSpPr>
            <a:spLocks noGrp="1"/>
          </p:cNvSpPr>
          <p:nvPr>
            <p:ph type="title"/>
          </p:nvPr>
        </p:nvSpPr>
        <p:spPr>
          <a:xfrm>
            <a:off x="839788" y="457200"/>
            <a:ext cx="3932237" cy="986589"/>
          </a:xfrm>
        </p:spPr>
        <p:txBody>
          <a:bodyPr/>
          <a:lstStyle/>
          <a:p>
            <a:r>
              <a:rPr lang="en-US" noProof="0" dirty="0"/>
              <a:t>Basin Hopping</a:t>
            </a:r>
          </a:p>
        </p:txBody>
      </p:sp>
      <p:sp>
        <p:nvSpPr>
          <p:cNvPr id="4" name="Pladsholder til tekst 3">
            <a:extLst>
              <a:ext uri="{FF2B5EF4-FFF2-40B4-BE49-F238E27FC236}">
                <a16:creationId xmlns:a16="http://schemas.microsoft.com/office/drawing/2014/main" id="{4DCB3E01-DB51-16F0-4D8D-5318A37CAB63}"/>
              </a:ext>
            </a:extLst>
          </p:cNvPr>
          <p:cNvSpPr>
            <a:spLocks noGrp="1"/>
          </p:cNvSpPr>
          <p:nvPr>
            <p:ph type="body" sz="half" idx="2"/>
          </p:nvPr>
        </p:nvSpPr>
        <p:spPr>
          <a:xfrm>
            <a:off x="839788" y="2057399"/>
            <a:ext cx="3932237" cy="4534989"/>
          </a:xfrm>
        </p:spPr>
        <p:txBody>
          <a:bodyPr>
            <a:normAutofit/>
          </a:bodyPr>
          <a:lstStyle/>
          <a:p>
            <a:r>
              <a:rPr lang="en-US" noProof="0" dirty="0"/>
              <a:t>Coding example?</a:t>
            </a:r>
          </a:p>
        </p:txBody>
      </p:sp>
    </p:spTree>
    <p:extLst>
      <p:ext uri="{BB962C8B-B14F-4D97-AF65-F5344CB8AC3E}">
        <p14:creationId xmlns:p14="http://schemas.microsoft.com/office/powerpoint/2010/main" val="3766784067"/>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TotalTime>
  <Words>930</Words>
  <Application>Microsoft Office PowerPoint</Application>
  <PresentationFormat>Widescreen</PresentationFormat>
  <Paragraphs>75</Paragraphs>
  <Slides>12</Slides>
  <Notes>0</Notes>
  <HiddenSlides>0</HiddenSlides>
  <MMClips>0</MMClips>
  <ScaleCrop>false</ScaleCrop>
  <HeadingPairs>
    <vt:vector size="6" baseType="variant">
      <vt:variant>
        <vt:lpstr>Benyttede skrifttyper</vt:lpstr>
      </vt:variant>
      <vt:variant>
        <vt:i4>5</vt:i4>
      </vt:variant>
      <vt:variant>
        <vt:lpstr>Tema</vt:lpstr>
      </vt:variant>
      <vt:variant>
        <vt:i4>1</vt:i4>
      </vt:variant>
      <vt:variant>
        <vt:lpstr>Slidetitler</vt:lpstr>
      </vt:variant>
      <vt:variant>
        <vt:i4>12</vt:i4>
      </vt:variant>
    </vt:vector>
  </HeadingPairs>
  <TitlesOfParts>
    <vt:vector size="18" baseType="lpstr">
      <vt:lpstr>Aptos</vt:lpstr>
      <vt:lpstr>Aptos Display</vt:lpstr>
      <vt:lpstr>Arial</vt:lpstr>
      <vt:lpstr>Cambria Math</vt:lpstr>
      <vt:lpstr>Grotesque</vt:lpstr>
      <vt:lpstr>Office-tema</vt:lpstr>
      <vt:lpstr>Week3  Optimization</vt:lpstr>
      <vt:lpstr>Metropolis Monte Carlo search</vt:lpstr>
      <vt:lpstr>Random Structure Search</vt:lpstr>
      <vt:lpstr>Random Structure Search</vt:lpstr>
      <vt:lpstr>Random Structure Search</vt:lpstr>
      <vt:lpstr>The Morse Potential</vt:lpstr>
      <vt:lpstr>The Morse Potential</vt:lpstr>
      <vt:lpstr>Steepest descent and gradient descent</vt:lpstr>
      <vt:lpstr>Line search</vt:lpstr>
      <vt:lpstr>Second-order Methods</vt:lpstr>
      <vt:lpstr>Basin Hopping</vt:lpstr>
      <vt:lpstr>Basin Hopping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Emil Krogh Nielsen</dc:creator>
  <cp:lastModifiedBy>Emil Krogh Nielsen</cp:lastModifiedBy>
  <cp:revision>56</cp:revision>
  <dcterms:created xsi:type="dcterms:W3CDTF">2026-09-10T13:54:45Z</dcterms:created>
  <dcterms:modified xsi:type="dcterms:W3CDTF">2026-09-11T08:20:10Z</dcterms:modified>
</cp:coreProperties>
</file>